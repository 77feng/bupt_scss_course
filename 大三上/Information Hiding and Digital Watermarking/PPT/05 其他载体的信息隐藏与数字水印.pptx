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wdp" ContentType="image/vnd.ms-photo"/>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sldIdLst>
    <p:sldId id="454" r:id="rId3"/>
    <p:sldId id="455" r:id="rId5"/>
    <p:sldId id="497" r:id="rId6"/>
    <p:sldId id="498" r:id="rId7"/>
    <p:sldId id="499" r:id="rId8"/>
    <p:sldId id="501" r:id="rId9"/>
    <p:sldId id="456" r:id="rId10"/>
    <p:sldId id="503" r:id="rId11"/>
    <p:sldId id="504" r:id="rId12"/>
    <p:sldId id="505" r:id="rId13"/>
    <p:sldId id="506" r:id="rId14"/>
    <p:sldId id="507" r:id="rId15"/>
    <p:sldId id="508" r:id="rId16"/>
    <p:sldId id="534" r:id="rId17"/>
    <p:sldId id="535" r:id="rId18"/>
    <p:sldId id="536" r:id="rId19"/>
    <p:sldId id="537" r:id="rId20"/>
    <p:sldId id="538" r:id="rId21"/>
    <p:sldId id="539" r:id="rId22"/>
    <p:sldId id="540" r:id="rId23"/>
    <p:sldId id="541" r:id="rId24"/>
    <p:sldId id="509" r:id="rId25"/>
    <p:sldId id="510" r:id="rId26"/>
    <p:sldId id="511" r:id="rId27"/>
    <p:sldId id="512" r:id="rId28"/>
    <p:sldId id="513" r:id="rId29"/>
    <p:sldId id="514" r:id="rId30"/>
    <p:sldId id="515" r:id="rId31"/>
    <p:sldId id="516" r:id="rId32"/>
    <p:sldId id="517" r:id="rId33"/>
    <p:sldId id="518" r:id="rId34"/>
    <p:sldId id="519" r:id="rId35"/>
    <p:sldId id="520" r:id="rId36"/>
    <p:sldId id="521" r:id="rId37"/>
    <p:sldId id="522" r:id="rId38"/>
    <p:sldId id="523" r:id="rId39"/>
    <p:sldId id="524" r:id="rId40"/>
    <p:sldId id="525" r:id="rId41"/>
    <p:sldId id="542" r:id="rId42"/>
    <p:sldId id="457" r:id="rId43"/>
    <p:sldId id="459" r:id="rId44"/>
    <p:sldId id="460" r:id="rId45"/>
    <p:sldId id="461" r:id="rId46"/>
    <p:sldId id="462" r:id="rId47"/>
    <p:sldId id="463" r:id="rId48"/>
    <p:sldId id="464" r:id="rId49"/>
    <p:sldId id="465" r:id="rId50"/>
    <p:sldId id="466" r:id="rId51"/>
    <p:sldId id="467" r:id="rId52"/>
    <p:sldId id="468" r:id="rId53"/>
    <p:sldId id="469" r:id="rId54"/>
    <p:sldId id="470" r:id="rId55"/>
    <p:sldId id="471" r:id="rId56"/>
    <p:sldId id="472" r:id="rId57"/>
    <p:sldId id="473" r:id="rId58"/>
    <p:sldId id="474" r:id="rId59"/>
    <p:sldId id="475" r:id="rId60"/>
    <p:sldId id="476" r:id="rId61"/>
    <p:sldId id="477" r:id="rId62"/>
    <p:sldId id="478" r:id="rId63"/>
    <p:sldId id="479" r:id="rId64"/>
    <p:sldId id="480" r:id="rId65"/>
    <p:sldId id="481" r:id="rId66"/>
    <p:sldId id="482" r:id="rId67"/>
    <p:sldId id="483" r:id="rId68"/>
    <p:sldId id="484" r:id="rId69"/>
    <p:sldId id="485" r:id="rId70"/>
    <p:sldId id="486" r:id="rId71"/>
    <p:sldId id="487" r:id="rId72"/>
    <p:sldId id="488" r:id="rId73"/>
    <p:sldId id="489" r:id="rId74"/>
    <p:sldId id="609" r:id="rId75"/>
    <p:sldId id="610" r:id="rId76"/>
    <p:sldId id="600" r:id="rId77"/>
    <p:sldId id="601" r:id="rId78"/>
    <p:sldId id="458" r:id="rId79"/>
    <p:sldId id="602" r:id="rId80"/>
    <p:sldId id="603" r:id="rId81"/>
    <p:sldId id="604" r:id="rId82"/>
    <p:sldId id="611" r:id="rId83"/>
    <p:sldId id="612" r:id="rId84"/>
    <p:sldId id="613" r:id="rId85"/>
    <p:sldId id="614" r:id="rId86"/>
  </p:sldIdLst>
  <p:sldSz cx="12192000" cy="6858000"/>
  <p:notesSz cx="6858000" cy="9144000"/>
  <p:custDataLst>
    <p:tags r:id="rId91"/>
  </p:custDataLst>
  <p:defaultTextStyle>
    <a:defPPr>
      <a:defRPr lang="en-US"/>
    </a:defPPr>
    <a:lvl1pPr algn="l" rtl="0" fontAlgn="base">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9pPr>
  </p:defaultTextStyle>
  <p:extLst>
    <p:ext uri="{521415D9-36F7-43E2-AB2F-B90AF26B5E84}">
      <p14:sectionLst xmlns:p14="http://schemas.microsoft.com/office/powerpoint/2010/main">
        <p14:section name="默认节" id="{3a16e891-57d2-40ec-9a86-4a7a0f87e29c}">
          <p14:sldIdLst>
            <p14:sldId id="454"/>
            <p14:sldId id="455"/>
          </p14:sldIdLst>
        </p14:section>
        <p14:section name="文本信息隐藏" id="{f2d652c8-726a-4091-b36c-77055f070a7f}">
          <p14:sldIdLst>
            <p14:sldId id="497"/>
            <p14:sldId id="498"/>
            <p14:sldId id="499"/>
            <p14:sldId id="501"/>
            <p14:sldId id="456"/>
            <p14:sldId id="503"/>
            <p14:sldId id="504"/>
            <p14:sldId id="505"/>
            <p14:sldId id="506"/>
            <p14:sldId id="507"/>
            <p14:sldId id="508"/>
            <p14:sldId id="534"/>
            <p14:sldId id="535"/>
            <p14:sldId id="536"/>
            <p14:sldId id="537"/>
            <p14:sldId id="538"/>
            <p14:sldId id="539"/>
            <p14:sldId id="540"/>
            <p14:sldId id="541"/>
            <p14:sldId id="509"/>
            <p14:sldId id="510"/>
            <p14:sldId id="511"/>
            <p14:sldId id="512"/>
            <p14:sldId id="513"/>
            <p14:sldId id="514"/>
            <p14:sldId id="515"/>
            <p14:sldId id="516"/>
            <p14:sldId id="517"/>
            <p14:sldId id="518"/>
            <p14:sldId id="519"/>
            <p14:sldId id="520"/>
            <p14:sldId id="521"/>
            <p14:sldId id="522"/>
            <p14:sldId id="523"/>
            <p14:sldId id="524"/>
            <p14:sldId id="525"/>
            <p14:sldId id="542"/>
          </p14:sldIdLst>
        </p14:section>
        <p14:section name="软件数字水印" id="{8542b70a-8526-41a6-acd2-6aa3b5be9351}">
          <p14:sldIdLst>
            <p14:sldId id="457"/>
            <p14:sldId id="459"/>
            <p14:sldId id="460"/>
            <p14:sldId id="461"/>
            <p14:sldId id="462"/>
            <p14:sldId id="463"/>
            <p14:sldId id="464"/>
            <p14:sldId id="465"/>
            <p14:sldId id="466"/>
            <p14:sldId id="467"/>
            <p14:sldId id="468"/>
            <p14:sldId id="469"/>
            <p14:sldId id="470"/>
            <p14:sldId id="471"/>
            <p14:sldId id="472"/>
            <p14:sldId id="473"/>
            <p14:sldId id="474"/>
            <p14:sldId id="475"/>
            <p14:sldId id="476"/>
            <p14:sldId id="477"/>
            <p14:sldId id="478"/>
            <p14:sldId id="479"/>
            <p14:sldId id="480"/>
            <p14:sldId id="481"/>
            <p14:sldId id="482"/>
            <p14:sldId id="483"/>
            <p14:sldId id="484"/>
            <p14:sldId id="485"/>
            <p14:sldId id="486"/>
            <p14:sldId id="487"/>
            <p14:sldId id="488"/>
            <p14:sldId id="489"/>
            <p14:sldId id="609"/>
            <p14:sldId id="610"/>
          </p14:sldIdLst>
        </p14:section>
        <p14:section name="视频数字水印" id="{7544a76e-d6a3-4497-8d8f-142f852e70fc}">
          <p14:sldIdLst>
            <p14:sldId id="600"/>
            <p14:sldId id="601"/>
            <p14:sldId id="458"/>
            <p14:sldId id="602"/>
            <p14:sldId id="603"/>
            <p14:sldId id="604"/>
          </p14:sldIdLst>
        </p14:section>
        <p14:section name="本章小结" id="{749571cb-9394-4756-bf1b-ffcd9e4650cf}">
          <p14:sldIdLst>
            <p14:sldId id="611"/>
          </p14:sldIdLst>
        </p14:section>
        <p14:section name="课后习题" id="{c9ef770e-da4d-46e1-acc1-e654e2ab3ce0}">
          <p14:sldIdLst>
            <p14:sldId id="612"/>
            <p14:sldId id="613"/>
            <p14:sldId id="614"/>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пользователь Microsoft Office" initials="Office" lastIdx="1" clrIdx="0"/>
  <p:cmAuthor id="2" name="Administrator" initials="A" lastIdx="1" clrIdx="1"/>
  <p:cmAuthor id="3" name="1033406563@qq.com" initials="1" lastIdx="1" clrIdx="2"/>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clrMru>
    <a:srgbClr val="023B8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7" autoAdjust="0"/>
    <p:restoredTop sz="83549" autoAdjust="0"/>
  </p:normalViewPr>
  <p:slideViewPr>
    <p:cSldViewPr showGuides="1">
      <p:cViewPr varScale="1">
        <p:scale>
          <a:sx n="95" d="100"/>
          <a:sy n="95" d="100"/>
        </p:scale>
        <p:origin x="2064" y="84"/>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1" Type="http://schemas.openxmlformats.org/officeDocument/2006/relationships/tags" Target="tags/tag34.xml"/><Relationship Id="rId90" Type="http://schemas.openxmlformats.org/officeDocument/2006/relationships/commentAuthors" Target="commentAuthors.xml"/><Relationship Id="rId9" Type="http://schemas.openxmlformats.org/officeDocument/2006/relationships/slide" Target="slides/slide6.xml"/><Relationship Id="rId89" Type="http://schemas.openxmlformats.org/officeDocument/2006/relationships/tableStyles" Target="tableStyles.xml"/><Relationship Id="rId88" Type="http://schemas.openxmlformats.org/officeDocument/2006/relationships/viewProps" Target="viewProps.xml"/><Relationship Id="rId87" Type="http://schemas.openxmlformats.org/officeDocument/2006/relationships/presProps" Target="presProps.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kumimoji="1" sz="1200">
                <a:latin typeface="Times New Roman" panose="02020603050405020304" pitchFamily="18" charset="0"/>
              </a:defRPr>
            </a:lvl1pPr>
          </a:lstStyle>
          <a:p>
            <a:pPr>
              <a:defRPr/>
            </a:pPr>
            <a:endParaRPr lang="zh-CN" altLang="en-US"/>
          </a:p>
        </p:txBody>
      </p:sp>
      <p:sp>
        <p:nvSpPr>
          <p:cNvPr id="28675"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kumimoji="1" sz="1200">
                <a:latin typeface="Times New Roman" panose="02020603050405020304" pitchFamily="18" charset="0"/>
              </a:defRPr>
            </a:lvl1pPr>
          </a:lstStyle>
          <a:p>
            <a:pPr>
              <a:defRPr/>
            </a:pPr>
            <a:endParaRPr lang="en-US" altLang="zh-CN"/>
          </a:p>
        </p:txBody>
      </p:sp>
      <p:sp>
        <p:nvSpPr>
          <p:cNvPr id="71684"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28677"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28678"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kumimoji="1" sz="1200">
                <a:latin typeface="Times New Roman" panose="02020603050405020304" pitchFamily="18" charset="0"/>
              </a:defRPr>
            </a:lvl1pPr>
          </a:lstStyle>
          <a:p>
            <a:pPr>
              <a:defRPr/>
            </a:pPr>
            <a:endParaRPr lang="en-US" altLang="zh-CN"/>
          </a:p>
        </p:txBody>
      </p:sp>
      <p:sp>
        <p:nvSpPr>
          <p:cNvPr id="28679"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kumimoji="1" sz="1200">
                <a:latin typeface="Times New Roman" panose="02020603050405020304" pitchFamily="18" charset="0"/>
              </a:defRPr>
            </a:lvl1pPr>
          </a:lstStyle>
          <a:p>
            <a:pPr>
              <a:defRPr/>
            </a:pPr>
            <a:fld id="{16FDD7B4-C158-471B-B9E1-D28818272695}"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p:cNvSpPr>
            <a:spLocks noGrp="1" noRot="1" noChangeAspect="1" noTextEdit="1"/>
          </p:cNvSpPr>
          <p:nvPr>
            <p:ph type="sldImg"/>
          </p:nvPr>
        </p:nvSpPr>
        <p:spPr/>
      </p:sp>
      <p:sp>
        <p:nvSpPr>
          <p:cNvPr id="9318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93188"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D44E6AB6-93B8-4D68-ABBB-D1A967F29DC7}" type="slidenum">
              <a:rPr lang="zh-CN" altLang="en-US" smtClean="0">
                <a:latin typeface="Times New Roman" panose="02020603050405020304" pitchFamily="18" charset="0"/>
              </a:rPr>
            </a:fld>
            <a:endParaRPr lang="en-US" altLang="zh-CN">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Image Placeholder 1"/>
          <p:cNvSpPr>
            <a:spLocks noGrp="1" noRot="1" noChangeAspect="1" noTextEdit="1"/>
          </p:cNvSpPr>
          <p:nvPr>
            <p:ph type="sldImg"/>
          </p:nvPr>
        </p:nvSpPr>
        <p:spPr/>
      </p:sp>
      <p:sp>
        <p:nvSpPr>
          <p:cNvPr id="9421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94212"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19FC4EC6-C2F2-47B1-ABE0-46C17E5BBF3C}" type="slidenum">
              <a:rPr lang="zh-CN" altLang="en-US" smtClean="0">
                <a:latin typeface="Times New Roman" panose="02020603050405020304" pitchFamily="18" charset="0"/>
              </a:rPr>
            </a:fld>
            <a:endParaRPr lang="en-US" altLang="zh-CN">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p:cNvSpPr>
            <a:spLocks noGrp="1" noRot="1" noChangeAspect="1" noTextEdit="1"/>
          </p:cNvSpPr>
          <p:nvPr>
            <p:ph type="sldImg"/>
          </p:nvPr>
        </p:nvSpPr>
        <p:spPr/>
      </p:sp>
      <p:sp>
        <p:nvSpPr>
          <p:cNvPr id="9523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95236"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A768C80C-90EE-49B1-AE91-835A2799E773}" type="slidenum">
              <a:rPr lang="zh-CN" altLang="en-US" smtClean="0">
                <a:latin typeface="Times New Roman" panose="02020603050405020304" pitchFamily="18" charset="0"/>
              </a:rPr>
            </a:fld>
            <a:endParaRPr lang="en-US" altLang="zh-CN">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Image Placeholder 1"/>
          <p:cNvSpPr>
            <a:spLocks noGrp="1" noRot="1" noChangeAspect="1" noTextEdit="1"/>
          </p:cNvSpPr>
          <p:nvPr>
            <p:ph type="sldImg"/>
          </p:nvPr>
        </p:nvSpPr>
        <p:spPr/>
      </p:sp>
      <p:sp>
        <p:nvSpPr>
          <p:cNvPr id="9830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将</a:t>
            </a:r>
            <a:r>
              <a:rPr lang="en-US" altLang="zh-CN"/>
              <a:t>msg.txt</a:t>
            </a:r>
            <a:r>
              <a:rPr lang="zh-CN" altLang="en-US"/>
              <a:t>内容隐藏如</a:t>
            </a:r>
            <a:r>
              <a:rPr lang="en-US" altLang="zh-CN"/>
              <a:t>in.txt</a:t>
            </a:r>
            <a:r>
              <a:rPr lang="zh-CN" altLang="en-US"/>
              <a:t>中得到</a:t>
            </a:r>
            <a:r>
              <a:rPr lang="en-US" altLang="zh-CN"/>
              <a:t>out.txt</a:t>
            </a:r>
            <a:endParaRPr lang="en-US" altLang="zh-CN"/>
          </a:p>
          <a:p>
            <a:r>
              <a:rPr lang="en-US" altLang="zh-CN"/>
              <a:t>snow –f msg.txt in.txt out.txt</a:t>
            </a:r>
            <a:endParaRPr lang="en-US" altLang="zh-CN"/>
          </a:p>
          <a:p>
            <a:endParaRPr lang="en-US" altLang="zh-CN"/>
          </a:p>
          <a:p>
            <a:r>
              <a:rPr lang="zh-CN" altLang="en-US"/>
              <a:t>从</a:t>
            </a:r>
            <a:r>
              <a:rPr lang="en-US" altLang="zh-CN"/>
              <a:t>out.txt</a:t>
            </a:r>
            <a:r>
              <a:rPr lang="zh-CN" altLang="en-US"/>
              <a:t>中提取信息</a:t>
            </a:r>
            <a:endParaRPr lang="en-US" altLang="zh-CN"/>
          </a:p>
          <a:p>
            <a:r>
              <a:rPr lang="en-US" altLang="zh-CN"/>
              <a:t>snow out.txt</a:t>
            </a:r>
            <a:endParaRPr lang="zh-CN" altLang="en-US"/>
          </a:p>
        </p:txBody>
      </p:sp>
      <p:sp>
        <p:nvSpPr>
          <p:cNvPr id="98308"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B89150AF-F5E8-45A6-92F9-C3123F7F5BA0}" type="slidenum">
              <a:rPr lang="zh-CN" altLang="en-US" smtClean="0">
                <a:latin typeface="Times New Roman" panose="02020603050405020304" pitchFamily="18" charset="0"/>
              </a:rPr>
            </a:fld>
            <a:endParaRPr lang="en-US" altLang="zh-CN">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Image Placeholder 1"/>
          <p:cNvSpPr>
            <a:spLocks noGrp="1" noRot="1" noChangeAspect="1" noTextEdit="1"/>
          </p:cNvSpPr>
          <p:nvPr>
            <p:ph type="sldImg"/>
          </p:nvPr>
        </p:nvSpPr>
        <p:spPr/>
      </p:sp>
      <p:sp>
        <p:nvSpPr>
          <p:cNvPr id="9728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正常情况下，一行中相邻的两个字间距</a:t>
            </a:r>
            <a:r>
              <a:rPr lang="en-US" altLang="zh-CN"/>
              <a:t>Sa</a:t>
            </a:r>
            <a:r>
              <a:rPr lang="zh-CN" altLang="en-US"/>
              <a:t>和</a:t>
            </a:r>
            <a:r>
              <a:rPr lang="en-US" altLang="zh-CN"/>
              <a:t>Sb</a:t>
            </a:r>
            <a:r>
              <a:rPr lang="zh-CN" altLang="en-US"/>
              <a:t>是相等的，即</a:t>
            </a:r>
            <a:r>
              <a:rPr lang="en-US" altLang="zh-CN"/>
              <a:t>Δ</a:t>
            </a:r>
            <a:r>
              <a:rPr lang="zh-CN" altLang="en-US"/>
              <a:t>＝</a:t>
            </a:r>
            <a:r>
              <a:rPr lang="en-US" altLang="zh-CN"/>
              <a:t>Sa</a:t>
            </a:r>
            <a:r>
              <a:rPr lang="zh-CN" altLang="en-US"/>
              <a:t>－</a:t>
            </a:r>
            <a:r>
              <a:rPr lang="en-US" altLang="zh-CN"/>
              <a:t>Sb</a:t>
            </a:r>
            <a:r>
              <a:rPr lang="zh-CN" altLang="en-US"/>
              <a:t>＝</a:t>
            </a:r>
            <a:r>
              <a:rPr lang="en-US" altLang="zh-CN"/>
              <a:t>0</a:t>
            </a:r>
            <a:r>
              <a:rPr lang="zh-CN" altLang="en-US"/>
              <a:t>。</a:t>
            </a:r>
            <a:endParaRPr lang="en-US" altLang="zh-CN"/>
          </a:p>
          <a:p>
            <a:r>
              <a:rPr lang="zh-CN" altLang="en-US"/>
              <a:t>隐写时，首先对行中的字间距进行分组，每相邻两个为一组，包含三个单词。然后再调整该组的中间单词，图中为单词</a:t>
            </a:r>
            <a:r>
              <a:rPr lang="en-US" altLang="zh-CN"/>
              <a:t>is</a:t>
            </a:r>
            <a:r>
              <a:rPr lang="zh-CN" altLang="en-US"/>
              <a:t>，使得</a:t>
            </a:r>
            <a:r>
              <a:rPr lang="en-US" altLang="zh-CN"/>
              <a:t>Δ</a:t>
            </a:r>
            <a:r>
              <a:rPr lang="zh-CN" altLang="en-US"/>
              <a:t>不为</a:t>
            </a:r>
            <a:r>
              <a:rPr lang="en-US" altLang="zh-CN"/>
              <a:t>0</a:t>
            </a:r>
            <a:r>
              <a:rPr lang="zh-CN" altLang="en-US"/>
              <a:t>，而是有一个较小的误差</a:t>
            </a:r>
            <a:r>
              <a:rPr lang="en-US" altLang="zh-CN"/>
              <a:t>ε</a:t>
            </a:r>
            <a:r>
              <a:rPr lang="zh-CN" altLang="en-US"/>
              <a:t>。这种移动没有改变该组的总宽度，因此不会改变该行的总宽度。定义信息的嵌入规则为</a:t>
            </a:r>
            <a:endParaRPr lang="zh-CN" altLang="en-US"/>
          </a:p>
          <a:p>
            <a:r>
              <a:rPr lang="zh-CN" altLang="en-US"/>
              <a:t>嵌入</a:t>
            </a:r>
            <a:r>
              <a:rPr lang="en-US" altLang="zh-CN"/>
              <a:t>0</a:t>
            </a:r>
            <a:r>
              <a:rPr lang="zh-CN" altLang="en-US"/>
              <a:t>：</a:t>
            </a:r>
            <a:r>
              <a:rPr lang="en-US" altLang="zh-CN"/>
              <a:t>Δ</a:t>
            </a:r>
            <a:r>
              <a:rPr lang="zh-CN" altLang="en-US"/>
              <a:t>＝</a:t>
            </a:r>
            <a:r>
              <a:rPr lang="en-US" altLang="zh-CN"/>
              <a:t>Sa</a:t>
            </a:r>
            <a:r>
              <a:rPr lang="zh-CN" altLang="en-US"/>
              <a:t>－</a:t>
            </a:r>
            <a:r>
              <a:rPr lang="en-US" altLang="zh-CN"/>
              <a:t>Sb</a:t>
            </a:r>
            <a:r>
              <a:rPr lang="zh-CN" altLang="en-US"/>
              <a:t>＝</a:t>
            </a:r>
            <a:r>
              <a:rPr lang="en-US" altLang="zh-CN"/>
              <a:t>ε</a:t>
            </a:r>
            <a:endParaRPr lang="en-US" altLang="zh-CN"/>
          </a:p>
          <a:p>
            <a:r>
              <a:rPr lang="zh-CN" altLang="en-US"/>
              <a:t>嵌入</a:t>
            </a:r>
            <a:r>
              <a:rPr lang="en-US" altLang="zh-CN"/>
              <a:t>1</a:t>
            </a:r>
            <a:r>
              <a:rPr lang="zh-CN" altLang="en-US"/>
              <a:t>：</a:t>
            </a:r>
            <a:r>
              <a:rPr lang="en-US" altLang="zh-CN"/>
              <a:t>Δ</a:t>
            </a:r>
            <a:r>
              <a:rPr lang="zh-CN" altLang="en-US"/>
              <a:t>＝</a:t>
            </a:r>
            <a:r>
              <a:rPr lang="en-US" altLang="zh-CN"/>
              <a:t>Sa</a:t>
            </a:r>
            <a:r>
              <a:rPr lang="zh-CN" altLang="en-US"/>
              <a:t>－</a:t>
            </a:r>
            <a:r>
              <a:rPr lang="en-US" altLang="zh-CN"/>
              <a:t>Sb</a:t>
            </a:r>
            <a:r>
              <a:rPr lang="zh-CN" altLang="en-US"/>
              <a:t>＝ </a:t>
            </a:r>
            <a:r>
              <a:rPr lang="en-US" altLang="zh-CN"/>
              <a:t>-ε</a:t>
            </a:r>
            <a:endParaRPr lang="zh-CN" altLang="en-US"/>
          </a:p>
        </p:txBody>
      </p:sp>
      <p:sp>
        <p:nvSpPr>
          <p:cNvPr id="97284"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586DE971-D411-40B4-B374-5B7979FAD10E}" type="slidenum">
              <a:rPr lang="zh-CN" altLang="en-US" smtClean="0">
                <a:latin typeface="Times New Roman" panose="02020603050405020304" pitchFamily="18" charset="0"/>
              </a:rPr>
            </a:fld>
            <a:endParaRPr lang="en-US" altLang="zh-CN">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6FDD7B4-C158-471B-B9E1-D28818272695}" type="slidenum">
              <a:rPr lang="zh-CN" altLang="en-US" smtClean="0"/>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6FDD7B4-C158-471B-B9E1-D28818272695}" type="slidenum">
              <a:rPr lang="zh-CN" altLang="en-US" smtClean="0"/>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通过修改</a:t>
            </a:r>
            <a:r>
              <a:rPr lang="en-US" altLang="zh-CN" dirty="0"/>
              <a:t>DWT</a:t>
            </a:r>
            <a:r>
              <a:rPr lang="zh-CN" altLang="en-US" dirty="0"/>
              <a:t>细节系数正负符号个数的关系完成嵌入</a:t>
            </a:r>
            <a:endParaRPr lang="zh-CN" altLang="en-US" dirty="0"/>
          </a:p>
        </p:txBody>
      </p:sp>
      <p:sp>
        <p:nvSpPr>
          <p:cNvPr id="4" name="灯片编号占位符 3"/>
          <p:cNvSpPr>
            <a:spLocks noGrp="1"/>
          </p:cNvSpPr>
          <p:nvPr>
            <p:ph type="sldNum" sz="quarter" idx="10"/>
          </p:nvPr>
        </p:nvSpPr>
        <p:spPr/>
        <p:txBody>
          <a:bodyPr/>
          <a:lstStyle/>
          <a:p>
            <a:pPr>
              <a:defRPr/>
            </a:pPr>
            <a:fld id="{16FDD7B4-C158-471B-B9E1-D28818272695}" type="slidenum">
              <a:rPr lang="zh-CN" altLang="en-US" smtClean="0"/>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6FDD7B4-C158-471B-B9E1-D28818272695}" type="slidenum">
              <a:rPr lang="zh-CN" altLang="en-US" smtClean="0"/>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6FDD7B4-C158-471B-B9E1-D28818272695}" type="slidenum">
              <a:rPr lang="zh-CN" altLang="en-US" smtClean="0"/>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p:sp>
      <p:sp>
        <p:nvSpPr>
          <p:cNvPr id="3" name="Notes Placeholder 2"/>
          <p:cNvSpPr>
            <a:spLocks noGrp="1"/>
          </p:cNvSpPr>
          <p:nvPr>
            <p:ph type="body" idx="1"/>
          </p:nvPr>
        </p:nvSpPr>
        <p:spPr/>
        <p:txBody>
          <a:bodyPr>
            <a:normAutofit/>
          </a:bodyPr>
          <a:lstStyle/>
          <a:p>
            <a:pPr>
              <a:defRPr/>
            </a:pPr>
            <a:r>
              <a:rPr lang="zh-CN" altLang="en-US" dirty="0"/>
              <a:t>裁减攻击  </a:t>
            </a:r>
            <a:endParaRPr lang="zh-CN" altLang="en-US" dirty="0"/>
          </a:p>
          <a:p>
            <a:pPr>
              <a:defRPr/>
            </a:pPr>
            <a:r>
              <a:rPr lang="zh-CN" altLang="en-US" dirty="0"/>
              <a:t>软件水印的信息冗余性不会非常高，如果攻击者能够估计出水印的可能位置，则可以实施这种攻击。如去掉可能包含水印的部分代码，或提取出不包含水印的部分代码 </a:t>
            </a:r>
            <a:endParaRPr lang="zh-CN" altLang="en-US" dirty="0"/>
          </a:p>
          <a:p>
            <a:pPr>
              <a:defRPr/>
            </a:pPr>
            <a:r>
              <a:rPr lang="zh-CN" altLang="en-US" dirty="0"/>
              <a:t>增添水印攻击  </a:t>
            </a:r>
            <a:endParaRPr lang="zh-CN" altLang="en-US" dirty="0"/>
          </a:p>
          <a:p>
            <a:pPr>
              <a:defRPr/>
            </a:pPr>
            <a:r>
              <a:rPr lang="zh-CN" altLang="en-US" dirty="0"/>
              <a:t>在软件中添加攻击者自己定义的水印，由于目前没有普遍承认的第三方仲裁机构，来裁决或判断究竟那个水印是有效水印。因此即使水印中采取了时间戳（</a:t>
            </a:r>
            <a:r>
              <a:rPr lang="en-US" altLang="zh-CN" dirty="0"/>
              <a:t>TIME STAMP</a:t>
            </a:r>
            <a:r>
              <a:rPr lang="zh-CN" altLang="en-US" dirty="0"/>
              <a:t>）等标明时间的措施</a:t>
            </a:r>
            <a:r>
              <a:rPr lang="en-US" altLang="zh-CN" dirty="0"/>
              <a:t>,</a:t>
            </a:r>
            <a:r>
              <a:rPr lang="zh-CN" altLang="en-US" dirty="0"/>
              <a:t>这类攻击仍然有效 </a:t>
            </a:r>
            <a:endParaRPr lang="zh-CN" altLang="en-US" dirty="0"/>
          </a:p>
          <a:p>
            <a:pPr>
              <a:defRPr/>
            </a:pPr>
            <a:endParaRPr lang="zh-CN" altLang="en-US" dirty="0"/>
          </a:p>
        </p:txBody>
      </p:sp>
      <p:sp>
        <p:nvSpPr>
          <p:cNvPr id="72708"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504E2975-A188-4D77-A72A-FDE86DF5B274}" type="slidenum">
              <a:rPr lang="zh-CN" altLang="en-US" smtClean="0">
                <a:latin typeface="Times New Roman" panose="02020603050405020304" pitchFamily="18" charset="0"/>
              </a:rPr>
            </a:fld>
            <a:endParaRPr lang="en-US" altLang="zh-CN">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p:sp>
      <p:sp>
        <p:nvSpPr>
          <p:cNvPr id="7373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共谋攻击 </a:t>
            </a:r>
            <a:endParaRPr lang="zh-CN" altLang="en-US"/>
          </a:p>
          <a:p>
            <a:r>
              <a:rPr lang="zh-CN" altLang="en-US"/>
              <a:t>某个软件厂商或软件制造者的水印方案不可能有无穷多个，只要一个或几个攻击者收集到足够多的包含水印的软件，就可能得到水印的分布信息和特征信息从而进行相应攻击</a:t>
            </a:r>
            <a:endParaRPr lang="zh-CN" altLang="en-US"/>
          </a:p>
          <a:p>
            <a:r>
              <a:rPr lang="zh-CN" altLang="en-US"/>
              <a:t>一种设计良好的水印方案，应该提供针对同一个水印的尽可能多的嵌入方式，最好能够找出同一种方案的水印库，其中含有尽可能多的水印嵌入方式的选择方案，这样可以在生成水印时随机的（或依照某些方案）选择其中一种，从而能够有效的抵抗此种攻击 </a:t>
            </a:r>
            <a:endParaRPr lang="zh-CN" altLang="en-US"/>
          </a:p>
          <a:p>
            <a:r>
              <a:rPr lang="zh-CN" altLang="en-US"/>
              <a:t>统计攻击</a:t>
            </a:r>
            <a:endParaRPr lang="zh-CN" altLang="en-US"/>
          </a:p>
          <a:p>
            <a:r>
              <a:rPr lang="zh-CN" altLang="en-US"/>
              <a:t>此种攻击基于软件自身固有的某些运行特征，如果在大量观察或穷举输入某些信息后，检测到软件的异常运行特征，就可以推测出水印的部分甚至全部信息，从而实施攻击</a:t>
            </a:r>
            <a:endParaRPr lang="zh-CN" altLang="en-US"/>
          </a:p>
          <a:p>
            <a:endParaRPr lang="zh-CN" altLang="en-US"/>
          </a:p>
        </p:txBody>
      </p:sp>
      <p:sp>
        <p:nvSpPr>
          <p:cNvPr id="73732"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566DD1D2-301F-403A-8206-F11E7F2E1618}" type="slidenum">
              <a:rPr lang="zh-CN" altLang="en-US" smtClean="0">
                <a:latin typeface="Times New Roman" panose="02020603050405020304" pitchFamily="18" charset="0"/>
              </a:rPr>
            </a:fld>
            <a:endParaRPr lang="en-US" altLang="zh-CN">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p:sp>
      <p:sp>
        <p:nvSpPr>
          <p:cNvPr id="7475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74756"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02AE02FE-EE65-49DB-B4A1-FD7A2CE956E9}" type="slidenum">
              <a:rPr lang="zh-CN" altLang="en-US" smtClean="0">
                <a:latin typeface="Times New Roman" panose="02020603050405020304" pitchFamily="18" charset="0"/>
              </a:rPr>
            </a:fld>
            <a:endParaRPr lang="en-US" altLang="zh-CN">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p:cNvSpPr>
            <a:spLocks noGrp="1" noRot="1" noChangeAspect="1" noTextEdit="1"/>
          </p:cNvSpPr>
          <p:nvPr>
            <p:ph type="sldImg"/>
          </p:nvPr>
        </p:nvSpPr>
        <p:spPr/>
      </p:sp>
      <p:sp>
        <p:nvSpPr>
          <p:cNvPr id="7577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5780"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98DECBBD-9DEB-4840-84BA-368E99A5E27C}" type="slidenum">
              <a:rPr lang="zh-CN" altLang="en-US" smtClean="0">
                <a:latin typeface="Times New Roman" panose="02020603050405020304" pitchFamily="18" charset="0"/>
              </a:rPr>
            </a:fld>
            <a:endParaRPr lang="en-US" altLang="zh-CN">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p:cNvSpPr>
            <a:spLocks noGrp="1" noRot="1" noChangeAspect="1" noTextEdit="1"/>
          </p:cNvSpPr>
          <p:nvPr>
            <p:ph type="sldImg"/>
          </p:nvPr>
        </p:nvSpPr>
        <p:spPr/>
      </p:sp>
      <p:sp>
        <p:nvSpPr>
          <p:cNvPr id="7680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6804"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B69FA191-27C1-41AF-AA55-D83C4AC41D55}" type="slidenum">
              <a:rPr lang="zh-CN" altLang="en-US" smtClean="0">
                <a:latin typeface="Times New Roman" panose="02020603050405020304" pitchFamily="18" charset="0"/>
              </a:rPr>
            </a:fld>
            <a:endParaRPr lang="en-US" altLang="zh-CN">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p:cNvSpPr>
            <a:spLocks noGrp="1" noRot="1" noChangeAspect="1" noTextEdit="1"/>
          </p:cNvSpPr>
          <p:nvPr>
            <p:ph type="sldImg"/>
          </p:nvPr>
        </p:nvSpPr>
        <p:spPr/>
      </p:sp>
      <p:sp>
        <p:nvSpPr>
          <p:cNvPr id="3" name="Notes Placeholder 2"/>
          <p:cNvSpPr>
            <a:spLocks noGrp="1"/>
          </p:cNvSpPr>
          <p:nvPr>
            <p:ph type="body" idx="1"/>
          </p:nvPr>
        </p:nvSpPr>
        <p:spPr/>
        <p:txBody>
          <a:bodyPr>
            <a:normAutofit/>
          </a:bodyPr>
          <a:lstStyle/>
          <a:p>
            <a:pPr>
              <a:defRPr/>
            </a:pPr>
            <a:endParaRPr lang="zh-CN" altLang="en-US" dirty="0"/>
          </a:p>
        </p:txBody>
      </p:sp>
      <p:sp>
        <p:nvSpPr>
          <p:cNvPr id="77828"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C3EE4701-0277-4250-A390-5532F8E7CEF3}" type="slidenum">
              <a:rPr lang="zh-CN" altLang="en-US" smtClean="0">
                <a:latin typeface="Times New Roman" panose="02020603050405020304" pitchFamily="18" charset="0"/>
              </a:rPr>
            </a:fld>
            <a:endParaRPr lang="en-US" altLang="zh-CN">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TextEdit="1"/>
          </p:cNvSpPr>
          <p:nvPr>
            <p:ph type="sldImg"/>
          </p:nvPr>
        </p:nvSpPr>
        <p:spPr/>
      </p:sp>
      <p:sp>
        <p:nvSpPr>
          <p:cNvPr id="7885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8852"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F34026D2-369E-4485-B7E6-DB48AB3F68B4}" type="slidenum">
              <a:rPr lang="zh-CN" altLang="en-US" smtClean="0">
                <a:latin typeface="Times New Roman" panose="02020603050405020304" pitchFamily="18" charset="0"/>
              </a:rPr>
            </a:fld>
            <a:endParaRPr lang="en-US" altLang="zh-CN">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p:cNvSpPr>
            <a:spLocks noGrp="1" noRot="1" noChangeAspect="1" noTextEdit="1"/>
          </p:cNvSpPr>
          <p:nvPr>
            <p:ph type="sldImg"/>
          </p:nvPr>
        </p:nvSpPr>
        <p:spPr/>
      </p:sp>
      <p:sp>
        <p:nvSpPr>
          <p:cNvPr id="7987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如欲嵌入</a:t>
            </a:r>
            <a:r>
              <a:rPr lang="en-US" altLang="zh-CN"/>
              <a:t>2003</a:t>
            </a:r>
            <a:r>
              <a:rPr lang="zh-CN" altLang="en-US"/>
              <a:t>这个数字信息，规定</a:t>
            </a:r>
            <a:r>
              <a:rPr lang="en-US" altLang="zh-CN"/>
              <a:t>iadd</a:t>
            </a:r>
            <a:r>
              <a:rPr lang="zh-CN" altLang="en-US"/>
              <a:t>等八条指令代表相应的</a:t>
            </a:r>
            <a:r>
              <a:rPr lang="en-US" altLang="zh-CN"/>
              <a:t>0~7</a:t>
            </a:r>
            <a:r>
              <a:rPr lang="zh-CN" altLang="en-US"/>
              <a:t>的八进制基数，则表示成八进制数为</a:t>
            </a:r>
            <a:r>
              <a:rPr lang="en-US" altLang="zh-CN"/>
              <a:t>3723</a:t>
            </a:r>
            <a:r>
              <a:rPr lang="zh-CN" altLang="en-US"/>
              <a:t>，就可以按照指令所示编码填入相应的内容，完成水印的嵌入。</a:t>
            </a:r>
            <a:endParaRPr lang="zh-CN" altLang="en-US"/>
          </a:p>
        </p:txBody>
      </p:sp>
      <p:sp>
        <p:nvSpPr>
          <p:cNvPr id="79876"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AC5B67C0-1523-4E10-9892-3778D8FEF969}" type="slidenum">
              <a:rPr lang="zh-CN" altLang="en-US" smtClean="0">
                <a:latin typeface="Times New Roman" panose="02020603050405020304" pitchFamily="18" charset="0"/>
              </a:rPr>
            </a:fld>
            <a:endParaRPr lang="en-US" altLang="zh-CN">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p:sp>
      <p:sp>
        <p:nvSpPr>
          <p:cNvPr id="8089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80900"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38AB3466-8BFE-425B-B2D6-AA4ACE2CADA4}" type="slidenum">
              <a:rPr lang="zh-CN" altLang="en-US" smtClean="0">
                <a:latin typeface="Times New Roman" panose="02020603050405020304" pitchFamily="18" charset="0"/>
              </a:rPr>
            </a:fld>
            <a:endParaRPr lang="en-US" altLang="zh-CN">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p:sp>
      <p:sp>
        <p:nvSpPr>
          <p:cNvPr id="8192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在</a:t>
            </a:r>
            <a:r>
              <a:rPr lang="en-US" altLang="zh-CN"/>
              <a:t>word</a:t>
            </a:r>
            <a:r>
              <a:rPr lang="zh-CN" altLang="en-US"/>
              <a:t>空白文档中敲入</a:t>
            </a:r>
            <a:r>
              <a:rPr lang="en-US" altLang="zh-CN"/>
              <a:t>=rand(200,99)</a:t>
            </a:r>
            <a:r>
              <a:rPr lang="zh-CN" altLang="en-US"/>
              <a:t>，等三秒后回车</a:t>
            </a:r>
            <a:endParaRPr lang="en-US" altLang="zh-CN"/>
          </a:p>
          <a:p>
            <a:endParaRPr lang="en-US" altLang="zh-CN"/>
          </a:p>
          <a:p>
            <a:r>
              <a:rPr lang="en-US" altLang="zh-CN"/>
              <a:t>Easter egg</a:t>
            </a:r>
            <a:r>
              <a:rPr lang="zh-CN" altLang="en-US"/>
              <a:t>：复活节彩蛋 </a:t>
            </a:r>
            <a:endParaRPr lang="zh-CN" altLang="en-US"/>
          </a:p>
        </p:txBody>
      </p:sp>
      <p:sp>
        <p:nvSpPr>
          <p:cNvPr id="81924"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1FF6AFC7-B686-48C2-AE15-E3F5E3F709AA}" type="slidenum">
              <a:rPr lang="zh-CN" altLang="en-US" smtClean="0">
                <a:latin typeface="Times New Roman" panose="02020603050405020304" pitchFamily="18" charset="0"/>
              </a:rPr>
            </a:fld>
            <a:endParaRPr lang="en-US" altLang="zh-CN">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p:cNvSpPr>
            <a:spLocks noGrp="1" noRot="1" noChangeAspect="1" noTextEdit="1"/>
          </p:cNvSpPr>
          <p:nvPr>
            <p:ph type="sldImg"/>
          </p:nvPr>
        </p:nvSpPr>
        <p:spPr/>
      </p:sp>
      <p:sp>
        <p:nvSpPr>
          <p:cNvPr id="8294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在</a:t>
            </a:r>
            <a:r>
              <a:rPr lang="en-US" altLang="zh-CN"/>
              <a:t>word</a:t>
            </a:r>
            <a:r>
              <a:rPr lang="zh-CN" altLang="en-US"/>
              <a:t>空白文档中敲入</a:t>
            </a:r>
            <a:r>
              <a:rPr lang="en-US" altLang="zh-CN"/>
              <a:t>=rand(200,99)</a:t>
            </a:r>
            <a:r>
              <a:rPr lang="zh-CN" altLang="en-US"/>
              <a:t>，等三秒后回车</a:t>
            </a:r>
            <a:endParaRPr lang="zh-CN" altLang="en-US"/>
          </a:p>
        </p:txBody>
      </p:sp>
      <p:sp>
        <p:nvSpPr>
          <p:cNvPr id="82948"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71BC322D-4A39-4F7E-82CD-2DDB38FDB06A}" type="slidenum">
              <a:rPr lang="zh-CN" altLang="en-US" smtClean="0">
                <a:latin typeface="Times New Roman" panose="02020603050405020304" pitchFamily="18" charset="0"/>
              </a:rPr>
            </a:fld>
            <a:endParaRPr lang="en-US" altLang="zh-CN">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p:cNvSpPr>
            <a:spLocks noGrp="1" noRot="1" noChangeAspect="1" noTextEdit="1"/>
          </p:cNvSpPr>
          <p:nvPr>
            <p:ph type="sldImg"/>
          </p:nvPr>
        </p:nvSpPr>
        <p:spPr/>
      </p:sp>
      <p:sp>
        <p:nvSpPr>
          <p:cNvPr id="8397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在</a:t>
            </a:r>
            <a:r>
              <a:rPr lang="en-US" altLang="zh-CN"/>
              <a:t>word</a:t>
            </a:r>
            <a:r>
              <a:rPr lang="zh-CN" altLang="en-US"/>
              <a:t>空白文档中敲入</a:t>
            </a:r>
            <a:r>
              <a:rPr lang="en-US" altLang="zh-CN"/>
              <a:t>=rand(200,99)</a:t>
            </a:r>
            <a:r>
              <a:rPr lang="zh-CN" altLang="en-US"/>
              <a:t>，等三秒后回车</a:t>
            </a:r>
            <a:endParaRPr lang="zh-CN" altLang="en-US"/>
          </a:p>
        </p:txBody>
      </p:sp>
      <p:sp>
        <p:nvSpPr>
          <p:cNvPr id="83972"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88F053D2-3CE6-42CE-941A-97708FA99471}" type="slidenum">
              <a:rPr lang="zh-CN" altLang="en-US" smtClean="0">
                <a:latin typeface="Times New Roman" panose="02020603050405020304" pitchFamily="18" charset="0"/>
              </a:rPr>
            </a:fld>
            <a:endParaRPr lang="en-US" altLang="zh-CN">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Image Placeholder 1"/>
          <p:cNvSpPr>
            <a:spLocks noGrp="1" noRot="1" noChangeAspect="1" noTextEdit="1"/>
          </p:cNvSpPr>
          <p:nvPr>
            <p:ph type="sldImg"/>
          </p:nvPr>
        </p:nvSpPr>
        <p:spPr/>
      </p:sp>
      <p:sp>
        <p:nvSpPr>
          <p:cNvPr id="9113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90000"/>
              </a:lnSpc>
              <a:spcBef>
                <a:spcPct val="15000"/>
              </a:spcBef>
            </a:pPr>
            <a:endParaRPr lang="zh-CN" altLang="en-US" dirty="0"/>
          </a:p>
        </p:txBody>
      </p:sp>
      <p:sp>
        <p:nvSpPr>
          <p:cNvPr id="91140"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E0AAFB6A-AC2A-41E2-86D4-D132BE39A092}" type="slidenum">
              <a:rPr lang="zh-CN" altLang="en-US" smtClean="0">
                <a:latin typeface="Times New Roman" panose="02020603050405020304" pitchFamily="18" charset="0"/>
              </a:rPr>
            </a:fld>
            <a:endParaRPr lang="en-US" altLang="zh-CN">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0A8BB498-D968-4DC0-B27C-675F472D3E2D}" type="slidenum">
              <a:rPr lang="en-US" altLang="zh-CN" smtClean="0">
                <a:latin typeface="Arial" panose="020B0604020202020204" pitchFamily="34" charset="0"/>
              </a:rPr>
            </a:fld>
            <a:endParaRPr lang="en-US" altLang="zh-CN">
              <a:latin typeface="Arial" panose="020B0604020202020204" pitchFamily="34" charset="0"/>
            </a:endParaRPr>
          </a:p>
        </p:txBody>
      </p:sp>
      <p:sp>
        <p:nvSpPr>
          <p:cNvPr id="131075" name="Rectangle 2"/>
          <p:cNvSpPr>
            <a:spLocks noGrp="1" noRot="1" noChangeAspect="1" noChangeArrowheads="1" noTextEdit="1"/>
          </p:cNvSpPr>
          <p:nvPr>
            <p:ph type="sldImg"/>
          </p:nvPr>
        </p:nvSpPr>
        <p:spPr/>
      </p:sp>
      <p:sp>
        <p:nvSpPr>
          <p:cNvPr id="131076"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latin typeface="Arial" panose="020B0604020202020204"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0A8BB498-D968-4DC0-B27C-675F472D3E2D}" type="slidenum">
              <a:rPr lang="en-US" altLang="zh-CN" smtClean="0">
                <a:latin typeface="Arial" panose="020B0604020202020204" pitchFamily="34" charset="0"/>
              </a:rPr>
            </a:fld>
            <a:endParaRPr lang="en-US" altLang="zh-CN">
              <a:latin typeface="Arial" panose="020B0604020202020204" pitchFamily="34" charset="0"/>
            </a:endParaRPr>
          </a:p>
        </p:txBody>
      </p:sp>
      <p:sp>
        <p:nvSpPr>
          <p:cNvPr id="131075" name="Rectangle 2"/>
          <p:cNvSpPr>
            <a:spLocks noGrp="1" noRot="1" noChangeAspect="1" noChangeArrowheads="1" noTextEdit="1"/>
          </p:cNvSpPr>
          <p:nvPr>
            <p:ph type="sldImg"/>
          </p:nvPr>
        </p:nvSpPr>
        <p:spPr/>
      </p:sp>
      <p:sp>
        <p:nvSpPr>
          <p:cNvPr id="131076"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latin typeface="Arial" panose="020B0604020202020204"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4" name="Group 2"/>
          <p:cNvGrpSpPr/>
          <p:nvPr/>
        </p:nvGrpSpPr>
        <p:grpSpPr bwMode="auto">
          <a:xfrm>
            <a:off x="-4296833" y="304800"/>
            <a:ext cx="15879233" cy="4724400"/>
            <a:chOff x="-2030" y="192"/>
            <a:chExt cx="7502" cy="2976"/>
          </a:xfrm>
        </p:grpSpPr>
        <p:sp>
          <p:nvSpPr>
            <p:cNvPr id="5" name="Line 3"/>
            <p:cNvSpPr>
              <a:spLocks noChangeShapeType="1"/>
            </p:cNvSpPr>
            <p:nvPr/>
          </p:nvSpPr>
          <p:spPr bwMode="auto">
            <a:xfrm>
              <a:off x="912" y="1584"/>
              <a:ext cx="4560"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sz="100"/>
            </a:p>
          </p:txBody>
        </p:sp>
        <p:sp>
          <p:nvSpPr>
            <p:cNvPr id="6" name="AutoShape 4"/>
            <p:cNvSpPr>
              <a:spLocks noChangeArrowheads="1"/>
            </p:cNvSpPr>
            <p:nvPr/>
          </p:nvSpPr>
          <p:spPr bwMode="auto">
            <a:xfrm>
              <a:off x="-1584" y="864"/>
              <a:ext cx="2304" cy="2304"/>
            </a:xfrm>
            <a:custGeom>
              <a:avLst/>
              <a:gdLst>
                <a:gd name="T0" fmla="*/ 57 w 64000"/>
                <a:gd name="T1" fmla="*/ 3 h 64000"/>
                <a:gd name="T2" fmla="*/ 83 w 64000"/>
                <a:gd name="T3" fmla="*/ 41 h 64000"/>
                <a:gd name="T4" fmla="*/ 57 w 64000"/>
                <a:gd name="T5" fmla="*/ 80 h 64000"/>
                <a:gd name="T6" fmla="*/ 57 w 64000"/>
                <a:gd name="T7" fmla="*/ 80 h 64000"/>
                <a:gd name="T8" fmla="*/ 57 w 64000"/>
                <a:gd name="T9" fmla="*/ 80 h 64000"/>
                <a:gd name="T10" fmla="*/ 57 w 64000"/>
                <a:gd name="T11" fmla="*/ 80 h 64000"/>
                <a:gd name="T12" fmla="*/ 57 w 64000"/>
                <a:gd name="T13" fmla="*/ 3 h 64000"/>
                <a:gd name="T14" fmla="*/ 57 w 64000"/>
                <a:gd name="T15" fmla="*/ 3 h 64000"/>
                <a:gd name="T16" fmla="*/ 57 w 64000"/>
                <a:gd name="T17" fmla="*/ 3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44083 w 64000"/>
                <a:gd name="T28" fmla="*/ -29639 h 64000"/>
                <a:gd name="T29" fmla="*/ 44083 w 64000"/>
                <a:gd name="T30" fmla="*/ 29639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44083" y="2368"/>
                  </a:moveTo>
                  <a:cubicBezTo>
                    <a:pt x="56127" y="7280"/>
                    <a:pt x="64000" y="18993"/>
                    <a:pt x="64000" y="32000"/>
                  </a:cubicBezTo>
                  <a:cubicBezTo>
                    <a:pt x="64000" y="45006"/>
                    <a:pt x="56127" y="56719"/>
                    <a:pt x="44083" y="61631"/>
                  </a:cubicBezTo>
                  <a:cubicBezTo>
                    <a:pt x="44082" y="61631"/>
                    <a:pt x="44082" y="61631"/>
                    <a:pt x="44082" y="61631"/>
                  </a:cubicBezTo>
                  <a:lnTo>
                    <a:pt x="44083" y="61632"/>
                  </a:lnTo>
                  <a:lnTo>
                    <a:pt x="44083" y="2368"/>
                  </a:lnTo>
                  <a:lnTo>
                    <a:pt x="44082" y="2368"/>
                  </a:lnTo>
                  <a:cubicBezTo>
                    <a:pt x="44082" y="2368"/>
                    <a:pt x="44082" y="2368"/>
                    <a:pt x="44083" y="2368"/>
                  </a:cubicBez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100"/>
            </a:p>
          </p:txBody>
        </p:sp>
        <p:sp>
          <p:nvSpPr>
            <p:cNvPr id="7" name="AutoShape 5"/>
            <p:cNvSpPr>
              <a:spLocks noChangeArrowheads="1"/>
            </p:cNvSpPr>
            <p:nvPr/>
          </p:nvSpPr>
          <p:spPr bwMode="auto">
            <a:xfrm>
              <a:off x="-2030" y="192"/>
              <a:ext cx="2544" cy="2544"/>
            </a:xfrm>
            <a:custGeom>
              <a:avLst/>
              <a:gdLst>
                <a:gd name="T0" fmla="*/ 81 w 64000"/>
                <a:gd name="T1" fmla="*/ 10 h 64000"/>
                <a:gd name="T2" fmla="*/ 101 w 64000"/>
                <a:gd name="T3" fmla="*/ 51 h 64000"/>
                <a:gd name="T4" fmla="*/ 81 w 64000"/>
                <a:gd name="T5" fmla="*/ 91 h 64000"/>
                <a:gd name="T6" fmla="*/ 81 w 64000"/>
                <a:gd name="T7" fmla="*/ 91 h 64000"/>
                <a:gd name="T8" fmla="*/ 81 w 64000"/>
                <a:gd name="T9" fmla="*/ 91 h 64000"/>
                <a:gd name="T10" fmla="*/ 81 w 64000"/>
                <a:gd name="T11" fmla="*/ 91 h 64000"/>
                <a:gd name="T12" fmla="*/ 81 w 64000"/>
                <a:gd name="T13" fmla="*/ 10 h 64000"/>
                <a:gd name="T14" fmla="*/ 81 w 64000"/>
                <a:gd name="T15" fmla="*/ 10 h 64000"/>
                <a:gd name="T16" fmla="*/ 81 w 64000"/>
                <a:gd name="T17" fmla="*/ 1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994 w 64000"/>
                <a:gd name="T28" fmla="*/ -25761 h 64000"/>
                <a:gd name="T29" fmla="*/ 50994 w 64000"/>
                <a:gd name="T30" fmla="*/ 25761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994" y="6246"/>
                  </a:moveTo>
                  <a:cubicBezTo>
                    <a:pt x="59172" y="12279"/>
                    <a:pt x="64000" y="21837"/>
                    <a:pt x="64000" y="32000"/>
                  </a:cubicBezTo>
                  <a:cubicBezTo>
                    <a:pt x="64000" y="42162"/>
                    <a:pt x="59172" y="51720"/>
                    <a:pt x="50994" y="57753"/>
                  </a:cubicBezTo>
                  <a:cubicBezTo>
                    <a:pt x="50993" y="57753"/>
                    <a:pt x="50993" y="57753"/>
                    <a:pt x="50993" y="57753"/>
                  </a:cubicBezTo>
                  <a:lnTo>
                    <a:pt x="50994" y="57754"/>
                  </a:lnTo>
                  <a:lnTo>
                    <a:pt x="50994" y="6246"/>
                  </a:lnTo>
                  <a:lnTo>
                    <a:pt x="50993" y="6246"/>
                  </a:lnTo>
                  <a:cubicBezTo>
                    <a:pt x="50993" y="6246"/>
                    <a:pt x="50993" y="6246"/>
                    <a:pt x="50994" y="6246"/>
                  </a:cubicBez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100"/>
            </a:p>
          </p:txBody>
        </p:sp>
      </p:grpSp>
      <p:sp>
        <p:nvSpPr>
          <p:cNvPr id="35846" name="Rectangle 6"/>
          <p:cNvSpPr>
            <a:spLocks noGrp="1" noChangeArrowheads="1"/>
          </p:cNvSpPr>
          <p:nvPr>
            <p:ph type="ctrTitle"/>
          </p:nvPr>
        </p:nvSpPr>
        <p:spPr>
          <a:xfrm>
            <a:off x="1924051" y="985838"/>
            <a:ext cx="9652000" cy="1444625"/>
          </a:xfrm>
        </p:spPr>
        <p:txBody>
          <a:bodyPr/>
          <a:lstStyle>
            <a:lvl1pPr>
              <a:defRPr sz="4000"/>
            </a:lvl1pPr>
          </a:lstStyle>
          <a:p>
            <a:r>
              <a:rPr lang="zh-CN" altLang="en-US"/>
              <a:t>单击此处编辑母版标题样式</a:t>
            </a:r>
            <a:endParaRPr lang="zh-CN" altLang="en-US"/>
          </a:p>
        </p:txBody>
      </p:sp>
      <p:sp>
        <p:nvSpPr>
          <p:cNvPr id="35847" name="Rectangle 7"/>
          <p:cNvSpPr>
            <a:spLocks noGrp="1" noChangeArrowheads="1"/>
          </p:cNvSpPr>
          <p:nvPr>
            <p:ph type="subTitle" idx="1"/>
          </p:nvPr>
        </p:nvSpPr>
        <p:spPr>
          <a:xfrm>
            <a:off x="1924051" y="3427413"/>
            <a:ext cx="9652000" cy="1752600"/>
          </a:xfrm>
        </p:spPr>
        <p:txBody>
          <a:bodyPr/>
          <a:lstStyle>
            <a:lvl1pPr marL="0" indent="0">
              <a:buFont typeface="Wingdings" panose="05000000000000000000" pitchFamily="2" charset="2"/>
              <a:buNone/>
              <a:defRPr/>
            </a:lvl1pPr>
          </a:lstStyle>
          <a:p>
            <a:r>
              <a:rPr lang="zh-CN" altLang="en-US"/>
              <a:t>单击此处编辑母版副标题样式</a:t>
            </a:r>
            <a:endParaRPr lang="zh-CN" altLang="en-US"/>
          </a:p>
        </p:txBody>
      </p:sp>
      <p:sp>
        <p:nvSpPr>
          <p:cNvPr id="8" name="Rectangle 8"/>
          <p:cNvSpPr>
            <a:spLocks noGrp="1" noChangeArrowheads="1"/>
          </p:cNvSpPr>
          <p:nvPr>
            <p:ph type="dt" sz="half" idx="10"/>
          </p:nvPr>
        </p:nvSpPr>
        <p:spPr/>
        <p:txBody>
          <a:bodyPr/>
          <a:lstStyle>
            <a:lvl1pPr>
              <a:defRPr/>
            </a:lvl1pPr>
          </a:lstStyle>
          <a:p>
            <a:pPr>
              <a:defRPr/>
            </a:pPr>
            <a:fld id="{BCD73477-5221-4E67-AB32-9017706E2049}" type="datetime1">
              <a:rPr lang="zh-CN" altLang="en-US"/>
            </a:fld>
            <a:endParaRPr lang="en-US" altLang="zh-CN"/>
          </a:p>
        </p:txBody>
      </p:sp>
      <p:sp>
        <p:nvSpPr>
          <p:cNvPr id="9" name="Rectangle 9"/>
          <p:cNvSpPr>
            <a:spLocks noGrp="1" noChangeArrowheads="1"/>
          </p:cNvSpPr>
          <p:nvPr>
            <p:ph type="ftr" sz="quarter" idx="11"/>
          </p:nvPr>
        </p:nvSpPr>
        <p:spPr/>
        <p:txBody>
          <a:bodyPr/>
          <a:lstStyle>
            <a:lvl1pPr>
              <a:defRPr/>
            </a:lvl1pPr>
          </a:lstStyle>
          <a:p>
            <a:pPr>
              <a:defRPr/>
            </a:pPr>
            <a:r>
              <a:rPr lang="zh-CN" altLang="en-US"/>
              <a:t>隐写术与数字水印</a:t>
            </a:r>
            <a:endParaRPr lang="en-US" altLang="zh-CN"/>
          </a:p>
        </p:txBody>
      </p:sp>
      <p:sp>
        <p:nvSpPr>
          <p:cNvPr id="10" name="Rectangle 10"/>
          <p:cNvSpPr>
            <a:spLocks noGrp="1" noChangeArrowheads="1"/>
          </p:cNvSpPr>
          <p:nvPr>
            <p:ph type="sldNum" sz="quarter" idx="12"/>
          </p:nvPr>
        </p:nvSpPr>
        <p:spPr/>
        <p:txBody>
          <a:bodyPr/>
          <a:lstStyle>
            <a:lvl1pPr>
              <a:defRPr/>
            </a:lvl1pPr>
          </a:lstStyle>
          <a:p>
            <a:pPr>
              <a:defRPr/>
            </a:pPr>
            <a:fld id="{BD7075C2-BE36-4257-9BC8-91936D09D92D}"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idx="1"/>
          </p:nvPr>
        </p:nvSpPr>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Rectangle 8"/>
          <p:cNvSpPr>
            <a:spLocks noGrp="1" noChangeArrowheads="1"/>
          </p:cNvSpPr>
          <p:nvPr>
            <p:ph type="dt" sz="half" idx="10"/>
          </p:nvPr>
        </p:nvSpPr>
        <p:spPr/>
        <p:txBody>
          <a:bodyPr/>
          <a:lstStyle>
            <a:lvl1pPr>
              <a:defRPr/>
            </a:lvl1pPr>
          </a:lstStyle>
          <a:p>
            <a:pPr>
              <a:defRPr/>
            </a:pPr>
            <a:fld id="{B252B814-7F68-4827-88A9-9E59070AD5CF}" type="datetime1">
              <a:rPr lang="zh-CN" altLang="en-US"/>
            </a:fld>
            <a:endParaRPr lang="en-US" altLang="zh-CN"/>
          </a:p>
        </p:txBody>
      </p:sp>
      <p:sp>
        <p:nvSpPr>
          <p:cNvPr id="5" name="Rectangle 9"/>
          <p:cNvSpPr>
            <a:spLocks noGrp="1" noChangeArrowheads="1"/>
          </p:cNvSpPr>
          <p:nvPr>
            <p:ph type="ftr" sz="quarter" idx="11"/>
          </p:nvPr>
        </p:nvSpPr>
        <p:spPr/>
        <p:txBody>
          <a:bodyPr/>
          <a:lstStyle>
            <a:lvl1pPr>
              <a:defRPr/>
            </a:lvl1pPr>
          </a:lstStyle>
          <a:p>
            <a:pPr>
              <a:defRPr/>
            </a:pPr>
            <a:r>
              <a:rPr lang="zh-CN" altLang="en-US"/>
              <a:t>隐写术与数字水印</a:t>
            </a:r>
            <a:endParaRPr lang="en-US" altLang="zh-CN"/>
          </a:p>
        </p:txBody>
      </p:sp>
      <p:sp>
        <p:nvSpPr>
          <p:cNvPr id="6" name="Rectangle 10"/>
          <p:cNvSpPr>
            <a:spLocks noGrp="1" noChangeArrowheads="1"/>
          </p:cNvSpPr>
          <p:nvPr>
            <p:ph type="sldNum" sz="quarter" idx="12"/>
          </p:nvPr>
        </p:nvSpPr>
        <p:spPr/>
        <p:txBody>
          <a:bodyPr/>
          <a:lstStyle>
            <a:lvl1pPr>
              <a:defRPr/>
            </a:lvl1pPr>
          </a:lstStyle>
          <a:p>
            <a:pPr>
              <a:defRPr/>
            </a:pPr>
            <a:fld id="{CB66BAA5-FCA3-4A45-91C0-A40B84E009E7}"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0"/>
            <a:ext cx="10363200" cy="1362075"/>
          </a:xfrm>
        </p:spPr>
        <p:txBody>
          <a:bodyPr anchor="t"/>
          <a:lstStyle>
            <a:lvl1pPr algn="l">
              <a:defRPr sz="4000" b="1" cap="all"/>
            </a:lvl1pPr>
          </a:lstStyle>
          <a:p>
            <a:r>
              <a:rPr lang="en-US" altLang="zh-CN"/>
              <a:t>Click to edit Master title style</a:t>
            </a:r>
            <a:endParaRPr lang="zh-CN" alt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zh-CN"/>
              <a:t>Click to edit Master text styles</a:t>
            </a:r>
            <a:endParaRPr lang="en-US" altLang="zh-CN"/>
          </a:p>
        </p:txBody>
      </p:sp>
      <p:sp>
        <p:nvSpPr>
          <p:cNvPr id="4" name="Rectangle 8"/>
          <p:cNvSpPr>
            <a:spLocks noGrp="1" noChangeArrowheads="1"/>
          </p:cNvSpPr>
          <p:nvPr>
            <p:ph type="dt" sz="half" idx="10"/>
          </p:nvPr>
        </p:nvSpPr>
        <p:spPr/>
        <p:txBody>
          <a:bodyPr/>
          <a:lstStyle>
            <a:lvl1pPr>
              <a:defRPr/>
            </a:lvl1pPr>
          </a:lstStyle>
          <a:p>
            <a:pPr>
              <a:defRPr/>
            </a:pPr>
            <a:fld id="{3C81FE4C-A9B0-4EDD-8D0C-7D7C2C8FC6EF}" type="datetime1">
              <a:rPr lang="zh-CN" altLang="en-US"/>
            </a:fld>
            <a:endParaRPr lang="en-US" altLang="zh-CN"/>
          </a:p>
        </p:txBody>
      </p:sp>
      <p:sp>
        <p:nvSpPr>
          <p:cNvPr id="5" name="Rectangle 9"/>
          <p:cNvSpPr>
            <a:spLocks noGrp="1" noChangeArrowheads="1"/>
          </p:cNvSpPr>
          <p:nvPr>
            <p:ph type="ftr" sz="quarter" idx="11"/>
          </p:nvPr>
        </p:nvSpPr>
        <p:spPr/>
        <p:txBody>
          <a:bodyPr/>
          <a:lstStyle>
            <a:lvl1pPr>
              <a:defRPr/>
            </a:lvl1pPr>
          </a:lstStyle>
          <a:p>
            <a:pPr>
              <a:defRPr/>
            </a:pPr>
            <a:r>
              <a:rPr lang="zh-CN" altLang="en-US"/>
              <a:t>隐写术与数字水印</a:t>
            </a:r>
            <a:endParaRPr lang="en-US" altLang="zh-CN"/>
          </a:p>
        </p:txBody>
      </p:sp>
      <p:sp>
        <p:nvSpPr>
          <p:cNvPr id="6" name="Rectangle 10"/>
          <p:cNvSpPr>
            <a:spLocks noGrp="1" noChangeArrowheads="1"/>
          </p:cNvSpPr>
          <p:nvPr>
            <p:ph type="sldNum" sz="quarter" idx="12"/>
          </p:nvPr>
        </p:nvSpPr>
        <p:spPr/>
        <p:txBody>
          <a:bodyPr/>
          <a:lstStyle>
            <a:lvl1pPr>
              <a:defRPr/>
            </a:lvl1pPr>
          </a:lstStyle>
          <a:p>
            <a:pPr>
              <a:defRPr/>
            </a:pPr>
            <a:fld id="{CAC7018C-F707-43A6-8C74-0615CFD99E68}"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sz="half" idx="1"/>
          </p:nvPr>
        </p:nvSpPr>
        <p:spPr>
          <a:xfrm>
            <a:off x="1826684" y="1827213"/>
            <a:ext cx="4773083"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Content Placeholder 3"/>
          <p:cNvSpPr>
            <a:spLocks noGrp="1"/>
          </p:cNvSpPr>
          <p:nvPr>
            <p:ph sz="half" idx="2"/>
          </p:nvPr>
        </p:nvSpPr>
        <p:spPr>
          <a:xfrm>
            <a:off x="6802967" y="1827213"/>
            <a:ext cx="47752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5" name="Rectangle 8"/>
          <p:cNvSpPr>
            <a:spLocks noGrp="1" noChangeArrowheads="1"/>
          </p:cNvSpPr>
          <p:nvPr>
            <p:ph type="dt" sz="half" idx="10"/>
          </p:nvPr>
        </p:nvSpPr>
        <p:spPr/>
        <p:txBody>
          <a:bodyPr/>
          <a:lstStyle>
            <a:lvl1pPr>
              <a:defRPr/>
            </a:lvl1pPr>
          </a:lstStyle>
          <a:p>
            <a:pPr>
              <a:defRPr/>
            </a:pPr>
            <a:fld id="{37F26BC1-0F4E-4CF1-AE4B-910246606E4D}" type="datetime1">
              <a:rPr lang="zh-CN" altLang="en-US"/>
            </a:fld>
            <a:endParaRPr lang="en-US" altLang="zh-CN"/>
          </a:p>
        </p:txBody>
      </p:sp>
      <p:sp>
        <p:nvSpPr>
          <p:cNvPr id="6" name="Rectangle 9"/>
          <p:cNvSpPr>
            <a:spLocks noGrp="1" noChangeArrowheads="1"/>
          </p:cNvSpPr>
          <p:nvPr>
            <p:ph type="ftr" sz="quarter" idx="11"/>
          </p:nvPr>
        </p:nvSpPr>
        <p:spPr/>
        <p:txBody>
          <a:bodyPr/>
          <a:lstStyle>
            <a:lvl1pPr>
              <a:defRPr/>
            </a:lvl1pPr>
          </a:lstStyle>
          <a:p>
            <a:pPr>
              <a:defRPr/>
            </a:pPr>
            <a:r>
              <a:rPr lang="zh-CN" altLang="en-US"/>
              <a:t>隐写术与数字水印</a:t>
            </a:r>
            <a:endParaRPr lang="en-US" altLang="zh-CN"/>
          </a:p>
        </p:txBody>
      </p:sp>
      <p:sp>
        <p:nvSpPr>
          <p:cNvPr id="7" name="Rectangle 10"/>
          <p:cNvSpPr>
            <a:spLocks noGrp="1" noChangeArrowheads="1"/>
          </p:cNvSpPr>
          <p:nvPr>
            <p:ph type="sldNum" sz="quarter" idx="12"/>
          </p:nvPr>
        </p:nvSpPr>
        <p:spPr/>
        <p:txBody>
          <a:bodyPr/>
          <a:lstStyle>
            <a:lvl1pPr>
              <a:defRPr/>
            </a:lvl1pPr>
          </a:lstStyle>
          <a:p>
            <a:pPr>
              <a:defRPr/>
            </a:pPr>
            <a:fld id="{A331C06F-F0E1-4F02-9EAC-FFB206EE1B4D}"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ltLang="zh-CN"/>
              <a:t>Click to edit Master title style</a:t>
            </a:r>
            <a:endParaRPr lang="zh-CN" alt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endParaRPr lang="en-US" altLang="zh-CN"/>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5" name="Text Placeholder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endParaRPr lang="en-US" altLang="zh-CN"/>
          </a:p>
        </p:txBody>
      </p:sp>
      <p:sp>
        <p:nvSpPr>
          <p:cNvPr id="6" name="Content Placeholder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7" name="Rectangle 8"/>
          <p:cNvSpPr>
            <a:spLocks noGrp="1" noChangeArrowheads="1"/>
          </p:cNvSpPr>
          <p:nvPr>
            <p:ph type="dt" sz="half" idx="10"/>
          </p:nvPr>
        </p:nvSpPr>
        <p:spPr/>
        <p:txBody>
          <a:bodyPr/>
          <a:lstStyle>
            <a:lvl1pPr>
              <a:defRPr/>
            </a:lvl1pPr>
          </a:lstStyle>
          <a:p>
            <a:pPr>
              <a:defRPr/>
            </a:pPr>
            <a:fld id="{98A1B978-1CB0-48C8-B0DF-2F629AA38062}" type="datetime1">
              <a:rPr lang="zh-CN" altLang="en-US"/>
            </a:fld>
            <a:endParaRPr lang="en-US" altLang="zh-CN"/>
          </a:p>
        </p:txBody>
      </p:sp>
      <p:sp>
        <p:nvSpPr>
          <p:cNvPr id="8" name="Rectangle 9"/>
          <p:cNvSpPr>
            <a:spLocks noGrp="1" noChangeArrowheads="1"/>
          </p:cNvSpPr>
          <p:nvPr>
            <p:ph type="ftr" sz="quarter" idx="11"/>
          </p:nvPr>
        </p:nvSpPr>
        <p:spPr/>
        <p:txBody>
          <a:bodyPr/>
          <a:lstStyle>
            <a:lvl1pPr>
              <a:defRPr/>
            </a:lvl1pPr>
          </a:lstStyle>
          <a:p>
            <a:pPr>
              <a:defRPr/>
            </a:pPr>
            <a:r>
              <a:rPr lang="zh-CN" altLang="en-US"/>
              <a:t>隐写术与数字水印</a:t>
            </a:r>
            <a:endParaRPr lang="en-US" altLang="zh-CN"/>
          </a:p>
        </p:txBody>
      </p:sp>
      <p:sp>
        <p:nvSpPr>
          <p:cNvPr id="9" name="Rectangle 10"/>
          <p:cNvSpPr>
            <a:spLocks noGrp="1" noChangeArrowheads="1"/>
          </p:cNvSpPr>
          <p:nvPr>
            <p:ph type="sldNum" sz="quarter" idx="12"/>
          </p:nvPr>
        </p:nvSpPr>
        <p:spPr/>
        <p:txBody>
          <a:bodyPr/>
          <a:lstStyle>
            <a:lvl1pPr>
              <a:defRPr/>
            </a:lvl1pPr>
          </a:lstStyle>
          <a:p>
            <a:pPr>
              <a:defRPr/>
            </a:pPr>
            <a:fld id="{2FD6F38D-B0BD-4CD7-BF62-5EDF68942825}"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Rectangle 8"/>
          <p:cNvSpPr>
            <a:spLocks noGrp="1" noChangeArrowheads="1"/>
          </p:cNvSpPr>
          <p:nvPr>
            <p:ph type="dt" sz="half" idx="10"/>
          </p:nvPr>
        </p:nvSpPr>
        <p:spPr/>
        <p:txBody>
          <a:bodyPr/>
          <a:lstStyle>
            <a:lvl1pPr>
              <a:defRPr/>
            </a:lvl1pPr>
          </a:lstStyle>
          <a:p>
            <a:pPr>
              <a:defRPr/>
            </a:pPr>
            <a:fld id="{2C9F999F-B4B9-440C-9709-FFDF7EC4DA4B}" type="datetime1">
              <a:rPr lang="zh-CN" altLang="en-US"/>
            </a:fld>
            <a:endParaRPr lang="en-US" altLang="zh-CN"/>
          </a:p>
        </p:txBody>
      </p:sp>
      <p:sp>
        <p:nvSpPr>
          <p:cNvPr id="4" name="Rectangle 9"/>
          <p:cNvSpPr>
            <a:spLocks noGrp="1" noChangeArrowheads="1"/>
          </p:cNvSpPr>
          <p:nvPr>
            <p:ph type="ftr" sz="quarter" idx="11"/>
          </p:nvPr>
        </p:nvSpPr>
        <p:spPr/>
        <p:txBody>
          <a:bodyPr/>
          <a:lstStyle>
            <a:lvl1pPr>
              <a:defRPr/>
            </a:lvl1pPr>
          </a:lstStyle>
          <a:p>
            <a:pPr>
              <a:defRPr/>
            </a:pPr>
            <a:r>
              <a:rPr lang="zh-CN" altLang="en-US"/>
              <a:t>隐写术与数字水印</a:t>
            </a:r>
            <a:endParaRPr lang="en-US" altLang="zh-CN"/>
          </a:p>
        </p:txBody>
      </p:sp>
      <p:sp>
        <p:nvSpPr>
          <p:cNvPr id="5" name="Rectangle 10"/>
          <p:cNvSpPr>
            <a:spLocks noGrp="1" noChangeArrowheads="1"/>
          </p:cNvSpPr>
          <p:nvPr>
            <p:ph type="sldNum" sz="quarter" idx="12"/>
          </p:nvPr>
        </p:nvSpPr>
        <p:spPr/>
        <p:txBody>
          <a:bodyPr/>
          <a:lstStyle>
            <a:lvl1pPr>
              <a:defRPr/>
            </a:lvl1pPr>
          </a:lstStyle>
          <a:p>
            <a:pPr>
              <a:defRPr/>
            </a:pPr>
            <a:fld id="{0C94E114-48E9-4FB8-B516-1B34C61A7DE9}"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8"/>
          <p:cNvSpPr>
            <a:spLocks noGrp="1" noChangeArrowheads="1"/>
          </p:cNvSpPr>
          <p:nvPr>
            <p:ph type="dt" sz="half" idx="10"/>
          </p:nvPr>
        </p:nvSpPr>
        <p:spPr/>
        <p:txBody>
          <a:bodyPr/>
          <a:lstStyle>
            <a:lvl1pPr>
              <a:defRPr/>
            </a:lvl1pPr>
          </a:lstStyle>
          <a:p>
            <a:pPr>
              <a:defRPr/>
            </a:pPr>
            <a:fld id="{92B1742B-BA0A-4215-92D8-A8BE8B0CD9BF}" type="datetime1">
              <a:rPr lang="zh-CN" altLang="en-US"/>
            </a:fld>
            <a:endParaRPr lang="en-US" altLang="zh-CN"/>
          </a:p>
        </p:txBody>
      </p:sp>
      <p:sp>
        <p:nvSpPr>
          <p:cNvPr id="3" name="Rectangle 9"/>
          <p:cNvSpPr>
            <a:spLocks noGrp="1" noChangeArrowheads="1"/>
          </p:cNvSpPr>
          <p:nvPr>
            <p:ph type="ftr" sz="quarter" idx="11"/>
          </p:nvPr>
        </p:nvSpPr>
        <p:spPr/>
        <p:txBody>
          <a:bodyPr/>
          <a:lstStyle>
            <a:lvl1pPr>
              <a:defRPr/>
            </a:lvl1pPr>
          </a:lstStyle>
          <a:p>
            <a:pPr>
              <a:defRPr/>
            </a:pPr>
            <a:r>
              <a:rPr lang="zh-CN" altLang="en-US"/>
              <a:t>隐写术与数字水印</a:t>
            </a:r>
            <a:endParaRPr lang="en-US" altLang="zh-CN"/>
          </a:p>
        </p:txBody>
      </p:sp>
      <p:sp>
        <p:nvSpPr>
          <p:cNvPr id="4" name="Rectangle 10"/>
          <p:cNvSpPr>
            <a:spLocks noGrp="1" noChangeArrowheads="1"/>
          </p:cNvSpPr>
          <p:nvPr>
            <p:ph type="sldNum" sz="quarter" idx="12"/>
          </p:nvPr>
        </p:nvSpPr>
        <p:spPr/>
        <p:txBody>
          <a:bodyPr/>
          <a:lstStyle>
            <a:lvl1pPr>
              <a:defRPr/>
            </a:lvl1pPr>
          </a:lstStyle>
          <a:p>
            <a:pPr>
              <a:defRPr/>
            </a:pPr>
            <a:fld id="{37EE5BC4-9F94-4969-B104-75223FAD2E58}"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4011084" cy="1162050"/>
          </a:xfrm>
        </p:spPr>
        <p:txBody>
          <a:bodyPr/>
          <a:lstStyle>
            <a:lvl1pPr algn="l">
              <a:defRPr sz="2000" b="1"/>
            </a:lvl1pPr>
          </a:lstStyle>
          <a:p>
            <a:r>
              <a:rPr lang="en-US" altLang="zh-CN"/>
              <a:t>Click to edit Master title style</a:t>
            </a:r>
            <a:endParaRPr lang="zh-CN" altLang="en-US"/>
          </a:p>
        </p:txBody>
      </p:sp>
      <p:sp>
        <p:nvSpPr>
          <p:cNvPr id="3" name="Content Placeholder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Text Placeholder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a:t>
            </a:r>
            <a:endParaRPr lang="en-US" altLang="zh-CN"/>
          </a:p>
        </p:txBody>
      </p:sp>
      <p:sp>
        <p:nvSpPr>
          <p:cNvPr id="5" name="Rectangle 8"/>
          <p:cNvSpPr>
            <a:spLocks noGrp="1" noChangeArrowheads="1"/>
          </p:cNvSpPr>
          <p:nvPr>
            <p:ph type="dt" sz="half" idx="10"/>
          </p:nvPr>
        </p:nvSpPr>
        <p:spPr/>
        <p:txBody>
          <a:bodyPr/>
          <a:lstStyle>
            <a:lvl1pPr>
              <a:defRPr/>
            </a:lvl1pPr>
          </a:lstStyle>
          <a:p>
            <a:pPr>
              <a:defRPr/>
            </a:pPr>
            <a:fld id="{314969D8-5787-4C9E-ACE6-73D90E9FFF94}" type="datetime1">
              <a:rPr lang="zh-CN" altLang="en-US"/>
            </a:fld>
            <a:endParaRPr lang="en-US" altLang="zh-CN"/>
          </a:p>
        </p:txBody>
      </p:sp>
      <p:sp>
        <p:nvSpPr>
          <p:cNvPr id="6" name="Rectangle 9"/>
          <p:cNvSpPr>
            <a:spLocks noGrp="1" noChangeArrowheads="1"/>
          </p:cNvSpPr>
          <p:nvPr>
            <p:ph type="ftr" sz="quarter" idx="11"/>
          </p:nvPr>
        </p:nvSpPr>
        <p:spPr/>
        <p:txBody>
          <a:bodyPr/>
          <a:lstStyle>
            <a:lvl1pPr>
              <a:defRPr/>
            </a:lvl1pPr>
          </a:lstStyle>
          <a:p>
            <a:pPr>
              <a:defRPr/>
            </a:pPr>
            <a:r>
              <a:rPr lang="zh-CN" altLang="en-US"/>
              <a:t>隐写术与数字水印</a:t>
            </a:r>
            <a:endParaRPr lang="en-US" altLang="zh-CN"/>
          </a:p>
        </p:txBody>
      </p:sp>
      <p:sp>
        <p:nvSpPr>
          <p:cNvPr id="7" name="Rectangle 10"/>
          <p:cNvSpPr>
            <a:spLocks noGrp="1" noChangeArrowheads="1"/>
          </p:cNvSpPr>
          <p:nvPr>
            <p:ph type="sldNum" sz="quarter" idx="12"/>
          </p:nvPr>
        </p:nvSpPr>
        <p:spPr/>
        <p:txBody>
          <a:bodyPr/>
          <a:lstStyle>
            <a:lvl1pPr>
              <a:defRPr/>
            </a:lvl1pPr>
          </a:lstStyle>
          <a:p>
            <a:pPr>
              <a:defRPr/>
            </a:pPr>
            <a:fld id="{F61DDFBF-1872-44B2-B112-D3D042A98259}"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ltLang="zh-CN"/>
              <a:t>Click to edit Master title style</a:t>
            </a:r>
            <a:endParaRPr lang="zh-CN" alt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a:t>
            </a:r>
            <a:endParaRPr lang="en-US" altLang="zh-CN"/>
          </a:p>
        </p:txBody>
      </p:sp>
      <p:sp>
        <p:nvSpPr>
          <p:cNvPr id="5" name="Rectangle 8"/>
          <p:cNvSpPr>
            <a:spLocks noGrp="1" noChangeArrowheads="1"/>
          </p:cNvSpPr>
          <p:nvPr>
            <p:ph type="dt" sz="half" idx="10"/>
          </p:nvPr>
        </p:nvSpPr>
        <p:spPr/>
        <p:txBody>
          <a:bodyPr/>
          <a:lstStyle>
            <a:lvl1pPr>
              <a:defRPr/>
            </a:lvl1pPr>
          </a:lstStyle>
          <a:p>
            <a:pPr>
              <a:defRPr/>
            </a:pPr>
            <a:fld id="{81DE0568-90B8-49CB-BAD9-C0757E01C2FF}" type="datetime1">
              <a:rPr lang="zh-CN" altLang="en-US"/>
            </a:fld>
            <a:endParaRPr lang="en-US" altLang="zh-CN"/>
          </a:p>
        </p:txBody>
      </p:sp>
      <p:sp>
        <p:nvSpPr>
          <p:cNvPr id="6" name="Rectangle 9"/>
          <p:cNvSpPr>
            <a:spLocks noGrp="1" noChangeArrowheads="1"/>
          </p:cNvSpPr>
          <p:nvPr>
            <p:ph type="ftr" sz="quarter" idx="11"/>
          </p:nvPr>
        </p:nvSpPr>
        <p:spPr/>
        <p:txBody>
          <a:bodyPr/>
          <a:lstStyle>
            <a:lvl1pPr>
              <a:defRPr/>
            </a:lvl1pPr>
          </a:lstStyle>
          <a:p>
            <a:pPr>
              <a:defRPr/>
            </a:pPr>
            <a:r>
              <a:rPr lang="zh-CN" altLang="en-US"/>
              <a:t>隐写术与数字水印</a:t>
            </a:r>
            <a:endParaRPr lang="en-US" altLang="zh-CN"/>
          </a:p>
        </p:txBody>
      </p:sp>
      <p:sp>
        <p:nvSpPr>
          <p:cNvPr id="7" name="Rectangle 10"/>
          <p:cNvSpPr>
            <a:spLocks noGrp="1" noChangeArrowheads="1"/>
          </p:cNvSpPr>
          <p:nvPr>
            <p:ph type="sldNum" sz="quarter" idx="12"/>
          </p:nvPr>
        </p:nvSpPr>
        <p:spPr/>
        <p:txBody>
          <a:bodyPr/>
          <a:lstStyle>
            <a:lvl1pPr>
              <a:defRPr/>
            </a:lvl1pPr>
          </a:lstStyle>
          <a:p>
            <a:pPr>
              <a:defRPr/>
            </a:pPr>
            <a:fld id="{F3DEA23E-8CD6-48EE-A906-6014BFFA3498}"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Vertical Text Placeholder 2"/>
          <p:cNvSpPr>
            <a:spLocks noGrp="1"/>
          </p:cNvSpPr>
          <p:nvPr>
            <p:ph type="body" orient="vert" idx="1"/>
          </p:nvPr>
        </p:nvSpPr>
        <p:spPr/>
        <p:txBody>
          <a:bodyPr vert="eaVert"/>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Rectangle 8"/>
          <p:cNvSpPr>
            <a:spLocks noGrp="1" noChangeArrowheads="1"/>
          </p:cNvSpPr>
          <p:nvPr>
            <p:ph type="dt" sz="half" idx="10"/>
          </p:nvPr>
        </p:nvSpPr>
        <p:spPr/>
        <p:txBody>
          <a:bodyPr/>
          <a:lstStyle>
            <a:lvl1pPr>
              <a:defRPr/>
            </a:lvl1pPr>
          </a:lstStyle>
          <a:p>
            <a:pPr>
              <a:defRPr/>
            </a:pPr>
            <a:fld id="{E657538F-FF95-4B97-8A63-5636AB58F6FF}" type="datetime1">
              <a:rPr lang="zh-CN" altLang="en-US"/>
            </a:fld>
            <a:endParaRPr lang="en-US" altLang="zh-CN"/>
          </a:p>
        </p:txBody>
      </p:sp>
      <p:sp>
        <p:nvSpPr>
          <p:cNvPr id="5" name="Rectangle 9"/>
          <p:cNvSpPr>
            <a:spLocks noGrp="1" noChangeArrowheads="1"/>
          </p:cNvSpPr>
          <p:nvPr>
            <p:ph type="ftr" sz="quarter" idx="11"/>
          </p:nvPr>
        </p:nvSpPr>
        <p:spPr/>
        <p:txBody>
          <a:bodyPr/>
          <a:lstStyle>
            <a:lvl1pPr>
              <a:defRPr/>
            </a:lvl1pPr>
          </a:lstStyle>
          <a:p>
            <a:pPr>
              <a:defRPr/>
            </a:pPr>
            <a:r>
              <a:rPr lang="zh-CN" altLang="en-US"/>
              <a:t>隐写术与数字水印</a:t>
            </a:r>
            <a:endParaRPr lang="en-US" altLang="zh-CN"/>
          </a:p>
        </p:txBody>
      </p:sp>
      <p:sp>
        <p:nvSpPr>
          <p:cNvPr id="6" name="Rectangle 10"/>
          <p:cNvSpPr>
            <a:spLocks noGrp="1" noChangeArrowheads="1"/>
          </p:cNvSpPr>
          <p:nvPr>
            <p:ph type="sldNum" sz="quarter" idx="12"/>
          </p:nvPr>
        </p:nvSpPr>
        <p:spPr/>
        <p:txBody>
          <a:bodyPr/>
          <a:lstStyle>
            <a:lvl1pPr>
              <a:defRPr/>
            </a:lvl1pPr>
          </a:lstStyle>
          <a:p>
            <a:pPr>
              <a:defRPr/>
            </a:pPr>
            <a:fld id="{A48A3428-6E79-42DF-8FB8-499781235FBA}"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1884" y="301625"/>
            <a:ext cx="2436283" cy="5640388"/>
          </a:xfrm>
        </p:spPr>
        <p:txBody>
          <a:bodyPr vert="eaVert"/>
          <a:lstStyle/>
          <a:p>
            <a:r>
              <a:rPr lang="en-US" altLang="zh-CN"/>
              <a:t>Click to edit Master title style</a:t>
            </a:r>
            <a:endParaRPr lang="zh-CN" altLang="en-US"/>
          </a:p>
        </p:txBody>
      </p:sp>
      <p:sp>
        <p:nvSpPr>
          <p:cNvPr id="3" name="Vertical Text Placeholder 2"/>
          <p:cNvSpPr>
            <a:spLocks noGrp="1"/>
          </p:cNvSpPr>
          <p:nvPr>
            <p:ph type="body" orient="vert" idx="1"/>
          </p:nvPr>
        </p:nvSpPr>
        <p:spPr>
          <a:xfrm>
            <a:off x="1826684" y="301625"/>
            <a:ext cx="7112000" cy="5640388"/>
          </a:xfrm>
        </p:spPr>
        <p:txBody>
          <a:bodyPr vert="eaVert"/>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Rectangle 8"/>
          <p:cNvSpPr>
            <a:spLocks noGrp="1" noChangeArrowheads="1"/>
          </p:cNvSpPr>
          <p:nvPr>
            <p:ph type="dt" sz="half" idx="10"/>
          </p:nvPr>
        </p:nvSpPr>
        <p:spPr/>
        <p:txBody>
          <a:bodyPr/>
          <a:lstStyle>
            <a:lvl1pPr>
              <a:defRPr/>
            </a:lvl1pPr>
          </a:lstStyle>
          <a:p>
            <a:pPr>
              <a:defRPr/>
            </a:pPr>
            <a:fld id="{89765EA4-1FB7-4E37-B09D-E1A165365697}" type="datetime1">
              <a:rPr lang="zh-CN" altLang="en-US"/>
            </a:fld>
            <a:endParaRPr lang="en-US" altLang="zh-CN"/>
          </a:p>
        </p:txBody>
      </p:sp>
      <p:sp>
        <p:nvSpPr>
          <p:cNvPr id="5" name="Rectangle 9"/>
          <p:cNvSpPr>
            <a:spLocks noGrp="1" noChangeArrowheads="1"/>
          </p:cNvSpPr>
          <p:nvPr>
            <p:ph type="ftr" sz="quarter" idx="11"/>
          </p:nvPr>
        </p:nvSpPr>
        <p:spPr/>
        <p:txBody>
          <a:bodyPr/>
          <a:lstStyle>
            <a:lvl1pPr>
              <a:defRPr/>
            </a:lvl1pPr>
          </a:lstStyle>
          <a:p>
            <a:pPr>
              <a:defRPr/>
            </a:pPr>
            <a:r>
              <a:rPr lang="zh-CN" altLang="en-US"/>
              <a:t>隐写术与数字水印</a:t>
            </a:r>
            <a:endParaRPr lang="en-US" altLang="zh-CN"/>
          </a:p>
        </p:txBody>
      </p:sp>
      <p:sp>
        <p:nvSpPr>
          <p:cNvPr id="6" name="Rectangle 10"/>
          <p:cNvSpPr>
            <a:spLocks noGrp="1" noChangeArrowheads="1"/>
          </p:cNvSpPr>
          <p:nvPr>
            <p:ph type="sldNum" sz="quarter" idx="12"/>
          </p:nvPr>
        </p:nvSpPr>
        <p:spPr/>
        <p:txBody>
          <a:bodyPr/>
          <a:lstStyle>
            <a:lvl1pPr>
              <a:defRPr/>
            </a:lvl1pPr>
          </a:lstStyle>
          <a:p>
            <a:pPr>
              <a:defRPr/>
            </a:pPr>
            <a:fld id="{1B091202-2F2F-4B9D-B5D2-E2A44156D840}"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826684" y="301625"/>
            <a:ext cx="9751483" cy="1143000"/>
          </a:xfrm>
        </p:spPr>
        <p:txBody>
          <a:bodyPr/>
          <a:lstStyle/>
          <a:p>
            <a:r>
              <a:rPr lang="en-US" altLang="zh-CN"/>
              <a:t>Click to edit Master title style</a:t>
            </a:r>
            <a:endParaRPr lang="zh-CN" altLang="en-US"/>
          </a:p>
        </p:txBody>
      </p:sp>
      <p:sp>
        <p:nvSpPr>
          <p:cNvPr id="3" name="Text Placeholder 2"/>
          <p:cNvSpPr>
            <a:spLocks noGrp="1"/>
          </p:cNvSpPr>
          <p:nvPr>
            <p:ph type="body" sz="half" idx="1"/>
          </p:nvPr>
        </p:nvSpPr>
        <p:spPr>
          <a:xfrm>
            <a:off x="1826684" y="1827213"/>
            <a:ext cx="4773083" cy="4114800"/>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Content Placeholder 3"/>
          <p:cNvSpPr>
            <a:spLocks noGrp="1"/>
          </p:cNvSpPr>
          <p:nvPr>
            <p:ph sz="half" idx="2"/>
          </p:nvPr>
        </p:nvSpPr>
        <p:spPr>
          <a:xfrm>
            <a:off x="6802967" y="1827213"/>
            <a:ext cx="4775200" cy="4114800"/>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5" name="Rectangle 8"/>
          <p:cNvSpPr>
            <a:spLocks noGrp="1" noChangeArrowheads="1"/>
          </p:cNvSpPr>
          <p:nvPr>
            <p:ph type="dt" sz="half" idx="10"/>
          </p:nvPr>
        </p:nvSpPr>
        <p:spPr/>
        <p:txBody>
          <a:bodyPr/>
          <a:lstStyle>
            <a:lvl1pPr>
              <a:defRPr/>
            </a:lvl1pPr>
          </a:lstStyle>
          <a:p>
            <a:pPr>
              <a:defRPr/>
            </a:pPr>
            <a:fld id="{F0FAF0BB-CDC4-428E-A2B3-FE10001A8C70}" type="datetime1">
              <a:rPr lang="zh-CN" altLang="en-US"/>
            </a:fld>
            <a:endParaRPr lang="en-US" altLang="zh-CN"/>
          </a:p>
        </p:txBody>
      </p:sp>
      <p:sp>
        <p:nvSpPr>
          <p:cNvPr id="6" name="Rectangle 9"/>
          <p:cNvSpPr>
            <a:spLocks noGrp="1" noChangeArrowheads="1"/>
          </p:cNvSpPr>
          <p:nvPr>
            <p:ph type="ftr" sz="quarter" idx="11"/>
          </p:nvPr>
        </p:nvSpPr>
        <p:spPr/>
        <p:txBody>
          <a:bodyPr/>
          <a:lstStyle>
            <a:lvl1pPr>
              <a:defRPr/>
            </a:lvl1pPr>
          </a:lstStyle>
          <a:p>
            <a:pPr>
              <a:defRPr/>
            </a:pPr>
            <a:r>
              <a:rPr lang="zh-CN" altLang="en-US"/>
              <a:t>隐写术与数字水印</a:t>
            </a:r>
            <a:endParaRPr lang="en-US" altLang="zh-CN"/>
          </a:p>
        </p:txBody>
      </p:sp>
      <p:sp>
        <p:nvSpPr>
          <p:cNvPr id="7" name="Rectangle 10"/>
          <p:cNvSpPr>
            <a:spLocks noGrp="1" noChangeArrowheads="1"/>
          </p:cNvSpPr>
          <p:nvPr>
            <p:ph type="sldNum" sz="quarter" idx="12"/>
          </p:nvPr>
        </p:nvSpPr>
        <p:spPr/>
        <p:txBody>
          <a:bodyPr/>
          <a:lstStyle>
            <a:lvl1pPr>
              <a:defRPr/>
            </a:lvl1pPr>
          </a:lstStyle>
          <a:p>
            <a:pPr>
              <a:defRPr/>
            </a:pPr>
            <a:fld id="{E32DB9D9-8C48-48DD-853A-092E8737D09B}"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1826684" y="301625"/>
            <a:ext cx="9751483" cy="1143000"/>
          </a:xfrm>
        </p:spPr>
        <p:txBody>
          <a:bodyPr/>
          <a:lstStyle/>
          <a:p>
            <a:r>
              <a:rPr lang="en-US" altLang="zh-CN"/>
              <a:t>Click to edit Master title style</a:t>
            </a:r>
            <a:endParaRPr lang="zh-CN" altLang="en-US"/>
          </a:p>
        </p:txBody>
      </p:sp>
      <p:sp>
        <p:nvSpPr>
          <p:cNvPr id="3" name="Text Placeholder 2"/>
          <p:cNvSpPr>
            <a:spLocks noGrp="1"/>
          </p:cNvSpPr>
          <p:nvPr>
            <p:ph type="body" sz="half" idx="1"/>
          </p:nvPr>
        </p:nvSpPr>
        <p:spPr>
          <a:xfrm>
            <a:off x="1826684" y="1827213"/>
            <a:ext cx="9751483" cy="1981200"/>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Content Placeholder 3"/>
          <p:cNvSpPr>
            <a:spLocks noGrp="1"/>
          </p:cNvSpPr>
          <p:nvPr>
            <p:ph sz="half" idx="2"/>
          </p:nvPr>
        </p:nvSpPr>
        <p:spPr>
          <a:xfrm>
            <a:off x="1826684" y="3960813"/>
            <a:ext cx="9751483" cy="1981200"/>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5" name="Rectangle 8"/>
          <p:cNvSpPr>
            <a:spLocks noGrp="1" noChangeArrowheads="1"/>
          </p:cNvSpPr>
          <p:nvPr>
            <p:ph type="dt" sz="half" idx="10"/>
          </p:nvPr>
        </p:nvSpPr>
        <p:spPr/>
        <p:txBody>
          <a:bodyPr/>
          <a:lstStyle>
            <a:lvl1pPr>
              <a:defRPr/>
            </a:lvl1pPr>
          </a:lstStyle>
          <a:p>
            <a:pPr>
              <a:defRPr/>
            </a:pPr>
            <a:fld id="{F9B285EC-FC97-45C3-9242-BE32D8F983A4}" type="datetime1">
              <a:rPr lang="zh-CN" altLang="en-US"/>
            </a:fld>
            <a:endParaRPr lang="en-US" altLang="zh-CN"/>
          </a:p>
        </p:txBody>
      </p:sp>
      <p:sp>
        <p:nvSpPr>
          <p:cNvPr id="6" name="Rectangle 9"/>
          <p:cNvSpPr>
            <a:spLocks noGrp="1" noChangeArrowheads="1"/>
          </p:cNvSpPr>
          <p:nvPr>
            <p:ph type="ftr" sz="quarter" idx="11"/>
          </p:nvPr>
        </p:nvSpPr>
        <p:spPr/>
        <p:txBody>
          <a:bodyPr/>
          <a:lstStyle>
            <a:lvl1pPr>
              <a:defRPr/>
            </a:lvl1pPr>
          </a:lstStyle>
          <a:p>
            <a:pPr>
              <a:defRPr/>
            </a:pPr>
            <a:r>
              <a:rPr lang="zh-CN" altLang="en-US"/>
              <a:t>隐写术与数字水印</a:t>
            </a:r>
            <a:endParaRPr lang="en-US" altLang="zh-CN"/>
          </a:p>
        </p:txBody>
      </p:sp>
      <p:sp>
        <p:nvSpPr>
          <p:cNvPr id="7" name="Rectangle 10"/>
          <p:cNvSpPr>
            <a:spLocks noGrp="1" noChangeArrowheads="1"/>
          </p:cNvSpPr>
          <p:nvPr>
            <p:ph type="sldNum" sz="quarter" idx="12"/>
          </p:nvPr>
        </p:nvSpPr>
        <p:spPr/>
        <p:txBody>
          <a:bodyPr/>
          <a:lstStyle>
            <a:lvl1pPr>
              <a:defRPr/>
            </a:lvl1pPr>
          </a:lstStyle>
          <a:p>
            <a:pPr>
              <a:defRPr/>
            </a:pPr>
            <a:fld id="{C3A8845D-2FD4-4891-ACF1-167606DEAD55}"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校徽右上">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stretch>
            <a:fillRect/>
          </a:stretch>
        </p:blipFill>
        <p:spPr>
          <a:xfrm>
            <a:off x="9485971" y="96644"/>
            <a:ext cx="2706029" cy="71530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7" name="Rectangle 6"/>
          <p:cNvSpPr>
            <a:spLocks noGrp="1" noChangeArrowheads="1"/>
          </p:cNvSpPr>
          <p:nvPr>
            <p:ph type="title"/>
          </p:nvPr>
        </p:nvSpPr>
        <p:spPr bwMode="auto">
          <a:xfrm>
            <a:off x="1826684" y="301625"/>
            <a:ext cx="975148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a:t>单击此处编辑母版标题样式</a:t>
            </a:r>
            <a:endParaRPr lang="zh-CN" altLang="en-US"/>
          </a:p>
        </p:txBody>
      </p:sp>
      <p:sp>
        <p:nvSpPr>
          <p:cNvPr id="1028" name="Rectangle 7"/>
          <p:cNvSpPr>
            <a:spLocks noGrp="1" noChangeArrowheads="1"/>
          </p:cNvSpPr>
          <p:nvPr>
            <p:ph type="body" idx="1"/>
          </p:nvPr>
        </p:nvSpPr>
        <p:spPr bwMode="auto">
          <a:xfrm>
            <a:off x="1826684" y="1827213"/>
            <a:ext cx="9751483"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4824" name="Rectangle 8"/>
          <p:cNvSpPr>
            <a:spLocks noGrp="1" noChangeArrowheads="1"/>
          </p:cNvSpPr>
          <p:nvPr>
            <p:ph type="dt" sz="half" idx="2"/>
          </p:nvPr>
        </p:nvSpPr>
        <p:spPr bwMode="auto">
          <a:xfrm>
            <a:off x="609600" y="6248400"/>
            <a:ext cx="2844800" cy="457200"/>
          </a:xfrm>
          <a:prstGeom prst="rect">
            <a:avLst/>
          </a:prstGeom>
          <a:noFill/>
          <a:ln w="9525">
            <a:noFill/>
            <a:miter lim="800000"/>
          </a:ln>
          <a:effectLst/>
        </p:spPr>
        <p:txBody>
          <a:bodyPr vert="horz" wrap="square" lIns="91440" tIns="45720" rIns="91440" bIns="45720" numCol="1" anchor="b" anchorCtr="0" compatLnSpc="1"/>
          <a:lstStyle>
            <a:lvl1pPr>
              <a:defRPr sz="1200"/>
            </a:lvl1pPr>
          </a:lstStyle>
          <a:p>
            <a:pPr>
              <a:defRPr/>
            </a:pPr>
            <a:fld id="{A780EB98-D7D0-4761-8A66-CBC3414B8ACC}" type="datetime1">
              <a:rPr lang="zh-CN" altLang="en-US"/>
            </a:fld>
            <a:endParaRPr lang="en-US" altLang="zh-CN"/>
          </a:p>
        </p:txBody>
      </p:sp>
      <p:sp>
        <p:nvSpPr>
          <p:cNvPr id="34825" name="Rectangle 9"/>
          <p:cNvSpPr>
            <a:spLocks noGrp="1" noChangeArrowheads="1"/>
          </p:cNvSpPr>
          <p:nvPr>
            <p:ph type="ftr" sz="quarter" idx="3"/>
          </p:nvPr>
        </p:nvSpPr>
        <p:spPr bwMode="auto">
          <a:xfrm>
            <a:off x="4165600" y="6248400"/>
            <a:ext cx="3860800" cy="457200"/>
          </a:xfrm>
          <a:prstGeom prst="rect">
            <a:avLst/>
          </a:prstGeom>
          <a:noFill/>
          <a:ln w="9525">
            <a:noFill/>
            <a:miter lim="800000"/>
          </a:ln>
          <a:effectLst/>
        </p:spPr>
        <p:txBody>
          <a:bodyPr vert="horz" wrap="square" lIns="91440" tIns="45720" rIns="91440" bIns="45720" numCol="1" anchor="b" anchorCtr="0" compatLnSpc="1"/>
          <a:lstStyle>
            <a:lvl1pPr algn="ctr">
              <a:defRPr sz="1200"/>
            </a:lvl1pPr>
          </a:lstStyle>
          <a:p>
            <a:pPr>
              <a:defRPr/>
            </a:pPr>
            <a:r>
              <a:rPr lang="zh-CN" altLang="en-US"/>
              <a:t>隐写术与数字水印</a:t>
            </a:r>
            <a:endParaRPr lang="en-US" altLang="zh-CN"/>
          </a:p>
        </p:txBody>
      </p:sp>
      <p:sp>
        <p:nvSpPr>
          <p:cNvPr id="34826" name="Rectangle 10"/>
          <p:cNvSpPr>
            <a:spLocks noGrp="1" noChangeArrowheads="1"/>
          </p:cNvSpPr>
          <p:nvPr>
            <p:ph type="sldNum" sz="quarter" idx="4"/>
          </p:nvPr>
        </p:nvSpPr>
        <p:spPr bwMode="auto">
          <a:xfrm>
            <a:off x="8737600" y="6248400"/>
            <a:ext cx="2844800" cy="457200"/>
          </a:xfrm>
          <a:prstGeom prst="rect">
            <a:avLst/>
          </a:prstGeom>
          <a:noFill/>
          <a:ln w="9525">
            <a:noFill/>
            <a:miter lim="800000"/>
          </a:ln>
          <a:effectLst/>
        </p:spPr>
        <p:txBody>
          <a:bodyPr vert="horz" wrap="square" lIns="91440" tIns="45720" rIns="91440" bIns="45720" numCol="1" anchor="b" anchorCtr="0" compatLnSpc="1"/>
          <a:lstStyle>
            <a:lvl1pPr algn="r">
              <a:defRPr sz="1200"/>
            </a:lvl1pPr>
          </a:lstStyle>
          <a:p>
            <a:pPr>
              <a:defRPr/>
            </a:pPr>
            <a:fld id="{422BD796-6BE6-4FE0-A6A4-6B2BF8B141B5}" type="slidenum">
              <a:rPr lang="zh-CN" altLang="en-US"/>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algn="l" rtl="0" eaLnBrk="0" fontAlgn="base" hangingPunct="0">
        <a:spcBef>
          <a:spcPct val="0"/>
        </a:spcBef>
        <a:spcAft>
          <a:spcPct val="0"/>
        </a:spcAft>
        <a:defRPr sz="36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Calibri" panose="020F0502020204030204" pitchFamily="34" charset="0"/>
          <a:ea typeface="华文楷体" panose="02010600040101010101" pitchFamily="2" charset="-122"/>
        </a:defRPr>
      </a:lvl2pPr>
      <a:lvl3pPr algn="l" rtl="0" eaLnBrk="0" fontAlgn="base" hangingPunct="0">
        <a:spcBef>
          <a:spcPct val="0"/>
        </a:spcBef>
        <a:spcAft>
          <a:spcPct val="0"/>
        </a:spcAft>
        <a:defRPr sz="3600">
          <a:solidFill>
            <a:schemeClr val="tx2"/>
          </a:solidFill>
          <a:latin typeface="Calibri" panose="020F0502020204030204" pitchFamily="34" charset="0"/>
          <a:ea typeface="华文楷体" panose="02010600040101010101" pitchFamily="2" charset="-122"/>
        </a:defRPr>
      </a:lvl3pPr>
      <a:lvl4pPr algn="l" rtl="0" eaLnBrk="0" fontAlgn="base" hangingPunct="0">
        <a:spcBef>
          <a:spcPct val="0"/>
        </a:spcBef>
        <a:spcAft>
          <a:spcPct val="0"/>
        </a:spcAft>
        <a:defRPr sz="3600">
          <a:solidFill>
            <a:schemeClr val="tx2"/>
          </a:solidFill>
          <a:latin typeface="Calibri" panose="020F0502020204030204" pitchFamily="34" charset="0"/>
          <a:ea typeface="华文楷体" panose="02010600040101010101" pitchFamily="2" charset="-122"/>
        </a:defRPr>
      </a:lvl4pPr>
      <a:lvl5pPr algn="l" rtl="0" eaLnBrk="0" fontAlgn="base" hangingPunct="0">
        <a:spcBef>
          <a:spcPct val="0"/>
        </a:spcBef>
        <a:spcAft>
          <a:spcPct val="0"/>
        </a:spcAft>
        <a:defRPr sz="3600">
          <a:solidFill>
            <a:schemeClr val="tx2"/>
          </a:solidFill>
          <a:latin typeface="Calibri" panose="020F0502020204030204" pitchFamily="34" charset="0"/>
          <a:ea typeface="华文楷体" panose="02010600040101010101" pitchFamily="2" charset="-122"/>
        </a:defRPr>
      </a:lvl5pPr>
      <a:lvl6pPr marL="457200" algn="l" rtl="0" fontAlgn="base">
        <a:spcBef>
          <a:spcPct val="0"/>
        </a:spcBef>
        <a:spcAft>
          <a:spcPct val="0"/>
        </a:spcAft>
        <a:defRPr sz="3600">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600">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600">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6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4.png"/><Relationship Id="rId2" Type="http://schemas.microsoft.com/office/2007/relationships/hdphoto" Target="../media/image3.wdp"/><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tags" Target="../tags/tag1.xml"/><Relationship Id="rId29" Type="http://schemas.openxmlformats.org/officeDocument/2006/relationships/slideLayout" Target="../slideLayouts/slideLayout2.xml"/><Relationship Id="rId28" Type="http://schemas.openxmlformats.org/officeDocument/2006/relationships/tags" Target="../tags/tag25.xml"/><Relationship Id="rId27" Type="http://schemas.openxmlformats.org/officeDocument/2006/relationships/tags" Target="../tags/tag24.xml"/><Relationship Id="rId26" Type="http://schemas.openxmlformats.org/officeDocument/2006/relationships/tags" Target="../tags/tag23.xml"/><Relationship Id="rId25" Type="http://schemas.openxmlformats.org/officeDocument/2006/relationships/tags" Target="../tags/tag22.xml"/><Relationship Id="rId24" Type="http://schemas.openxmlformats.org/officeDocument/2006/relationships/tags" Target="../tags/tag21.xml"/><Relationship Id="rId23" Type="http://schemas.openxmlformats.org/officeDocument/2006/relationships/tags" Target="../tags/tag20.xml"/><Relationship Id="rId22" Type="http://schemas.openxmlformats.org/officeDocument/2006/relationships/tags" Target="../tags/tag19.xml"/><Relationship Id="rId21" Type="http://schemas.openxmlformats.org/officeDocument/2006/relationships/tags" Target="../tags/tag18.xml"/><Relationship Id="rId20" Type="http://schemas.openxmlformats.org/officeDocument/2006/relationships/tags" Target="../tags/tag17.xml"/><Relationship Id="rId2" Type="http://schemas.openxmlformats.org/officeDocument/2006/relationships/image" Target="../media/image6.svg"/><Relationship Id="rId19" Type="http://schemas.openxmlformats.org/officeDocument/2006/relationships/tags" Target="../tags/tag16.xml"/><Relationship Id="rId18" Type="http://schemas.openxmlformats.org/officeDocument/2006/relationships/image" Target="../media/image7.jpeg"/><Relationship Id="rId17" Type="http://schemas.openxmlformats.org/officeDocument/2006/relationships/tags" Target="../tags/tag15.xml"/><Relationship Id="rId16" Type="http://schemas.openxmlformats.org/officeDocument/2006/relationships/tags" Target="../tags/tag14.xml"/><Relationship Id="rId15" Type="http://schemas.openxmlformats.org/officeDocument/2006/relationships/tags" Target="../tags/tag13.xml"/><Relationship Id="rId14" Type="http://schemas.openxmlformats.org/officeDocument/2006/relationships/tags" Target="../tags/tag12.xml"/><Relationship Id="rId13" Type="http://schemas.openxmlformats.org/officeDocument/2006/relationships/tags" Target="../tags/tag11.xml"/><Relationship Id="rId12" Type="http://schemas.openxmlformats.org/officeDocument/2006/relationships/tags" Target="../tags/tag10.xml"/><Relationship Id="rId11" Type="http://schemas.openxmlformats.org/officeDocument/2006/relationships/tags" Target="../tags/tag9.xml"/><Relationship Id="rId10" Type="http://schemas.openxmlformats.org/officeDocument/2006/relationships/tags" Target="../tags/tag8.xml"/><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4.xml"/><Relationship Id="rId1" Type="http://schemas.openxmlformats.org/officeDocument/2006/relationships/tags" Target="../tags/tag2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wm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jpe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image" Target="../media/image13.jpeg"/><Relationship Id="rId1" Type="http://schemas.openxmlformats.org/officeDocument/2006/relationships/image" Target="../media/image12.jpe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w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image" Target="../media/image16.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wmf"/></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19.png"/><Relationship Id="rId1"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21.jpeg"/><Relationship Id="rId1" Type="http://schemas.openxmlformats.org/officeDocument/2006/relationships/image" Target="../media/image20.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23.jpeg"/><Relationship Id="rId1" Type="http://schemas.openxmlformats.org/officeDocument/2006/relationships/image" Target="../media/image22.jpe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25.png"/><Relationship Id="rId1" Type="http://schemas.openxmlformats.org/officeDocument/2006/relationships/image" Target="../media/image24.jpe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7.png"/><Relationship Id="rId1" Type="http://schemas.openxmlformats.org/officeDocument/2006/relationships/image" Target="../media/image26.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34.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2.xml"/><Relationship Id="rId4" Type="http://schemas.openxmlformats.org/officeDocument/2006/relationships/image" Target="../media/image32.png"/><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image" Target="../media/image29.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wmf"/></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7.png"/><Relationship Id="rId1" Type="http://schemas.openxmlformats.org/officeDocument/2006/relationships/image" Target="../media/image36.wmf"/></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image" Target="../media/image39.png"/><Relationship Id="rId1" Type="http://schemas.openxmlformats.org/officeDocument/2006/relationships/image" Target="../media/image38.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4.xml"/><Relationship Id="rId1" Type="http://schemas.openxmlformats.org/officeDocument/2006/relationships/tags" Target="../tags/tag2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40.jpe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2.xml"/><Relationship Id="rId1" Type="http://schemas.openxmlformats.org/officeDocument/2006/relationships/image" Target="../media/image41.wmf"/></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2.wmf"/></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3.wmf"/></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4.wmf"/></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5.wmf"/></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6.wmf"/></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47.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48.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9.wmf"/></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4.xml"/><Relationship Id="rId1" Type="http://schemas.openxmlformats.org/officeDocument/2006/relationships/tags" Target="../tags/tag28.xm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4.xml"/><Relationship Id="rId1" Type="http://schemas.openxmlformats.org/officeDocument/2006/relationships/tags" Target="../tags/tag29.xml"/></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4.xml"/><Relationship Id="rId1" Type="http://schemas.openxmlformats.org/officeDocument/2006/relationships/tags" Target="../tags/tag30.xml"/></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4.xml"/><Relationship Id="rId1" Type="http://schemas.openxmlformats.org/officeDocument/2006/relationships/tags" Target="../tags/tag31.xml"/></Relationships>
</file>

<file path=ppt/slides/_rels/slide78.xml.rels><?xml version="1.0" encoding="UTF-8" standalone="yes"?>
<Relationships xmlns="http://schemas.openxmlformats.org/package/2006/relationships"><Relationship Id="rId6" Type="http://schemas.openxmlformats.org/officeDocument/2006/relationships/notesSlide" Target="../notesSlides/notesSlide35.xml"/><Relationship Id="rId5" Type="http://schemas.openxmlformats.org/officeDocument/2006/relationships/vmlDrawing" Target="../drawings/vmlDrawing1.vml"/><Relationship Id="rId4" Type="http://schemas.openxmlformats.org/officeDocument/2006/relationships/slideLayout" Target="../slideLayouts/slideLayout14.xml"/><Relationship Id="rId3" Type="http://schemas.openxmlformats.org/officeDocument/2006/relationships/tags" Target="../tags/tag32.xml"/><Relationship Id="rId2" Type="http://schemas.openxmlformats.org/officeDocument/2006/relationships/image" Target="../media/image50.wmf"/><Relationship Id="rId1" Type="http://schemas.openxmlformats.org/officeDocument/2006/relationships/oleObject" Target="../embeddings/oleObject1.bin"/></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4.xml"/><Relationship Id="rId1" Type="http://schemas.openxmlformats.org/officeDocument/2006/relationships/tags" Target="../tags/tag3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1.emf"/></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1.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2"/>
          <p:cNvPicPr>
            <a:picLocks noChangeAspect="1"/>
          </p:cNvPicPr>
          <p:nvPr/>
        </p:nvPicPr>
        <p:blipFill rotWithShape="1">
          <a:blip r:embed="rId1" cstate="print">
            <a:extLst>
              <a:ext uri="{BEBA8EAE-BF5A-486C-A8C5-ECC9F3942E4B}">
                <a14:imgProps xmlns:a14="http://schemas.microsoft.com/office/drawing/2010/main">
                  <a14:imgLayer r:embed="rId2">
                    <a14:imgEffect>
                      <a14:artisticWatercolorSponge/>
                    </a14:imgEffect>
                  </a14:imgLayer>
                </a14:imgProps>
              </a:ext>
              <a:ext uri="{28A0092B-C50C-407E-A947-70E740481C1C}">
                <a14:useLocalDpi xmlns:a14="http://schemas.microsoft.com/office/drawing/2010/main" val="0"/>
              </a:ext>
            </a:extLst>
          </a:blip>
          <a:srcRect t="4982" r="14708" b="10728"/>
          <a:stretch>
            <a:fillRect/>
          </a:stretch>
        </p:blipFill>
        <p:spPr>
          <a:xfrm>
            <a:off x="1793132" y="1"/>
            <a:ext cx="10398868" cy="6857999"/>
          </a:xfrm>
          <a:prstGeom prst="rect">
            <a:avLst/>
          </a:prstGeom>
        </p:spPr>
      </p:pic>
      <p:sp>
        <p:nvSpPr>
          <p:cNvPr id="28" name="矩形 27"/>
          <p:cNvSpPr/>
          <p:nvPr/>
        </p:nvSpPr>
        <p:spPr>
          <a:xfrm>
            <a:off x="1" y="0"/>
            <a:ext cx="6524428" cy="6858000"/>
          </a:xfrm>
          <a:prstGeom prst="rect">
            <a:avLst/>
          </a:prstGeom>
          <a:solidFill>
            <a:srgbClr val="0033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6" name="平行四边形 45"/>
          <p:cNvSpPr/>
          <p:nvPr/>
        </p:nvSpPr>
        <p:spPr>
          <a:xfrm>
            <a:off x="3829260" y="-1"/>
            <a:ext cx="5496125" cy="6857999"/>
          </a:xfrm>
          <a:prstGeom prst="parallelogram">
            <a:avLst>
              <a:gd name="adj" fmla="val 48894"/>
            </a:avLst>
          </a:prstGeom>
          <a:solidFill>
            <a:srgbClr val="0033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47" name="组合 46"/>
          <p:cNvGrpSpPr/>
          <p:nvPr/>
        </p:nvGrpSpPr>
        <p:grpSpPr>
          <a:xfrm>
            <a:off x="7088833" y="2515197"/>
            <a:ext cx="2198451" cy="2198451"/>
            <a:chOff x="5437761" y="2329774"/>
            <a:chExt cx="2198451" cy="2198451"/>
          </a:xfrm>
        </p:grpSpPr>
        <p:sp>
          <p:nvSpPr>
            <p:cNvPr id="30" name="椭圆 29"/>
            <p:cNvSpPr/>
            <p:nvPr/>
          </p:nvSpPr>
          <p:spPr>
            <a:xfrm>
              <a:off x="5437761" y="2329774"/>
              <a:ext cx="2198451" cy="2198451"/>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 name="图片 3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25307" y="2417320"/>
              <a:ext cx="2023358" cy="2023358"/>
            </a:xfrm>
            <a:prstGeom prst="rect">
              <a:avLst/>
            </a:prstGeom>
          </p:spPr>
        </p:pic>
      </p:grpSp>
      <p:sp>
        <p:nvSpPr>
          <p:cNvPr id="33" name="文本框 32"/>
          <p:cNvSpPr txBox="1"/>
          <p:nvPr/>
        </p:nvSpPr>
        <p:spPr>
          <a:xfrm>
            <a:off x="1097280" y="1689735"/>
            <a:ext cx="7008495" cy="2306955"/>
          </a:xfrm>
          <a:prstGeom prst="rect">
            <a:avLst/>
          </a:prstGeom>
          <a:noFill/>
        </p:spPr>
        <p:txBody>
          <a:bodyPr wrap="square" rtlCol="0">
            <a:spAutoFit/>
          </a:bodyPr>
          <a:lstStyle/>
          <a:p>
            <a:r>
              <a:rPr lang="zh-CN" altLang="en-US" sz="7200" dirty="0">
                <a:solidFill>
                  <a:schemeClr val="bg1"/>
                </a:solidFill>
                <a:latin typeface="楷体" panose="02010609060101010101" pitchFamily="49" charset="-122"/>
                <a:ea typeface="楷体" panose="02010609060101010101" pitchFamily="49" charset="-122"/>
              </a:rPr>
              <a:t>其他载体信息隐藏与数字水印</a:t>
            </a:r>
            <a:endParaRPr lang="zh-CN" altLang="en-US" sz="7200" dirty="0">
              <a:solidFill>
                <a:schemeClr val="bg1"/>
              </a:solidFill>
              <a:latin typeface="楷体" panose="02010609060101010101" pitchFamily="49" charset="-122"/>
              <a:ea typeface="楷体" panose="02010609060101010101" pitchFamily="49" charset="-122"/>
            </a:endParaRPr>
          </a:p>
        </p:txBody>
      </p:sp>
      <p:cxnSp>
        <p:nvCxnSpPr>
          <p:cNvPr id="35" name="直接连接符 34"/>
          <p:cNvCxnSpPr/>
          <p:nvPr/>
        </p:nvCxnSpPr>
        <p:spPr>
          <a:xfrm flipV="1">
            <a:off x="745453" y="1595814"/>
            <a:ext cx="0" cy="2495144"/>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1093153" y="4390073"/>
            <a:ext cx="5431155" cy="1608455"/>
          </a:xfrm>
          <a:prstGeom prst="rect">
            <a:avLst/>
          </a:prstGeom>
          <a:noFill/>
        </p:spPr>
        <p:txBody>
          <a:bodyPr wrap="none" rtlCol="0">
            <a:spAutoFit/>
          </a:bodyPr>
          <a:lstStyle>
            <a:defPPr>
              <a:defRPr lang="zh-CN"/>
            </a:defPPr>
            <a:lvl1pPr algn="l" rtl="0" fontAlgn="base">
              <a:spcBef>
                <a:spcPct val="0"/>
              </a:spcBef>
              <a:spcAft>
                <a:spcPct val="0"/>
              </a:spcAft>
              <a:defRPr kern="1200">
                <a:solidFill>
                  <a:srgbClr val="000000"/>
                </a:solidFill>
                <a:latin typeface="Verdana" panose="020B0604030504040204" pitchFamily="34" charset="0"/>
                <a:ea typeface="宋体" panose="02010600030101010101" pitchFamily="2" charset="-122"/>
                <a:cs typeface="+mn-ea"/>
              </a:defRPr>
            </a:lvl1pPr>
            <a:lvl2pPr marL="457200" algn="l" rtl="0" fontAlgn="base">
              <a:spcBef>
                <a:spcPct val="0"/>
              </a:spcBef>
              <a:spcAft>
                <a:spcPct val="0"/>
              </a:spcAft>
              <a:defRPr kern="1200">
                <a:solidFill>
                  <a:srgbClr val="000000"/>
                </a:solidFill>
                <a:latin typeface="Verdana" panose="020B0604030504040204" pitchFamily="34" charset="0"/>
                <a:ea typeface="宋体" panose="02010600030101010101" pitchFamily="2" charset="-122"/>
                <a:cs typeface="+mn-ea"/>
              </a:defRPr>
            </a:lvl2pPr>
            <a:lvl3pPr marL="914400" algn="l" rtl="0" fontAlgn="base">
              <a:spcBef>
                <a:spcPct val="0"/>
              </a:spcBef>
              <a:spcAft>
                <a:spcPct val="0"/>
              </a:spcAft>
              <a:defRPr kern="1200">
                <a:solidFill>
                  <a:srgbClr val="000000"/>
                </a:solidFill>
                <a:latin typeface="Verdana" panose="020B0604030504040204" pitchFamily="34" charset="0"/>
                <a:ea typeface="宋体" panose="02010600030101010101" pitchFamily="2" charset="-122"/>
                <a:cs typeface="+mn-ea"/>
              </a:defRPr>
            </a:lvl3pPr>
            <a:lvl4pPr marL="1371600" algn="l" rtl="0" fontAlgn="base">
              <a:spcBef>
                <a:spcPct val="0"/>
              </a:spcBef>
              <a:spcAft>
                <a:spcPct val="0"/>
              </a:spcAft>
              <a:defRPr kern="1200">
                <a:solidFill>
                  <a:srgbClr val="000000"/>
                </a:solidFill>
                <a:latin typeface="Verdana" panose="020B0604030504040204" pitchFamily="34" charset="0"/>
                <a:ea typeface="宋体" panose="02010600030101010101" pitchFamily="2" charset="-122"/>
                <a:cs typeface="+mn-ea"/>
              </a:defRPr>
            </a:lvl4pPr>
            <a:lvl5pPr marL="1828800" algn="l" rtl="0" fontAlgn="base">
              <a:spcBef>
                <a:spcPct val="0"/>
              </a:spcBef>
              <a:spcAft>
                <a:spcPct val="0"/>
              </a:spcAft>
              <a:defRPr kern="1200">
                <a:solidFill>
                  <a:srgbClr val="000000"/>
                </a:solidFill>
                <a:latin typeface="Verdana" panose="020B0604030504040204" pitchFamily="34" charset="0"/>
                <a:ea typeface="宋体" panose="02010600030101010101" pitchFamily="2" charset="-122"/>
                <a:cs typeface="+mn-ea"/>
              </a:defRPr>
            </a:lvl5pPr>
            <a:lvl6pPr marL="2286000" algn="l" defTabSz="914400" rtl="0" eaLnBrk="1" latinLnBrk="0" hangingPunct="1">
              <a:defRPr kern="1200">
                <a:solidFill>
                  <a:srgbClr val="000000"/>
                </a:solidFill>
                <a:latin typeface="Verdana" panose="020B0604030504040204" pitchFamily="34" charset="0"/>
                <a:ea typeface="宋体" panose="02010600030101010101" pitchFamily="2" charset="-122"/>
                <a:cs typeface="+mn-ea"/>
              </a:defRPr>
            </a:lvl6pPr>
            <a:lvl7pPr marL="2743200" algn="l" defTabSz="914400" rtl="0" eaLnBrk="1" latinLnBrk="0" hangingPunct="1">
              <a:defRPr kern="1200">
                <a:solidFill>
                  <a:srgbClr val="000000"/>
                </a:solidFill>
                <a:latin typeface="Verdana" panose="020B0604030504040204" pitchFamily="34" charset="0"/>
                <a:ea typeface="宋体" panose="02010600030101010101" pitchFamily="2" charset="-122"/>
                <a:cs typeface="+mn-ea"/>
              </a:defRPr>
            </a:lvl7pPr>
            <a:lvl8pPr marL="3200400" algn="l" defTabSz="914400" rtl="0" eaLnBrk="1" latinLnBrk="0" hangingPunct="1">
              <a:defRPr kern="1200">
                <a:solidFill>
                  <a:srgbClr val="000000"/>
                </a:solidFill>
                <a:latin typeface="Verdana" panose="020B0604030504040204" pitchFamily="34" charset="0"/>
                <a:ea typeface="宋体" panose="02010600030101010101" pitchFamily="2" charset="-122"/>
                <a:cs typeface="+mn-ea"/>
              </a:defRPr>
            </a:lvl8pPr>
            <a:lvl9pPr marL="3657600" algn="l" defTabSz="914400" rtl="0" eaLnBrk="1" latinLnBrk="0" hangingPunct="1">
              <a:defRPr kern="1200">
                <a:solidFill>
                  <a:srgbClr val="000000"/>
                </a:solidFill>
                <a:latin typeface="Verdana" panose="020B0604030504040204" pitchFamily="34" charset="0"/>
                <a:ea typeface="宋体" panose="02010600030101010101" pitchFamily="2" charset="-122"/>
                <a:cs typeface="+mn-ea"/>
              </a:defRPr>
            </a:lvl9pPr>
          </a:lstStyle>
          <a:p>
            <a:pPr algn="ctr">
              <a:spcBef>
                <a:spcPct val="20000"/>
              </a:spcBef>
              <a:buClr>
                <a:srgbClr val="006666"/>
              </a:buClr>
              <a:buSzPct val="70000"/>
              <a:buFont typeface="Wingdings" panose="05000000000000000000" pitchFamily="2" charset="2"/>
            </a:pPr>
            <a:r>
              <a:rPr lang="zh-CN" altLang="en-US" sz="2900">
                <a:solidFill>
                  <a:srgbClr val="FFFFFF"/>
                </a:solidFill>
                <a:latin typeface="Times New Roman" panose="02020603050405020304" pitchFamily="18" charset="0"/>
                <a:ea typeface="华文楷体" panose="02010600040101010101" pitchFamily="2" charset="-122"/>
                <a:sym typeface="华文楷体" panose="02010600040101010101" pitchFamily="2" charset="-122"/>
              </a:rPr>
              <a:t>雷敏</a:t>
            </a:r>
            <a:endParaRPr lang="zh-CN" altLang="en-US">
              <a:solidFill>
                <a:srgbClr val="FFFFFF"/>
              </a:solidFill>
            </a:endParaRPr>
          </a:p>
          <a:p>
            <a:pPr algn="ctr">
              <a:spcBef>
                <a:spcPct val="20000"/>
              </a:spcBef>
              <a:buClr>
                <a:srgbClr val="006666"/>
              </a:buClr>
              <a:buSzPct val="70000"/>
              <a:buFont typeface="Wingdings" panose="05000000000000000000" pitchFamily="2" charset="2"/>
            </a:pPr>
            <a:r>
              <a:rPr lang="zh-CN" altLang="en-US" sz="2900" dirty="0">
                <a:solidFill>
                  <a:srgbClr val="FFFFFF"/>
                </a:solidFill>
                <a:latin typeface="Times New Roman" panose="02020603050405020304" pitchFamily="18" charset="0"/>
                <a:ea typeface="华文楷体" panose="02010600040101010101" pitchFamily="2" charset="-122"/>
                <a:sym typeface="华文楷体" panose="02010600040101010101" pitchFamily="2" charset="-122"/>
              </a:rPr>
              <a:t>北京邮电大学 网络空间安全学院</a:t>
            </a:r>
            <a:endParaRPr lang="zh-CN" altLang="en-US" dirty="0">
              <a:solidFill>
                <a:srgbClr val="FFFFFF"/>
              </a:solidFill>
            </a:endParaRPr>
          </a:p>
          <a:p>
            <a:pPr algn="ctr">
              <a:spcBef>
                <a:spcPct val="20000"/>
              </a:spcBef>
              <a:buClr>
                <a:srgbClr val="006666"/>
              </a:buClr>
              <a:buSzPct val="70000"/>
              <a:buFont typeface="Wingdings" panose="05000000000000000000" pitchFamily="2" charset="2"/>
            </a:pPr>
            <a:r>
              <a:rPr lang="en-US" altLang="zh-CN" sz="2900" dirty="0">
                <a:solidFill>
                  <a:srgbClr val="FFFFFF"/>
                </a:solidFill>
                <a:latin typeface="Times New Roman" panose="02020603050405020304" pitchFamily="18" charset="0"/>
                <a:ea typeface="华文楷体" panose="02010600040101010101" pitchFamily="2" charset="-122"/>
                <a:sym typeface="华文楷体" panose="02010600040101010101" pitchFamily="2" charset="-122"/>
              </a:rPr>
              <a:t>leimin@bupt.edu.cn</a:t>
            </a:r>
            <a:endParaRPr lang="en-US" altLang="zh-CN" sz="2900" b="1" dirty="0">
              <a:solidFill>
                <a:srgbClr val="FFFFFF"/>
              </a:solidFill>
              <a:latin typeface="Times New Roman" panose="02020603050405020304" pitchFamily="18" charset="0"/>
              <a:ea typeface="华文楷体" panose="02010600040101010101" pitchFamily="2" charset="-122"/>
              <a:sym typeface="华文楷体" panose="020106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6935816" y="-663036"/>
            <a:ext cx="5680997" cy="8189088"/>
            <a:chOff x="6922851" y="0"/>
            <a:chExt cx="5269149" cy="6858000"/>
          </a:xfrm>
          <a:solidFill>
            <a:srgbClr val="003399"/>
          </a:solidFill>
        </p:grpSpPr>
        <p:sp>
          <p:nvSpPr>
            <p:cNvPr id="8" name="椭圆 7"/>
            <p:cNvSpPr/>
            <p:nvPr/>
          </p:nvSpPr>
          <p:spPr>
            <a:xfrm>
              <a:off x="6922851" y="0"/>
              <a:ext cx="4030494" cy="6858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949447" y="0"/>
              <a:ext cx="3242553"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3" name="图形 2" descr="太阳系"/>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69272" y="1621197"/>
            <a:ext cx="6154721" cy="6154721"/>
          </a:xfrm>
          <a:prstGeom prst="rect">
            <a:avLst/>
          </a:prstGeom>
        </p:spPr>
      </p:pic>
      <p:grpSp>
        <p:nvGrpSpPr>
          <p:cNvPr id="44" name="组合 43"/>
          <p:cNvGrpSpPr/>
          <p:nvPr>
            <p:custDataLst>
              <p:tags r:id="rId3"/>
            </p:custDataLst>
          </p:nvPr>
        </p:nvGrpSpPr>
        <p:grpSpPr>
          <a:xfrm>
            <a:off x="552546" y="1132682"/>
            <a:ext cx="7346315" cy="769161"/>
            <a:chOff x="2424136" y="1811320"/>
            <a:chExt cx="7346315" cy="769161"/>
          </a:xfrm>
        </p:grpSpPr>
        <p:grpSp>
          <p:nvGrpSpPr>
            <p:cNvPr id="24" name="组合 23"/>
            <p:cNvGrpSpPr/>
            <p:nvPr/>
          </p:nvGrpSpPr>
          <p:grpSpPr>
            <a:xfrm>
              <a:off x="2424136" y="1811320"/>
              <a:ext cx="6779902" cy="769161"/>
              <a:chOff x="2629986" y="1459214"/>
              <a:chExt cx="8597473" cy="975360"/>
            </a:xfrm>
          </p:grpSpPr>
          <p:grpSp>
            <p:nvGrpSpPr>
              <p:cNvPr id="13" name="组合 12"/>
              <p:cNvGrpSpPr/>
              <p:nvPr/>
            </p:nvGrpSpPr>
            <p:grpSpPr>
              <a:xfrm>
                <a:off x="2629986" y="1459214"/>
                <a:ext cx="8597473" cy="975360"/>
                <a:chOff x="1166287" y="1249680"/>
                <a:chExt cx="8597473" cy="975360"/>
              </a:xfrm>
              <a:solidFill>
                <a:srgbClr val="003399"/>
              </a:solidFill>
            </p:grpSpPr>
            <p:sp>
              <p:nvSpPr>
                <p:cNvPr id="11" name="椭圆 10"/>
                <p:cNvSpPr/>
                <p:nvPr>
                  <p:custDataLst>
                    <p:tags r:id="rId4"/>
                  </p:custDataLst>
                </p:nvPr>
              </p:nvSpPr>
              <p:spPr>
                <a:xfrm>
                  <a:off x="1166287" y="1249680"/>
                  <a:ext cx="975360" cy="97536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custDataLst>
                    <p:tags r:id="rId5"/>
                  </p:custDataLst>
                </p:nvPr>
              </p:nvSpPr>
              <p:spPr>
                <a:xfrm>
                  <a:off x="1651545" y="1249680"/>
                  <a:ext cx="8112215" cy="97536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3" name="椭圆 22"/>
              <p:cNvSpPr/>
              <p:nvPr>
                <p:custDataLst>
                  <p:tags r:id="rId6"/>
                </p:custDataLst>
              </p:nvPr>
            </p:nvSpPr>
            <p:spPr>
              <a:xfrm>
                <a:off x="2754944" y="1562181"/>
                <a:ext cx="769426" cy="76942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400" dirty="0">
                    <a:solidFill>
                      <a:srgbClr val="003399"/>
                    </a:solidFill>
                    <a:latin typeface="Arial Black" panose="020B0A04020102020204" pitchFamily="34" charset="0"/>
                    <a:ea typeface="黑体" panose="02010609060101010101" pitchFamily="49" charset="-122"/>
                  </a:rPr>
                  <a:t>1</a:t>
                </a:r>
                <a:endParaRPr lang="zh-CN" altLang="en-US" sz="4400" dirty="0">
                  <a:solidFill>
                    <a:srgbClr val="003399"/>
                  </a:solidFill>
                  <a:latin typeface="Arial Black" panose="020B0A04020102020204" pitchFamily="34" charset="0"/>
                  <a:ea typeface="黑体" panose="02010609060101010101" pitchFamily="49" charset="-122"/>
                </a:endParaRPr>
              </a:p>
            </p:txBody>
          </p:sp>
        </p:grpSp>
        <p:sp>
          <p:nvSpPr>
            <p:cNvPr id="40" name="文本框 39"/>
            <p:cNvSpPr txBox="1"/>
            <p:nvPr>
              <p:custDataLst>
                <p:tags r:id="rId7"/>
              </p:custDataLst>
            </p:nvPr>
          </p:nvSpPr>
          <p:spPr>
            <a:xfrm>
              <a:off x="3193121" y="1854500"/>
              <a:ext cx="6577330" cy="645160"/>
            </a:xfrm>
            <a:prstGeom prst="rect">
              <a:avLst/>
            </a:prstGeom>
            <a:noFill/>
          </p:spPr>
          <p:txBody>
            <a:bodyPr wrap="square" rtlCol="0">
              <a:spAutoFit/>
            </a:bodyPr>
            <a:lstStyle/>
            <a:p>
              <a:r>
                <a:rPr lang="zh-CN" altLang="en-US" sz="3600" dirty="0">
                  <a:solidFill>
                    <a:schemeClr val="bg1"/>
                  </a:solidFill>
                  <a:latin typeface="黑体" panose="02010609060101010101" pitchFamily="49" charset="-122"/>
                  <a:ea typeface="黑体" panose="02010609060101010101" pitchFamily="49" charset="-122"/>
                </a:rPr>
                <a:t>文本信息隐藏</a:t>
              </a:r>
              <a:endParaRPr lang="zh-CN" altLang="en-US" sz="3600" dirty="0">
                <a:solidFill>
                  <a:schemeClr val="bg1"/>
                </a:solidFill>
                <a:latin typeface="黑体" panose="02010609060101010101" pitchFamily="49" charset="-122"/>
                <a:ea typeface="黑体" panose="02010609060101010101" pitchFamily="49" charset="-122"/>
              </a:endParaRPr>
            </a:p>
          </p:txBody>
        </p:sp>
      </p:grpSp>
      <p:grpSp>
        <p:nvGrpSpPr>
          <p:cNvPr id="45" name="组合 44"/>
          <p:cNvGrpSpPr/>
          <p:nvPr>
            <p:custDataLst>
              <p:tags r:id="rId8"/>
            </p:custDataLst>
          </p:nvPr>
        </p:nvGrpSpPr>
        <p:grpSpPr>
          <a:xfrm>
            <a:off x="552546" y="2264428"/>
            <a:ext cx="7455535" cy="768985"/>
            <a:chOff x="2424136" y="1811320"/>
            <a:chExt cx="7455535" cy="769161"/>
          </a:xfrm>
        </p:grpSpPr>
        <p:grpSp>
          <p:nvGrpSpPr>
            <p:cNvPr id="46" name="组合 45"/>
            <p:cNvGrpSpPr/>
            <p:nvPr/>
          </p:nvGrpSpPr>
          <p:grpSpPr>
            <a:xfrm>
              <a:off x="2424136" y="1811320"/>
              <a:ext cx="6779902" cy="769161"/>
              <a:chOff x="2629986" y="1459214"/>
              <a:chExt cx="8597473" cy="975360"/>
            </a:xfrm>
          </p:grpSpPr>
          <p:grpSp>
            <p:nvGrpSpPr>
              <p:cNvPr id="48" name="组合 47"/>
              <p:cNvGrpSpPr/>
              <p:nvPr/>
            </p:nvGrpSpPr>
            <p:grpSpPr>
              <a:xfrm>
                <a:off x="2629986" y="1459214"/>
                <a:ext cx="8597473" cy="975360"/>
                <a:chOff x="1166287" y="1249680"/>
                <a:chExt cx="8597473" cy="975360"/>
              </a:xfrm>
              <a:solidFill>
                <a:srgbClr val="003399"/>
              </a:solidFill>
            </p:grpSpPr>
            <p:sp>
              <p:nvSpPr>
                <p:cNvPr id="50" name="椭圆 49"/>
                <p:cNvSpPr/>
                <p:nvPr>
                  <p:custDataLst>
                    <p:tags r:id="rId9"/>
                  </p:custDataLst>
                </p:nvPr>
              </p:nvSpPr>
              <p:spPr>
                <a:xfrm>
                  <a:off x="1166287" y="1249680"/>
                  <a:ext cx="975360" cy="97536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p:cNvSpPr/>
                <p:nvPr>
                  <p:custDataLst>
                    <p:tags r:id="rId10"/>
                  </p:custDataLst>
                </p:nvPr>
              </p:nvSpPr>
              <p:spPr>
                <a:xfrm>
                  <a:off x="1651545" y="1249680"/>
                  <a:ext cx="8112215" cy="97536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9" name="椭圆 48"/>
              <p:cNvSpPr/>
              <p:nvPr>
                <p:custDataLst>
                  <p:tags r:id="rId11"/>
                </p:custDataLst>
              </p:nvPr>
            </p:nvSpPr>
            <p:spPr>
              <a:xfrm>
                <a:off x="2754944" y="1562181"/>
                <a:ext cx="769426" cy="76942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400" dirty="0">
                    <a:solidFill>
                      <a:srgbClr val="003399"/>
                    </a:solidFill>
                    <a:latin typeface="Arial Black" panose="020B0A04020102020204" pitchFamily="34" charset="0"/>
                    <a:ea typeface="黑体" panose="02010609060101010101" pitchFamily="49" charset="-122"/>
                  </a:rPr>
                  <a:t>2</a:t>
                </a:r>
                <a:endParaRPr lang="zh-CN" altLang="en-US" sz="4400" dirty="0">
                  <a:solidFill>
                    <a:srgbClr val="003399"/>
                  </a:solidFill>
                  <a:latin typeface="Arial Black" panose="020B0A04020102020204" pitchFamily="34" charset="0"/>
                  <a:ea typeface="黑体" panose="02010609060101010101" pitchFamily="49" charset="-122"/>
                </a:endParaRPr>
              </a:p>
            </p:txBody>
          </p:sp>
        </p:grpSp>
        <p:sp>
          <p:nvSpPr>
            <p:cNvPr id="47" name="文本框 46"/>
            <p:cNvSpPr txBox="1"/>
            <p:nvPr>
              <p:custDataLst>
                <p:tags r:id="rId12"/>
              </p:custDataLst>
            </p:nvPr>
          </p:nvSpPr>
          <p:spPr>
            <a:xfrm>
              <a:off x="3129621" y="1895776"/>
              <a:ext cx="6750050" cy="645308"/>
            </a:xfrm>
            <a:prstGeom prst="rect">
              <a:avLst/>
            </a:prstGeom>
            <a:noFill/>
          </p:spPr>
          <p:txBody>
            <a:bodyPr wrap="square" rtlCol="0">
              <a:spAutoFit/>
            </a:bodyPr>
            <a:lstStyle/>
            <a:p>
              <a:r>
                <a:rPr lang="zh-CN" altLang="en-US" sz="3600" dirty="0">
                  <a:solidFill>
                    <a:schemeClr val="bg1"/>
                  </a:solidFill>
                  <a:latin typeface="黑体" panose="02010609060101010101" pitchFamily="49" charset="-122"/>
                  <a:ea typeface="黑体" panose="02010609060101010101" pitchFamily="49" charset="-122"/>
                </a:rPr>
                <a:t>软件数字水印</a:t>
              </a:r>
              <a:endParaRPr lang="zh-CN" altLang="en-US" sz="3600" dirty="0">
                <a:solidFill>
                  <a:schemeClr val="bg1"/>
                </a:solidFill>
                <a:latin typeface="黑体" panose="02010609060101010101" pitchFamily="49" charset="-122"/>
                <a:ea typeface="黑体" panose="02010609060101010101" pitchFamily="49" charset="-122"/>
              </a:endParaRPr>
            </a:p>
          </p:txBody>
        </p:sp>
      </p:grpSp>
      <p:grpSp>
        <p:nvGrpSpPr>
          <p:cNvPr id="59" name="组合 58"/>
          <p:cNvGrpSpPr/>
          <p:nvPr>
            <p:custDataLst>
              <p:tags r:id="rId13"/>
            </p:custDataLst>
          </p:nvPr>
        </p:nvGrpSpPr>
        <p:grpSpPr>
          <a:xfrm>
            <a:off x="552546" y="4527568"/>
            <a:ext cx="6779902" cy="768985"/>
            <a:chOff x="2424136" y="1811320"/>
            <a:chExt cx="6779902" cy="769161"/>
          </a:xfrm>
        </p:grpSpPr>
        <p:grpSp>
          <p:nvGrpSpPr>
            <p:cNvPr id="60" name="组合 59"/>
            <p:cNvGrpSpPr/>
            <p:nvPr/>
          </p:nvGrpSpPr>
          <p:grpSpPr>
            <a:xfrm>
              <a:off x="2424136" y="1811320"/>
              <a:ext cx="6779902" cy="769161"/>
              <a:chOff x="2629986" y="1459214"/>
              <a:chExt cx="8597473" cy="975360"/>
            </a:xfrm>
          </p:grpSpPr>
          <p:grpSp>
            <p:nvGrpSpPr>
              <p:cNvPr id="62" name="组合 61"/>
              <p:cNvGrpSpPr/>
              <p:nvPr/>
            </p:nvGrpSpPr>
            <p:grpSpPr>
              <a:xfrm>
                <a:off x="2629986" y="1459214"/>
                <a:ext cx="8597473" cy="975360"/>
                <a:chOff x="1166287" y="1249680"/>
                <a:chExt cx="8597473" cy="975360"/>
              </a:xfrm>
              <a:solidFill>
                <a:srgbClr val="003399"/>
              </a:solidFill>
            </p:grpSpPr>
            <p:sp>
              <p:nvSpPr>
                <p:cNvPr id="64" name="椭圆 63"/>
                <p:cNvSpPr/>
                <p:nvPr>
                  <p:custDataLst>
                    <p:tags r:id="rId14"/>
                  </p:custDataLst>
                </p:nvPr>
              </p:nvSpPr>
              <p:spPr>
                <a:xfrm>
                  <a:off x="1166287" y="1249680"/>
                  <a:ext cx="975360" cy="97536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矩形 64"/>
                <p:cNvSpPr/>
                <p:nvPr>
                  <p:custDataLst>
                    <p:tags r:id="rId15"/>
                  </p:custDataLst>
                </p:nvPr>
              </p:nvSpPr>
              <p:spPr>
                <a:xfrm>
                  <a:off x="1651545" y="1249680"/>
                  <a:ext cx="8112215" cy="97536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3" name="椭圆 62"/>
              <p:cNvSpPr/>
              <p:nvPr>
                <p:custDataLst>
                  <p:tags r:id="rId16"/>
                </p:custDataLst>
              </p:nvPr>
            </p:nvSpPr>
            <p:spPr>
              <a:xfrm>
                <a:off x="2754944" y="1562181"/>
                <a:ext cx="769426" cy="76942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400" dirty="0">
                    <a:solidFill>
                      <a:srgbClr val="003399"/>
                    </a:solidFill>
                    <a:latin typeface="Arial Black" panose="020B0A04020102020204" pitchFamily="34" charset="0"/>
                    <a:ea typeface="黑体" panose="02010609060101010101" pitchFamily="49" charset="-122"/>
                  </a:rPr>
                  <a:t>4</a:t>
                </a:r>
                <a:endParaRPr lang="zh-CN" altLang="en-US" sz="4400" dirty="0">
                  <a:solidFill>
                    <a:srgbClr val="003399"/>
                  </a:solidFill>
                  <a:latin typeface="Arial Black" panose="020B0A04020102020204" pitchFamily="34" charset="0"/>
                  <a:ea typeface="黑体" panose="02010609060101010101" pitchFamily="49" charset="-122"/>
                </a:endParaRPr>
              </a:p>
            </p:txBody>
          </p:sp>
        </p:grpSp>
        <p:sp>
          <p:nvSpPr>
            <p:cNvPr id="61" name="文本框 60"/>
            <p:cNvSpPr txBox="1"/>
            <p:nvPr>
              <p:custDataLst>
                <p:tags r:id="rId17"/>
              </p:custDataLst>
            </p:nvPr>
          </p:nvSpPr>
          <p:spPr>
            <a:xfrm>
              <a:off x="3193281" y="1860980"/>
              <a:ext cx="2590800" cy="645160"/>
            </a:xfrm>
            <a:prstGeom prst="rect">
              <a:avLst/>
            </a:prstGeom>
            <a:noFill/>
          </p:spPr>
          <p:txBody>
            <a:bodyPr wrap="square" rtlCol="0">
              <a:spAutoFit/>
            </a:bodyPr>
            <a:lstStyle/>
            <a:p>
              <a:r>
                <a:rPr lang="zh-CN" altLang="en-US" sz="3600" dirty="0">
                  <a:solidFill>
                    <a:schemeClr val="bg1"/>
                  </a:solidFill>
                  <a:latin typeface="黑体" panose="02010609060101010101" pitchFamily="49" charset="-122"/>
                  <a:ea typeface="黑体" panose="02010609060101010101" pitchFamily="49" charset="-122"/>
                </a:rPr>
                <a:t>本章</a:t>
              </a:r>
              <a:r>
                <a:rPr lang="zh-CN" altLang="en-US" sz="3600" dirty="0">
                  <a:solidFill>
                    <a:schemeClr val="bg1"/>
                  </a:solidFill>
                  <a:latin typeface="黑体" panose="02010609060101010101" pitchFamily="49" charset="-122"/>
                  <a:ea typeface="黑体" panose="02010609060101010101" pitchFamily="49" charset="-122"/>
                </a:rPr>
                <a:t>小结</a:t>
              </a:r>
              <a:endParaRPr lang="zh-CN" altLang="en-US" sz="3600" dirty="0">
                <a:solidFill>
                  <a:schemeClr val="bg1"/>
                </a:solidFill>
                <a:latin typeface="黑体" panose="02010609060101010101" pitchFamily="49" charset="-122"/>
                <a:ea typeface="黑体" panose="02010609060101010101" pitchFamily="49" charset="-122"/>
              </a:endParaRPr>
            </a:p>
          </p:txBody>
        </p:sp>
      </p:grpSp>
      <p:grpSp>
        <p:nvGrpSpPr>
          <p:cNvPr id="6" name="组合 5"/>
          <p:cNvGrpSpPr/>
          <p:nvPr/>
        </p:nvGrpSpPr>
        <p:grpSpPr>
          <a:xfrm>
            <a:off x="7744444" y="0"/>
            <a:ext cx="4447556" cy="6858000"/>
            <a:chOff x="6922851" y="0"/>
            <a:chExt cx="5269149" cy="6858000"/>
          </a:xfrm>
          <a:blipFill dpi="0" rotWithShape="1">
            <a:blip r:embed="rId18">
              <a:extLst>
                <a:ext uri="{28A0092B-C50C-407E-A947-70E740481C1C}">
                  <a14:useLocalDpi xmlns:a14="http://schemas.microsoft.com/office/drawing/2010/main" val="0"/>
                </a:ext>
              </a:extLst>
            </a:blip>
            <a:srcRect/>
            <a:stretch>
              <a:fillRect l="-50000" r="-50000"/>
            </a:stretch>
          </a:blipFill>
        </p:grpSpPr>
        <p:sp>
          <p:nvSpPr>
            <p:cNvPr id="4" name="椭圆 3"/>
            <p:cNvSpPr/>
            <p:nvPr/>
          </p:nvSpPr>
          <p:spPr>
            <a:xfrm>
              <a:off x="6922851" y="0"/>
              <a:ext cx="4030494" cy="6858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8949447" y="0"/>
              <a:ext cx="3242553"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8" name="文本框 67"/>
          <p:cNvSpPr txBox="1"/>
          <p:nvPr/>
        </p:nvSpPr>
        <p:spPr>
          <a:xfrm flipH="1">
            <a:off x="938039" y="166642"/>
            <a:ext cx="1998316" cy="707886"/>
          </a:xfrm>
          <a:prstGeom prst="rect">
            <a:avLst/>
          </a:prstGeom>
          <a:noFill/>
        </p:spPr>
        <p:txBody>
          <a:bodyPr wrap="square" rtlCol="0">
            <a:spAutoFit/>
          </a:bodyPr>
          <a:lstStyle/>
          <a:p>
            <a:r>
              <a:rPr lang="zh-CN" altLang="en-US" sz="4000" dirty="0">
                <a:solidFill>
                  <a:srgbClr val="003399"/>
                </a:solidFill>
                <a:latin typeface="黑体" panose="02010609060101010101" pitchFamily="49" charset="-122"/>
                <a:ea typeface="黑体" panose="02010609060101010101" pitchFamily="49" charset="-122"/>
              </a:rPr>
              <a:t>目录</a:t>
            </a:r>
            <a:endParaRPr lang="zh-CN" altLang="en-US" sz="4000" dirty="0">
              <a:solidFill>
                <a:srgbClr val="003399"/>
              </a:solidFill>
              <a:latin typeface="黑体" panose="02010609060101010101" pitchFamily="49" charset="-122"/>
              <a:ea typeface="黑体" panose="02010609060101010101" pitchFamily="49" charset="-122"/>
            </a:endParaRPr>
          </a:p>
        </p:txBody>
      </p:sp>
      <p:grpSp>
        <p:nvGrpSpPr>
          <p:cNvPr id="82" name="组合 81"/>
          <p:cNvGrpSpPr/>
          <p:nvPr/>
        </p:nvGrpSpPr>
        <p:grpSpPr>
          <a:xfrm>
            <a:off x="320172" y="274706"/>
            <a:ext cx="540000" cy="540000"/>
            <a:chOff x="328496" y="364706"/>
            <a:chExt cx="540000" cy="540000"/>
          </a:xfrm>
        </p:grpSpPr>
        <p:sp>
          <p:nvSpPr>
            <p:cNvPr id="80" name="矩形 79"/>
            <p:cNvSpPr/>
            <p:nvPr/>
          </p:nvSpPr>
          <p:spPr>
            <a:xfrm>
              <a:off x="508496" y="544706"/>
              <a:ext cx="360000" cy="360000"/>
            </a:xfrm>
            <a:prstGeom prst="rect">
              <a:avLst/>
            </a:prstGeom>
            <a:solidFill>
              <a:srgbClr val="0033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矩形 80"/>
            <p:cNvSpPr/>
            <p:nvPr/>
          </p:nvSpPr>
          <p:spPr>
            <a:xfrm>
              <a:off x="328496" y="364706"/>
              <a:ext cx="180000" cy="180000"/>
            </a:xfrm>
            <a:prstGeom prst="rect">
              <a:avLst/>
            </a:prstGeom>
            <a:solidFill>
              <a:srgbClr val="0033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 name="组合 1"/>
          <p:cNvGrpSpPr/>
          <p:nvPr>
            <p:custDataLst>
              <p:tags r:id="rId19"/>
            </p:custDataLst>
          </p:nvPr>
        </p:nvGrpSpPr>
        <p:grpSpPr>
          <a:xfrm>
            <a:off x="552546" y="3395998"/>
            <a:ext cx="6823075" cy="768985"/>
            <a:chOff x="2424136" y="1811320"/>
            <a:chExt cx="6823075" cy="769161"/>
          </a:xfrm>
        </p:grpSpPr>
        <p:grpSp>
          <p:nvGrpSpPr>
            <p:cNvPr id="10" name="组合 9"/>
            <p:cNvGrpSpPr/>
            <p:nvPr/>
          </p:nvGrpSpPr>
          <p:grpSpPr>
            <a:xfrm>
              <a:off x="2424136" y="1811320"/>
              <a:ext cx="6779902" cy="769161"/>
              <a:chOff x="2629986" y="1459214"/>
              <a:chExt cx="8597473" cy="975360"/>
            </a:xfrm>
          </p:grpSpPr>
          <p:grpSp>
            <p:nvGrpSpPr>
              <p:cNvPr id="15" name="组合 14"/>
              <p:cNvGrpSpPr/>
              <p:nvPr/>
            </p:nvGrpSpPr>
            <p:grpSpPr>
              <a:xfrm>
                <a:off x="2629986" y="1459214"/>
                <a:ext cx="8597473" cy="975360"/>
                <a:chOff x="1166287" y="1249680"/>
                <a:chExt cx="8597473" cy="975360"/>
              </a:xfrm>
              <a:solidFill>
                <a:srgbClr val="003399"/>
              </a:solidFill>
            </p:grpSpPr>
            <p:sp>
              <p:nvSpPr>
                <p:cNvPr id="18" name="矩形 17"/>
                <p:cNvSpPr/>
                <p:nvPr>
                  <p:custDataLst>
                    <p:tags r:id="rId20"/>
                  </p:custDataLst>
                </p:nvPr>
              </p:nvSpPr>
              <p:spPr>
                <a:xfrm>
                  <a:off x="1651545" y="1249680"/>
                  <a:ext cx="8112215" cy="97536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custDataLst>
                    <p:tags r:id="rId21"/>
                  </p:custDataLst>
                </p:nvPr>
              </p:nvSpPr>
              <p:spPr>
                <a:xfrm>
                  <a:off x="1166287" y="1249680"/>
                  <a:ext cx="975360" cy="97536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椭圆 15"/>
              <p:cNvSpPr/>
              <p:nvPr>
                <p:custDataLst>
                  <p:tags r:id="rId22"/>
                </p:custDataLst>
              </p:nvPr>
            </p:nvSpPr>
            <p:spPr>
              <a:xfrm>
                <a:off x="2754944" y="1562181"/>
                <a:ext cx="769426" cy="76942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400" dirty="0">
                    <a:solidFill>
                      <a:srgbClr val="003399"/>
                    </a:solidFill>
                    <a:latin typeface="Arial Black" panose="020B0A04020102020204" pitchFamily="34" charset="0"/>
                    <a:ea typeface="黑体" panose="02010609060101010101" pitchFamily="49" charset="-122"/>
                  </a:rPr>
                  <a:t>3</a:t>
                </a:r>
                <a:endParaRPr lang="zh-CN" altLang="en-US" sz="4400" dirty="0">
                  <a:solidFill>
                    <a:srgbClr val="003399"/>
                  </a:solidFill>
                  <a:latin typeface="Arial Black" panose="020B0A04020102020204" pitchFamily="34" charset="0"/>
                  <a:ea typeface="黑体" panose="02010609060101010101" pitchFamily="49" charset="-122"/>
                </a:endParaRPr>
              </a:p>
            </p:txBody>
          </p:sp>
        </p:grpSp>
        <p:sp>
          <p:nvSpPr>
            <p:cNvPr id="14" name="文本框 13"/>
            <p:cNvSpPr txBox="1"/>
            <p:nvPr>
              <p:custDataLst>
                <p:tags r:id="rId23"/>
              </p:custDataLst>
            </p:nvPr>
          </p:nvSpPr>
          <p:spPr>
            <a:xfrm>
              <a:off x="3129621" y="1857675"/>
              <a:ext cx="6117590" cy="645308"/>
            </a:xfrm>
            <a:prstGeom prst="rect">
              <a:avLst/>
            </a:prstGeom>
            <a:noFill/>
          </p:spPr>
          <p:txBody>
            <a:bodyPr wrap="square" rtlCol="0">
              <a:spAutoFit/>
            </a:bodyPr>
            <a:lstStyle/>
            <a:p>
              <a:r>
                <a:rPr lang="zh-CN" altLang="en-US" sz="3600" dirty="0">
                  <a:solidFill>
                    <a:schemeClr val="bg1"/>
                  </a:solidFill>
                  <a:latin typeface="黑体" panose="02010609060101010101" pitchFamily="49" charset="-122"/>
                  <a:ea typeface="黑体" panose="02010609060101010101" pitchFamily="49" charset="-122"/>
                </a:rPr>
                <a:t>视频数字水印</a:t>
              </a:r>
              <a:endParaRPr lang="zh-CN" altLang="en-US" sz="3600" dirty="0">
                <a:solidFill>
                  <a:schemeClr val="bg1"/>
                </a:solidFill>
                <a:latin typeface="黑体" panose="02010609060101010101" pitchFamily="49" charset="-122"/>
                <a:ea typeface="黑体" panose="02010609060101010101" pitchFamily="49" charset="-122"/>
              </a:endParaRPr>
            </a:p>
          </p:txBody>
        </p:sp>
      </p:grpSp>
      <p:grpSp>
        <p:nvGrpSpPr>
          <p:cNvPr id="19" name="组合 18"/>
          <p:cNvGrpSpPr/>
          <p:nvPr>
            <p:custDataLst>
              <p:tags r:id="rId24"/>
            </p:custDataLst>
          </p:nvPr>
        </p:nvGrpSpPr>
        <p:grpSpPr>
          <a:xfrm>
            <a:off x="552546" y="5659138"/>
            <a:ext cx="7317740" cy="768985"/>
            <a:chOff x="2424136" y="1811320"/>
            <a:chExt cx="7317740" cy="769161"/>
          </a:xfrm>
        </p:grpSpPr>
        <p:grpSp>
          <p:nvGrpSpPr>
            <p:cNvPr id="20" name="组合 19"/>
            <p:cNvGrpSpPr/>
            <p:nvPr/>
          </p:nvGrpSpPr>
          <p:grpSpPr>
            <a:xfrm>
              <a:off x="2424136" y="1811320"/>
              <a:ext cx="7317740" cy="769161"/>
              <a:chOff x="2629986" y="1459214"/>
              <a:chExt cx="9279496" cy="975360"/>
            </a:xfrm>
          </p:grpSpPr>
          <p:grpSp>
            <p:nvGrpSpPr>
              <p:cNvPr id="21" name="组合 20"/>
              <p:cNvGrpSpPr/>
              <p:nvPr/>
            </p:nvGrpSpPr>
            <p:grpSpPr>
              <a:xfrm>
                <a:off x="2629986" y="1459214"/>
                <a:ext cx="9279496" cy="975360"/>
                <a:chOff x="1166287" y="1249680"/>
                <a:chExt cx="9279496" cy="975360"/>
              </a:xfrm>
              <a:solidFill>
                <a:srgbClr val="003399"/>
              </a:solidFill>
            </p:grpSpPr>
            <p:sp>
              <p:nvSpPr>
                <p:cNvPr id="22" name="椭圆 21"/>
                <p:cNvSpPr/>
                <p:nvPr>
                  <p:custDataLst>
                    <p:tags r:id="rId25"/>
                  </p:custDataLst>
                </p:nvPr>
              </p:nvSpPr>
              <p:spPr>
                <a:xfrm>
                  <a:off x="1166287" y="1249680"/>
                  <a:ext cx="975360" cy="97536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5" name="矩形 24"/>
                <p:cNvSpPr/>
                <p:nvPr>
                  <p:custDataLst>
                    <p:tags r:id="rId26"/>
                  </p:custDataLst>
                </p:nvPr>
              </p:nvSpPr>
              <p:spPr>
                <a:xfrm>
                  <a:off x="1651842" y="1249680"/>
                  <a:ext cx="8793941" cy="97536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26" name="椭圆 25"/>
              <p:cNvSpPr/>
              <p:nvPr>
                <p:custDataLst>
                  <p:tags r:id="rId27"/>
                </p:custDataLst>
              </p:nvPr>
            </p:nvSpPr>
            <p:spPr>
              <a:xfrm>
                <a:off x="2754944" y="1562181"/>
                <a:ext cx="769426" cy="76942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4400" dirty="0">
                    <a:solidFill>
                      <a:srgbClr val="003399"/>
                    </a:solidFill>
                    <a:latin typeface="Arial Black" panose="020B0A04020102020204" pitchFamily="34" charset="0"/>
                    <a:ea typeface="黑体" panose="02010609060101010101" pitchFamily="49" charset="-122"/>
                  </a:rPr>
                  <a:t>5</a:t>
                </a:r>
                <a:endParaRPr lang="en-US" altLang="zh-CN" sz="4400" dirty="0">
                  <a:solidFill>
                    <a:srgbClr val="003399"/>
                  </a:solidFill>
                  <a:latin typeface="Arial Black" panose="020B0A04020102020204" pitchFamily="34" charset="0"/>
                  <a:ea typeface="黑体" panose="02010609060101010101" pitchFamily="49" charset="-122"/>
                </a:endParaRPr>
              </a:p>
            </p:txBody>
          </p:sp>
        </p:grpSp>
        <p:sp>
          <p:nvSpPr>
            <p:cNvPr id="27" name="文本框 26"/>
            <p:cNvSpPr txBox="1"/>
            <p:nvPr>
              <p:custDataLst>
                <p:tags r:id="rId28"/>
              </p:custDataLst>
            </p:nvPr>
          </p:nvSpPr>
          <p:spPr>
            <a:xfrm>
              <a:off x="3193281" y="1860980"/>
              <a:ext cx="2590800" cy="645160"/>
            </a:xfrm>
            <a:prstGeom prst="rect">
              <a:avLst/>
            </a:prstGeom>
            <a:noFill/>
          </p:spPr>
          <p:txBody>
            <a:bodyPr wrap="square" rtlCol="0">
              <a:spAutoFit/>
            </a:bodyPr>
            <a:p>
              <a:r>
                <a:rPr lang="zh-CN" altLang="en-US" sz="3600" dirty="0">
                  <a:solidFill>
                    <a:schemeClr val="bg1"/>
                  </a:solidFill>
                  <a:latin typeface="黑体" panose="02010609060101010101" pitchFamily="49" charset="-122"/>
                  <a:ea typeface="黑体" panose="02010609060101010101" pitchFamily="49" charset="-122"/>
                </a:rPr>
                <a:t>课后习题</a:t>
              </a:r>
              <a:endParaRPr lang="zh-CN" altLang="en-US" sz="3600" dirty="0">
                <a:solidFill>
                  <a:schemeClr val="bg1"/>
                </a:solidFill>
                <a:latin typeface="黑体" panose="02010609060101010101" pitchFamily="49" charset="-122"/>
                <a:ea typeface="黑体" panose="02010609060101010101" pitchFamily="49" charset="-122"/>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Rectangle 3"/>
          <p:cNvSpPr>
            <a:spLocks noGrp="1" noChangeArrowheads="1"/>
          </p:cNvSpPr>
          <p:nvPr>
            <p:ph type="body" idx="1"/>
          </p:nvPr>
        </p:nvSpPr>
        <p:spPr>
          <a:xfrm>
            <a:off x="1271059" y="1772603"/>
            <a:ext cx="9751483" cy="4114800"/>
          </a:xfrm>
        </p:spPr>
        <p:txBody>
          <a:bodyPr/>
          <a:lstStyle/>
          <a:p>
            <a:pPr eaLnBrk="1" hangingPunct="1"/>
            <a:r>
              <a:rPr lang="zh-CN" altLang="en-US"/>
              <a:t>文本是信息传递的一种重要媒体，应用的广泛性甚至超过图像、语音等其他媒体形式</a:t>
            </a:r>
            <a:endParaRPr lang="zh-CN" altLang="en-US"/>
          </a:p>
          <a:p>
            <a:pPr eaLnBrk="1" hangingPunct="1"/>
            <a:r>
              <a:rPr lang="zh-CN" altLang="en-US"/>
              <a:t>当电子传播方式被人们广泛接受，文本信息的版权保护和鉴别成为亟待解决的问题（如数字出版物和数字图书馆的出现，大有取代传统书籍之势）</a:t>
            </a:r>
            <a:endParaRPr lang="zh-CN" altLang="en-US"/>
          </a:p>
        </p:txBody>
      </p:sp>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文本信息隐藏</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108">
                                            <p:txEl>
                                              <p:pRg st="0" end="0"/>
                                            </p:txEl>
                                          </p:spTgt>
                                        </p:tgtEl>
                                        <p:attrNameLst>
                                          <p:attrName>style.visibility</p:attrName>
                                        </p:attrNameLst>
                                      </p:cBhvr>
                                      <p:to>
                                        <p:strVal val="visible"/>
                                      </p:to>
                                    </p:set>
                                    <p:anim calcmode="lin" valueType="num">
                                      <p:cBhvr additive="base">
                                        <p:cTn id="7" dur="500" fill="hold"/>
                                        <p:tgtEl>
                                          <p:spTgt spid="4710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710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7108">
                                            <p:txEl>
                                              <p:pRg st="1" end="1"/>
                                            </p:txEl>
                                          </p:spTgt>
                                        </p:tgtEl>
                                        <p:attrNameLst>
                                          <p:attrName>style.visibility</p:attrName>
                                        </p:attrNameLst>
                                      </p:cBhvr>
                                      <p:to>
                                        <p:strVal val="visible"/>
                                      </p:to>
                                    </p:set>
                                    <p:anim calcmode="lin" valueType="num">
                                      <p:cBhvr additive="base">
                                        <p:cTn id="13" dur="500" fill="hold"/>
                                        <p:tgtEl>
                                          <p:spTgt spid="4710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7108">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8"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3"/>
          <p:cNvSpPr>
            <a:spLocks noGrp="1" noChangeArrowheads="1"/>
          </p:cNvSpPr>
          <p:nvPr>
            <p:ph type="body" idx="1"/>
          </p:nvPr>
        </p:nvSpPr>
        <p:spPr>
          <a:xfrm>
            <a:off x="1558714" y="1340803"/>
            <a:ext cx="9751483" cy="4114800"/>
          </a:xfrm>
        </p:spPr>
        <p:txBody>
          <a:bodyPr/>
          <a:lstStyle/>
          <a:p>
            <a:pPr eaLnBrk="1" hangingPunct="1"/>
            <a:r>
              <a:rPr lang="zh-CN" altLang="en-US" dirty="0"/>
              <a:t>文本文档</a:t>
            </a:r>
            <a:endParaRPr lang="en-US" altLang="zh-CN" dirty="0"/>
          </a:p>
          <a:p>
            <a:pPr lvl="1" eaLnBrk="1" hangingPunct="1"/>
            <a:r>
              <a:rPr lang="zh-CN" altLang="en-US" dirty="0"/>
              <a:t>文字信息的数字化表示所形成的电子文件</a:t>
            </a:r>
            <a:endParaRPr lang="zh-CN" altLang="en-US" dirty="0"/>
          </a:p>
          <a:p>
            <a:pPr lvl="1" eaLnBrk="1" hangingPunct="1"/>
            <a:r>
              <a:rPr lang="zh-CN" altLang="en-US" dirty="0">
                <a:sym typeface="+mn-ea"/>
              </a:rPr>
              <a:t>由内容和格式构成的，内容包括字、词、句、行、段落等元素</a:t>
            </a:r>
            <a:endParaRPr lang="zh-CN" altLang="en-US" dirty="0"/>
          </a:p>
          <a:p>
            <a:pPr eaLnBrk="1" hangingPunct="1"/>
            <a:r>
              <a:rPr lang="zh-CN" altLang="en-US" dirty="0"/>
              <a:t>文本文档分类</a:t>
            </a:r>
            <a:endParaRPr lang="zh-CN" altLang="en-US" dirty="0"/>
          </a:p>
          <a:p>
            <a:pPr lvl="1" eaLnBrk="1" hangingPunct="1"/>
            <a:r>
              <a:rPr lang="zh-CN" altLang="en-US" dirty="0"/>
              <a:t>文本格式</a:t>
            </a:r>
            <a:endParaRPr lang="en-US" altLang="zh-CN" dirty="0"/>
          </a:p>
          <a:p>
            <a:pPr lvl="2" eaLnBrk="1" hangingPunct="1"/>
            <a:r>
              <a:rPr lang="zh-CN" altLang="en-US" dirty="0"/>
              <a:t>以</a:t>
            </a:r>
            <a:r>
              <a:rPr lang="en-US" altLang="zh-CN" dirty="0"/>
              <a:t>ASCII</a:t>
            </a:r>
            <a:r>
              <a:rPr lang="zh-CN" altLang="en-US" dirty="0"/>
              <a:t>码表示内容并包含格式的文档格式文件</a:t>
            </a:r>
            <a:endParaRPr lang="zh-CN" altLang="en-US" dirty="0"/>
          </a:p>
          <a:p>
            <a:pPr lvl="2" eaLnBrk="1" hangingPunct="1"/>
            <a:r>
              <a:rPr lang="zh-CN" altLang="en-US" dirty="0"/>
              <a:t>.</a:t>
            </a:r>
            <a:r>
              <a:rPr lang="en-US" altLang="zh-CN" dirty="0"/>
              <a:t>doc, .</a:t>
            </a:r>
            <a:r>
              <a:rPr lang="en-US" altLang="zh-CN" dirty="0" err="1"/>
              <a:t>htm</a:t>
            </a:r>
            <a:r>
              <a:rPr lang="en-US" altLang="zh-CN" dirty="0"/>
              <a:t>, .rtf, .txt </a:t>
            </a:r>
            <a:endParaRPr lang="en-US" altLang="zh-CN" dirty="0"/>
          </a:p>
          <a:p>
            <a:pPr lvl="1" eaLnBrk="1" hangingPunct="1"/>
            <a:r>
              <a:rPr lang="zh-CN" altLang="en-US" dirty="0"/>
              <a:t>图像格式</a:t>
            </a:r>
            <a:endParaRPr lang="en-US" altLang="zh-CN" dirty="0"/>
          </a:p>
          <a:p>
            <a:pPr lvl="2" eaLnBrk="1" hangingPunct="1"/>
            <a:r>
              <a:rPr lang="zh-CN" altLang="en-US" dirty="0"/>
              <a:t>以像素点阵的方式描述内容</a:t>
            </a:r>
            <a:endParaRPr lang="en-US" altLang="zh-CN" dirty="0"/>
          </a:p>
          <a:p>
            <a:pPr lvl="2" eaLnBrk="1" hangingPunct="1"/>
            <a:r>
              <a:rPr lang="zh-CN" dirty="0"/>
              <a:t>传真、乐谱</a:t>
            </a:r>
            <a:endParaRPr lang="en-US" altLang="zh-CN" dirty="0"/>
          </a:p>
        </p:txBody>
      </p:sp>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文本信息隐藏</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8676">
                                            <p:txEl>
                                              <p:pRg st="0" end="0"/>
                                            </p:txEl>
                                          </p:spTgt>
                                        </p:tgtEl>
                                        <p:attrNameLst>
                                          <p:attrName>style.visibility</p:attrName>
                                        </p:attrNameLst>
                                      </p:cBhvr>
                                      <p:to>
                                        <p:strVal val="visible"/>
                                      </p:to>
                                    </p:set>
                                    <p:anim calcmode="lin" valueType="num">
                                      <p:cBhvr additive="base">
                                        <p:cTn id="7" dur="500" fill="hold"/>
                                        <p:tgtEl>
                                          <p:spTgt spid="2867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867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8676">
                                            <p:txEl>
                                              <p:pRg st="1" end="1"/>
                                            </p:txEl>
                                          </p:spTgt>
                                        </p:tgtEl>
                                        <p:attrNameLst>
                                          <p:attrName>style.visibility</p:attrName>
                                        </p:attrNameLst>
                                      </p:cBhvr>
                                      <p:to>
                                        <p:strVal val="visible"/>
                                      </p:to>
                                    </p:set>
                                    <p:anim calcmode="lin" valueType="num">
                                      <p:cBhvr additive="base">
                                        <p:cTn id="13" dur="500" fill="hold"/>
                                        <p:tgtEl>
                                          <p:spTgt spid="2867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867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8676">
                                            <p:txEl>
                                              <p:pRg st="2" end="2"/>
                                            </p:txEl>
                                          </p:spTgt>
                                        </p:tgtEl>
                                        <p:attrNameLst>
                                          <p:attrName>style.visibility</p:attrName>
                                        </p:attrNameLst>
                                      </p:cBhvr>
                                      <p:to>
                                        <p:strVal val="visible"/>
                                      </p:to>
                                    </p:set>
                                    <p:anim calcmode="lin" valueType="num">
                                      <p:cBhvr additive="base">
                                        <p:cTn id="19" dur="500" fill="hold"/>
                                        <p:tgtEl>
                                          <p:spTgt spid="2867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867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8676">
                                            <p:txEl>
                                              <p:pRg st="3" end="3"/>
                                            </p:txEl>
                                          </p:spTgt>
                                        </p:tgtEl>
                                        <p:attrNameLst>
                                          <p:attrName>style.visibility</p:attrName>
                                        </p:attrNameLst>
                                      </p:cBhvr>
                                      <p:to>
                                        <p:strVal val="visible"/>
                                      </p:to>
                                    </p:set>
                                    <p:anim calcmode="lin" valueType="num">
                                      <p:cBhvr additive="base">
                                        <p:cTn id="25" dur="500" fill="hold"/>
                                        <p:tgtEl>
                                          <p:spTgt spid="2867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867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8676">
                                            <p:txEl>
                                              <p:pRg st="4" end="4"/>
                                            </p:txEl>
                                          </p:spTgt>
                                        </p:tgtEl>
                                        <p:attrNameLst>
                                          <p:attrName>style.visibility</p:attrName>
                                        </p:attrNameLst>
                                      </p:cBhvr>
                                      <p:to>
                                        <p:strVal val="visible"/>
                                      </p:to>
                                    </p:set>
                                    <p:anim calcmode="lin" valueType="num">
                                      <p:cBhvr additive="base">
                                        <p:cTn id="31" dur="500" fill="hold"/>
                                        <p:tgtEl>
                                          <p:spTgt spid="28676">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867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8676">
                                            <p:txEl>
                                              <p:pRg st="5" end="5"/>
                                            </p:txEl>
                                          </p:spTgt>
                                        </p:tgtEl>
                                        <p:attrNameLst>
                                          <p:attrName>style.visibility</p:attrName>
                                        </p:attrNameLst>
                                      </p:cBhvr>
                                      <p:to>
                                        <p:strVal val="visible"/>
                                      </p:to>
                                    </p:set>
                                    <p:anim calcmode="lin" valueType="num">
                                      <p:cBhvr additive="base">
                                        <p:cTn id="37" dur="500" fill="hold"/>
                                        <p:tgtEl>
                                          <p:spTgt spid="28676">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867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8676">
                                            <p:txEl>
                                              <p:pRg st="6" end="6"/>
                                            </p:txEl>
                                          </p:spTgt>
                                        </p:tgtEl>
                                        <p:attrNameLst>
                                          <p:attrName>style.visibility</p:attrName>
                                        </p:attrNameLst>
                                      </p:cBhvr>
                                      <p:to>
                                        <p:strVal val="visible"/>
                                      </p:to>
                                    </p:set>
                                    <p:anim calcmode="lin" valueType="num">
                                      <p:cBhvr additive="base">
                                        <p:cTn id="43" dur="500" fill="hold"/>
                                        <p:tgtEl>
                                          <p:spTgt spid="28676">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867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8676">
                                            <p:txEl>
                                              <p:pRg st="7" end="7"/>
                                            </p:txEl>
                                          </p:spTgt>
                                        </p:tgtEl>
                                        <p:attrNameLst>
                                          <p:attrName>style.visibility</p:attrName>
                                        </p:attrNameLst>
                                      </p:cBhvr>
                                      <p:to>
                                        <p:strVal val="visible"/>
                                      </p:to>
                                    </p:set>
                                    <p:anim calcmode="lin" valueType="num">
                                      <p:cBhvr additive="base">
                                        <p:cTn id="49" dur="500" fill="hold"/>
                                        <p:tgtEl>
                                          <p:spTgt spid="28676">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8676">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28676">
                                            <p:txEl>
                                              <p:pRg st="8" end="8"/>
                                            </p:txEl>
                                          </p:spTgt>
                                        </p:tgtEl>
                                        <p:attrNameLst>
                                          <p:attrName>style.visibility</p:attrName>
                                        </p:attrNameLst>
                                      </p:cBhvr>
                                      <p:to>
                                        <p:strVal val="visible"/>
                                      </p:to>
                                    </p:set>
                                    <p:anim calcmode="lin" valueType="num">
                                      <p:cBhvr additive="base">
                                        <p:cTn id="55" dur="500" fill="hold"/>
                                        <p:tgtEl>
                                          <p:spTgt spid="28676">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28676">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28676">
                                            <p:txEl>
                                              <p:pRg st="9" end="9"/>
                                            </p:txEl>
                                          </p:spTgt>
                                        </p:tgtEl>
                                        <p:attrNameLst>
                                          <p:attrName>style.visibility</p:attrName>
                                        </p:attrNameLst>
                                      </p:cBhvr>
                                      <p:to>
                                        <p:strVal val="visible"/>
                                      </p:to>
                                    </p:set>
                                    <p:anim calcmode="lin" valueType="num">
                                      <p:cBhvr additive="base">
                                        <p:cTn id="61" dur="500" fill="hold"/>
                                        <p:tgtEl>
                                          <p:spTgt spid="28676">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28676">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6" grpId="0" bldLvl="5"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343449" y="1484313"/>
            <a:ext cx="9751483" cy="4114800"/>
          </a:xfrm>
        </p:spPr>
        <p:txBody>
          <a:bodyPr/>
          <a:lstStyle/>
          <a:p>
            <a:r>
              <a:rPr lang="zh-CN" altLang="en-US" dirty="0"/>
              <a:t>文本信息的传输形态包括：</a:t>
            </a:r>
            <a:endParaRPr lang="en-US" altLang="zh-CN" dirty="0"/>
          </a:p>
          <a:p>
            <a:pPr lvl="1"/>
            <a:r>
              <a:rPr lang="zh-CN" altLang="en-US" dirty="0"/>
              <a:t>电子文档</a:t>
            </a:r>
            <a:endParaRPr lang="en-US" altLang="zh-CN" dirty="0"/>
          </a:p>
          <a:p>
            <a:pPr lvl="2"/>
            <a:r>
              <a:rPr lang="zh-CN" altLang="en-US" dirty="0"/>
              <a:t>其文字内容、文字图形特征（连通度、颜色、灰度</a:t>
            </a:r>
            <a:r>
              <a:rPr lang="en-US" altLang="zh-CN" dirty="0"/>
              <a:t>…</a:t>
            </a:r>
            <a:r>
              <a:rPr lang="zh-CN" altLang="en-US" dirty="0"/>
              <a:t>）都可以被用于隐藏信息，是其优势。但电子文档传输过程中，其格式可能被重排，其内容可能被编辑，可用于隐藏的“特征”又受到限制</a:t>
            </a:r>
            <a:endParaRPr lang="en-US" altLang="zh-CN" dirty="0"/>
          </a:p>
          <a:p>
            <a:pPr lvl="1"/>
            <a:r>
              <a:rPr lang="zh-CN" altLang="en-US" dirty="0"/>
              <a:t>电子文档图像</a:t>
            </a:r>
            <a:endParaRPr lang="en-US" altLang="zh-CN" dirty="0"/>
          </a:p>
          <a:p>
            <a:pPr lvl="2"/>
            <a:r>
              <a:rPr lang="zh-CN" altLang="en-US" dirty="0"/>
              <a:t>文档图像的“内容”一般不发生变化，且以数字形态存在时，灰度、色彩、黑白像素比等等都可以用于隐藏信息，但可能遭受图像格式转换，锐化、模糊等图像处理，可用于隐藏的“特征”又受到限制。</a:t>
            </a:r>
            <a:endParaRPr lang="en-US" altLang="zh-CN" dirty="0"/>
          </a:p>
        </p:txBody>
      </p:sp>
      <p:sp>
        <p:nvSpPr>
          <p:cNvPr id="4" name="矩形 3"/>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文本信息隐藏</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6" name="Rectangle 3"/>
          <p:cNvSpPr>
            <a:spLocks noGrp="1" noChangeArrowheads="1"/>
          </p:cNvSpPr>
          <p:nvPr>
            <p:ph type="body" idx="1"/>
          </p:nvPr>
        </p:nvSpPr>
        <p:spPr>
          <a:xfrm>
            <a:off x="1415203" y="1268730"/>
            <a:ext cx="10168467" cy="6197600"/>
          </a:xfrm>
        </p:spPr>
        <p:txBody>
          <a:bodyPr/>
          <a:lstStyle/>
          <a:p>
            <a:pPr eaLnBrk="1" hangingPunct="1"/>
            <a:r>
              <a:rPr lang="zh-CN" altLang="en-US" sz="3335"/>
              <a:t>文本信息隐藏</a:t>
            </a:r>
            <a:endParaRPr lang="en-US" altLang="zh-CN" sz="3335"/>
          </a:p>
          <a:p>
            <a:pPr lvl="1" eaLnBrk="1" hangingPunct="1"/>
            <a:r>
              <a:rPr lang="zh-CN" altLang="en-US" sz="2800"/>
              <a:t>以一定的方式对文本内容及格式等进行修改，嵌入所需信息但不易被察觉</a:t>
            </a:r>
            <a:endParaRPr lang="zh-CN" altLang="en-US" sz="2800"/>
          </a:p>
          <a:p>
            <a:pPr eaLnBrk="1" hangingPunct="1"/>
            <a:r>
              <a:rPr lang="zh-CN" altLang="en-US" sz="3335"/>
              <a:t>文本文档的特点</a:t>
            </a:r>
            <a:endParaRPr lang="zh-CN" altLang="en-US" sz="3335"/>
          </a:p>
          <a:p>
            <a:pPr lvl="1" eaLnBrk="1" hangingPunct="1"/>
            <a:r>
              <a:rPr lang="zh-CN" altLang="en-US" sz="2800"/>
              <a:t>数据与内容的高度一致性（对数据的修改直接影响其内容）</a:t>
            </a:r>
            <a:endParaRPr lang="zh-CN" altLang="en-US" sz="2800"/>
          </a:p>
          <a:p>
            <a:pPr eaLnBrk="1" hangingPunct="1"/>
            <a:r>
              <a:rPr lang="zh-CN" altLang="en-US" sz="3335"/>
              <a:t>要求</a:t>
            </a:r>
            <a:endParaRPr lang="zh-CN" altLang="en-US" sz="3335"/>
          </a:p>
          <a:p>
            <a:pPr lvl="1" eaLnBrk="1" hangingPunct="1"/>
            <a:r>
              <a:rPr lang="zh-CN" altLang="en-US" sz="2800"/>
              <a:t>信息嵌入不影响文本文档的可读性</a:t>
            </a:r>
            <a:endParaRPr lang="zh-CN" altLang="en-US" sz="2800"/>
          </a:p>
          <a:p>
            <a:pPr lvl="1" eaLnBrk="1" hangingPunct="1"/>
            <a:r>
              <a:rPr lang="zh-CN" altLang="en-US" sz="2800"/>
              <a:t>信息嵌入不在内容表征上产生可被视觉感知的异常</a:t>
            </a:r>
            <a:endParaRPr lang="zh-CN" altLang="en-US" sz="2800"/>
          </a:p>
        </p:txBody>
      </p:sp>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文本信息隐藏</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9156">
                                            <p:txEl>
                                              <p:pRg st="0" end="0"/>
                                            </p:txEl>
                                          </p:spTgt>
                                        </p:tgtEl>
                                        <p:attrNameLst>
                                          <p:attrName>style.visibility</p:attrName>
                                        </p:attrNameLst>
                                      </p:cBhvr>
                                      <p:to>
                                        <p:strVal val="visible"/>
                                      </p:to>
                                    </p:set>
                                    <p:anim calcmode="lin" valueType="num">
                                      <p:cBhvr additive="base">
                                        <p:cTn id="7" dur="500" fill="hold"/>
                                        <p:tgtEl>
                                          <p:spTgt spid="4915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915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9156">
                                            <p:txEl>
                                              <p:pRg st="1" end="1"/>
                                            </p:txEl>
                                          </p:spTgt>
                                        </p:tgtEl>
                                        <p:attrNameLst>
                                          <p:attrName>style.visibility</p:attrName>
                                        </p:attrNameLst>
                                      </p:cBhvr>
                                      <p:to>
                                        <p:strVal val="visible"/>
                                      </p:to>
                                    </p:set>
                                    <p:anim calcmode="lin" valueType="num">
                                      <p:cBhvr additive="base">
                                        <p:cTn id="13" dur="500" fill="hold"/>
                                        <p:tgtEl>
                                          <p:spTgt spid="4915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915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9156">
                                            <p:txEl>
                                              <p:pRg st="2" end="2"/>
                                            </p:txEl>
                                          </p:spTgt>
                                        </p:tgtEl>
                                        <p:attrNameLst>
                                          <p:attrName>style.visibility</p:attrName>
                                        </p:attrNameLst>
                                      </p:cBhvr>
                                      <p:to>
                                        <p:strVal val="visible"/>
                                      </p:to>
                                    </p:set>
                                    <p:anim calcmode="lin" valueType="num">
                                      <p:cBhvr additive="base">
                                        <p:cTn id="19" dur="500" fill="hold"/>
                                        <p:tgtEl>
                                          <p:spTgt spid="4915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915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9156">
                                            <p:txEl>
                                              <p:pRg st="3" end="3"/>
                                            </p:txEl>
                                          </p:spTgt>
                                        </p:tgtEl>
                                        <p:attrNameLst>
                                          <p:attrName>style.visibility</p:attrName>
                                        </p:attrNameLst>
                                      </p:cBhvr>
                                      <p:to>
                                        <p:strVal val="visible"/>
                                      </p:to>
                                    </p:set>
                                    <p:anim calcmode="lin" valueType="num">
                                      <p:cBhvr additive="base">
                                        <p:cTn id="25" dur="500" fill="hold"/>
                                        <p:tgtEl>
                                          <p:spTgt spid="4915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915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9156">
                                            <p:txEl>
                                              <p:pRg st="4" end="4"/>
                                            </p:txEl>
                                          </p:spTgt>
                                        </p:tgtEl>
                                        <p:attrNameLst>
                                          <p:attrName>style.visibility</p:attrName>
                                        </p:attrNameLst>
                                      </p:cBhvr>
                                      <p:to>
                                        <p:strVal val="visible"/>
                                      </p:to>
                                    </p:set>
                                    <p:anim calcmode="lin" valueType="num">
                                      <p:cBhvr additive="base">
                                        <p:cTn id="31" dur="500" fill="hold"/>
                                        <p:tgtEl>
                                          <p:spTgt spid="49156">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915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9156">
                                            <p:txEl>
                                              <p:pRg st="5" end="5"/>
                                            </p:txEl>
                                          </p:spTgt>
                                        </p:tgtEl>
                                        <p:attrNameLst>
                                          <p:attrName>style.visibility</p:attrName>
                                        </p:attrNameLst>
                                      </p:cBhvr>
                                      <p:to>
                                        <p:strVal val="visible"/>
                                      </p:to>
                                    </p:set>
                                    <p:anim calcmode="lin" valueType="num">
                                      <p:cBhvr additive="base">
                                        <p:cTn id="37" dur="500" fill="hold"/>
                                        <p:tgtEl>
                                          <p:spTgt spid="49156">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915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9156">
                                            <p:txEl>
                                              <p:pRg st="6" end="6"/>
                                            </p:txEl>
                                          </p:spTgt>
                                        </p:tgtEl>
                                        <p:attrNameLst>
                                          <p:attrName>style.visibility</p:attrName>
                                        </p:attrNameLst>
                                      </p:cBhvr>
                                      <p:to>
                                        <p:strVal val="visible"/>
                                      </p:to>
                                    </p:set>
                                    <p:anim calcmode="lin" valueType="num">
                                      <p:cBhvr additive="base">
                                        <p:cTn id="43" dur="500" fill="hold"/>
                                        <p:tgtEl>
                                          <p:spTgt spid="49156">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9156">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6" grpId="0" bldLvl="5"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2"/>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文本信息隐藏</a:t>
            </a:r>
            <a:r>
              <a:rPr lang="zh-CN" altLang="en-US" sz="2800" b="1" dirty="0">
                <a:solidFill>
                  <a:srgbClr val="023B8C"/>
                </a:solidFill>
                <a:latin typeface="微软雅黑" panose="020B0503020204020204" charset="-122"/>
                <a:ea typeface="微软雅黑" panose="020B0503020204020204" charset="-122"/>
                <a:sym typeface="+mn-ea"/>
              </a:rPr>
              <a:t>的分类</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
        <p:nvSpPr>
          <p:cNvPr id="11" name="文本框 10"/>
          <p:cNvSpPr txBox="1"/>
          <p:nvPr/>
        </p:nvSpPr>
        <p:spPr>
          <a:xfrm>
            <a:off x="995680" y="1772920"/>
            <a:ext cx="7063740" cy="1568450"/>
          </a:xfrm>
          <a:prstGeom prst="rect">
            <a:avLst/>
          </a:prstGeom>
        </p:spPr>
        <p:txBody>
          <a:bodyPr wrap="square">
            <a:spAutoFit/>
          </a:bodyPr>
          <a:p>
            <a:pPr marL="762000" indent="-457200" defTabSz="266700">
              <a:buFont typeface="Arial" panose="020B0604020202020204" pitchFamily="34" charset="0"/>
              <a:buChar char="•"/>
            </a:pPr>
            <a:r>
              <a:rPr lang="zh-CN" altLang="en-US" sz="3200">
                <a:solidFill>
                  <a:srgbClr val="023B8C"/>
                </a:solidFill>
                <a:latin typeface="Times New Roman" panose="02020603050405020304"/>
                <a:ea typeface="宋体" panose="02010600030101010101" pitchFamily="2" charset="-122"/>
              </a:rPr>
              <a:t>语义隐藏	</a:t>
            </a:r>
            <a:endParaRPr lang="zh-CN" altLang="en-US" sz="3200">
              <a:solidFill>
                <a:srgbClr val="023B8C"/>
              </a:solidFill>
              <a:latin typeface="Times New Roman" panose="02020603050405020304"/>
              <a:ea typeface="宋体" panose="02010600030101010101" pitchFamily="2" charset="-122"/>
            </a:endParaRPr>
          </a:p>
          <a:p>
            <a:pPr marL="762000" indent="-457200" defTabSz="266700">
              <a:buFont typeface="Arial" panose="020B0604020202020204" pitchFamily="34" charset="0"/>
              <a:buChar char="•"/>
            </a:pPr>
            <a:r>
              <a:rPr lang="zh-CN" altLang="en-US" sz="3200">
                <a:solidFill>
                  <a:srgbClr val="023B8C"/>
                </a:solidFill>
                <a:latin typeface="Times New Roman" panose="02020603050405020304"/>
                <a:ea typeface="宋体" panose="02010600030101010101" pitchFamily="2" charset="-122"/>
              </a:rPr>
              <a:t>显示特征隐藏</a:t>
            </a:r>
            <a:endParaRPr lang="zh-CN" altLang="en-US" sz="3200">
              <a:solidFill>
                <a:srgbClr val="023B8C"/>
              </a:solidFill>
              <a:latin typeface="Times New Roman" panose="02020603050405020304"/>
              <a:ea typeface="宋体" panose="02010600030101010101" pitchFamily="2" charset="-122"/>
            </a:endParaRPr>
          </a:p>
          <a:p>
            <a:pPr marL="762000" indent="-457200" defTabSz="266700">
              <a:buFont typeface="Arial" panose="020B0604020202020204" pitchFamily="34" charset="0"/>
              <a:buChar char="•"/>
            </a:pPr>
            <a:r>
              <a:rPr lang="zh-CN" altLang="en-US" sz="3200">
                <a:solidFill>
                  <a:srgbClr val="023B8C"/>
                </a:solidFill>
                <a:latin typeface="Times New Roman" panose="02020603050405020304"/>
                <a:ea typeface="宋体" panose="02010600030101010101" pitchFamily="2" charset="-122"/>
              </a:rPr>
              <a:t>格式信息隐藏</a:t>
            </a:r>
            <a:endParaRPr lang="zh-CN" altLang="en-US" sz="3200">
              <a:solidFill>
                <a:srgbClr val="023B8C"/>
              </a:solidFill>
              <a:latin typeface="Times New Roman" panose="02020603050405020304"/>
              <a:ea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4" name="Rectangle 3"/>
          <p:cNvSpPr>
            <a:spLocks noGrp="1" noChangeArrowheads="1"/>
          </p:cNvSpPr>
          <p:nvPr>
            <p:ph type="body" idx="1"/>
          </p:nvPr>
        </p:nvSpPr>
        <p:spPr>
          <a:xfrm>
            <a:off x="1271059" y="1556703"/>
            <a:ext cx="9751483" cy="4114800"/>
          </a:xfrm>
        </p:spPr>
        <p:txBody>
          <a:bodyPr/>
          <a:lstStyle/>
          <a:p>
            <a:pPr eaLnBrk="1" hangingPunct="1"/>
            <a:r>
              <a:rPr lang="zh-CN" altLang="en-US"/>
              <a:t>利用语言文字自身及其修辞方面的知识和技巧，通过对原文进行一定规则下的重新排列或剪裁，从而隐藏和提取信息</a:t>
            </a:r>
            <a:endParaRPr lang="zh-CN" altLang="en-US"/>
          </a:p>
          <a:p>
            <a:pPr lvl="1" eaLnBrk="1" hangingPunct="1"/>
            <a:r>
              <a:rPr lang="zh-CN" altLang="en-US"/>
              <a:t>例如：</a:t>
            </a:r>
            <a:endParaRPr lang="zh-CN" altLang="en-US"/>
          </a:p>
          <a:p>
            <a:pPr lvl="1" eaLnBrk="1" hangingPunct="1"/>
            <a:r>
              <a:rPr lang="zh-CN" altLang="en-US"/>
              <a:t>根据文字表达的多样性进行同义词置换</a:t>
            </a:r>
            <a:endParaRPr lang="zh-CN" altLang="en-US"/>
          </a:p>
          <a:p>
            <a:pPr lvl="1" eaLnBrk="1" hangingPunct="1"/>
            <a:r>
              <a:rPr lang="zh-CN" altLang="en-US"/>
              <a:t>将嵌入信息与单词或语句进行映射</a:t>
            </a:r>
            <a:endParaRPr lang="zh-CN" altLang="en-US"/>
          </a:p>
        </p:txBody>
      </p:sp>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文本信息隐藏</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语义隐藏</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1204">
                                            <p:txEl>
                                              <p:pRg st="0" end="0"/>
                                            </p:txEl>
                                          </p:spTgt>
                                        </p:tgtEl>
                                        <p:attrNameLst>
                                          <p:attrName>style.visibility</p:attrName>
                                        </p:attrNameLst>
                                      </p:cBhvr>
                                      <p:to>
                                        <p:strVal val="visible"/>
                                      </p:to>
                                    </p:set>
                                    <p:anim calcmode="lin" valueType="num">
                                      <p:cBhvr additive="base">
                                        <p:cTn id="7" dur="500" fill="hold"/>
                                        <p:tgtEl>
                                          <p:spTgt spid="5120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120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1204">
                                            <p:txEl>
                                              <p:pRg st="1" end="1"/>
                                            </p:txEl>
                                          </p:spTgt>
                                        </p:tgtEl>
                                        <p:attrNameLst>
                                          <p:attrName>style.visibility</p:attrName>
                                        </p:attrNameLst>
                                      </p:cBhvr>
                                      <p:to>
                                        <p:strVal val="visible"/>
                                      </p:to>
                                    </p:set>
                                    <p:anim calcmode="lin" valueType="num">
                                      <p:cBhvr additive="base">
                                        <p:cTn id="11" dur="500" fill="hold"/>
                                        <p:tgtEl>
                                          <p:spTgt spid="5120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120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51204">
                                            <p:txEl>
                                              <p:pRg st="2" end="2"/>
                                            </p:txEl>
                                          </p:spTgt>
                                        </p:tgtEl>
                                        <p:attrNameLst>
                                          <p:attrName>style.visibility</p:attrName>
                                        </p:attrNameLst>
                                      </p:cBhvr>
                                      <p:to>
                                        <p:strVal val="visible"/>
                                      </p:to>
                                    </p:set>
                                    <p:anim calcmode="lin" valueType="num">
                                      <p:cBhvr additive="base">
                                        <p:cTn id="17" dur="500" fill="hold"/>
                                        <p:tgtEl>
                                          <p:spTgt spid="5120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120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51204">
                                            <p:txEl>
                                              <p:pRg st="3" end="3"/>
                                            </p:txEl>
                                          </p:spTgt>
                                        </p:tgtEl>
                                        <p:attrNameLst>
                                          <p:attrName>style.visibility</p:attrName>
                                        </p:attrNameLst>
                                      </p:cBhvr>
                                      <p:to>
                                        <p:strVal val="visible"/>
                                      </p:to>
                                    </p:set>
                                    <p:anim calcmode="lin" valueType="num">
                                      <p:cBhvr additive="base">
                                        <p:cTn id="23" dur="500" fill="hold"/>
                                        <p:tgtEl>
                                          <p:spTgt spid="51204">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120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4"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5" name="Rectangle 3"/>
          <p:cNvSpPr>
            <a:spLocks noGrp="1" noChangeArrowheads="1"/>
          </p:cNvSpPr>
          <p:nvPr>
            <p:ph type="body" idx="1"/>
          </p:nvPr>
        </p:nvSpPr>
        <p:spPr/>
        <p:txBody>
          <a:bodyPr/>
          <a:lstStyle/>
          <a:p>
            <a:endParaRPr lang="zh-CN" altLang="en-US"/>
          </a:p>
        </p:txBody>
      </p:sp>
      <p:pic>
        <p:nvPicPr>
          <p:cNvPr id="110596"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95489" y="1052869"/>
            <a:ext cx="10485967" cy="5369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文本信息隐藏</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语义隐藏</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Content Placeholder 2"/>
          <p:cNvSpPr>
            <a:spLocks noGrp="1"/>
          </p:cNvSpPr>
          <p:nvPr>
            <p:ph idx="1"/>
          </p:nvPr>
        </p:nvSpPr>
        <p:spPr>
          <a:xfrm>
            <a:off x="1826684" y="1371283"/>
            <a:ext cx="9751483" cy="4114800"/>
          </a:xfrm>
        </p:spPr>
        <p:txBody>
          <a:bodyPr/>
          <a:lstStyle/>
          <a:p>
            <a:r>
              <a:rPr lang="zh-CN" altLang="en-US"/>
              <a:t>句法变换</a:t>
            </a:r>
            <a:endParaRPr lang="en-US" altLang="zh-CN"/>
          </a:p>
          <a:p>
            <a:pPr lvl="1"/>
            <a:r>
              <a:rPr lang="en-US" altLang="zh-CN"/>
              <a:t>bread, butter, and milk</a:t>
            </a:r>
            <a:endParaRPr lang="en-US" altLang="zh-CN"/>
          </a:p>
          <a:p>
            <a:pPr lvl="1"/>
            <a:r>
              <a:rPr lang="en-US" altLang="zh-CN"/>
              <a:t>bread, butter and milk</a:t>
            </a:r>
            <a:endParaRPr lang="en-US" altLang="zh-CN"/>
          </a:p>
          <a:p>
            <a:r>
              <a:rPr lang="zh-CN" altLang="en-US"/>
              <a:t>典型句法变换</a:t>
            </a:r>
            <a:endParaRPr lang="en-US" altLang="zh-CN"/>
          </a:p>
          <a:p>
            <a:pPr lvl="1"/>
            <a:r>
              <a:rPr lang="zh-CN" altLang="en-US"/>
              <a:t>主动式</a:t>
            </a:r>
            <a:r>
              <a:rPr lang="en-US" altLang="zh-CN"/>
              <a:t>-</a:t>
            </a:r>
            <a:r>
              <a:rPr lang="zh-CN" altLang="en-US"/>
              <a:t>被动式</a:t>
            </a:r>
            <a:endParaRPr lang="en-US" altLang="zh-CN"/>
          </a:p>
          <a:p>
            <a:pPr lvl="2"/>
            <a:r>
              <a:rPr lang="en-US" altLang="zh-CN"/>
              <a:t>The slobbering dog kissed the boy</a:t>
            </a:r>
            <a:endParaRPr lang="en-US" altLang="zh-CN"/>
          </a:p>
          <a:p>
            <a:pPr lvl="2"/>
            <a:r>
              <a:rPr lang="en-US" altLang="zh-CN"/>
              <a:t>The boy was kissed by the slobbering dog.</a:t>
            </a:r>
            <a:endParaRPr lang="zh-CN" altLang="en-US"/>
          </a:p>
        </p:txBody>
      </p:sp>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文本信息隐藏</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语义隐藏</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2227">
                                            <p:txEl>
                                              <p:pRg st="0" end="0"/>
                                            </p:txEl>
                                          </p:spTgt>
                                        </p:tgtEl>
                                        <p:attrNameLst>
                                          <p:attrName>style.visibility</p:attrName>
                                        </p:attrNameLst>
                                      </p:cBhvr>
                                      <p:to>
                                        <p:strVal val="visible"/>
                                      </p:to>
                                    </p:set>
                                    <p:anim calcmode="lin" valueType="num">
                                      <p:cBhvr additive="base">
                                        <p:cTn id="7" dur="500" fill="hold"/>
                                        <p:tgtEl>
                                          <p:spTgt spid="5222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222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2227">
                                            <p:txEl>
                                              <p:pRg st="1" end="1"/>
                                            </p:txEl>
                                          </p:spTgt>
                                        </p:tgtEl>
                                        <p:attrNameLst>
                                          <p:attrName>style.visibility</p:attrName>
                                        </p:attrNameLst>
                                      </p:cBhvr>
                                      <p:to>
                                        <p:strVal val="visible"/>
                                      </p:to>
                                    </p:set>
                                    <p:anim calcmode="lin" valueType="num">
                                      <p:cBhvr additive="base">
                                        <p:cTn id="13" dur="500" fill="hold"/>
                                        <p:tgtEl>
                                          <p:spTgt spid="5222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222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2227">
                                            <p:txEl>
                                              <p:pRg st="2" end="2"/>
                                            </p:txEl>
                                          </p:spTgt>
                                        </p:tgtEl>
                                        <p:attrNameLst>
                                          <p:attrName>style.visibility</p:attrName>
                                        </p:attrNameLst>
                                      </p:cBhvr>
                                      <p:to>
                                        <p:strVal val="visible"/>
                                      </p:to>
                                    </p:set>
                                    <p:anim calcmode="lin" valueType="num">
                                      <p:cBhvr additive="base">
                                        <p:cTn id="19" dur="500" fill="hold"/>
                                        <p:tgtEl>
                                          <p:spTgt spid="5222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222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2227">
                                            <p:txEl>
                                              <p:pRg st="3" end="3"/>
                                            </p:txEl>
                                          </p:spTgt>
                                        </p:tgtEl>
                                        <p:attrNameLst>
                                          <p:attrName>style.visibility</p:attrName>
                                        </p:attrNameLst>
                                      </p:cBhvr>
                                      <p:to>
                                        <p:strVal val="visible"/>
                                      </p:to>
                                    </p:set>
                                    <p:anim calcmode="lin" valueType="num">
                                      <p:cBhvr additive="base">
                                        <p:cTn id="25" dur="500" fill="hold"/>
                                        <p:tgtEl>
                                          <p:spTgt spid="5222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222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2227">
                                            <p:txEl>
                                              <p:pRg st="4" end="4"/>
                                            </p:txEl>
                                          </p:spTgt>
                                        </p:tgtEl>
                                        <p:attrNameLst>
                                          <p:attrName>style.visibility</p:attrName>
                                        </p:attrNameLst>
                                      </p:cBhvr>
                                      <p:to>
                                        <p:strVal val="visible"/>
                                      </p:to>
                                    </p:set>
                                    <p:anim calcmode="lin" valueType="num">
                                      <p:cBhvr additive="base">
                                        <p:cTn id="31" dur="500" fill="hold"/>
                                        <p:tgtEl>
                                          <p:spTgt spid="5222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222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2227">
                                            <p:txEl>
                                              <p:pRg st="5" end="5"/>
                                            </p:txEl>
                                          </p:spTgt>
                                        </p:tgtEl>
                                        <p:attrNameLst>
                                          <p:attrName>style.visibility</p:attrName>
                                        </p:attrNameLst>
                                      </p:cBhvr>
                                      <p:to>
                                        <p:strVal val="visible"/>
                                      </p:to>
                                    </p:set>
                                    <p:anim calcmode="lin" valueType="num">
                                      <p:cBhvr additive="base">
                                        <p:cTn id="37" dur="500" fill="hold"/>
                                        <p:tgtEl>
                                          <p:spTgt spid="52227">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222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52227">
                                            <p:txEl>
                                              <p:pRg st="6" end="6"/>
                                            </p:txEl>
                                          </p:spTgt>
                                        </p:tgtEl>
                                        <p:attrNameLst>
                                          <p:attrName>style.visibility</p:attrName>
                                        </p:attrNameLst>
                                      </p:cBhvr>
                                      <p:to>
                                        <p:strVal val="visible"/>
                                      </p:to>
                                    </p:set>
                                    <p:anim calcmode="lin" valueType="num">
                                      <p:cBhvr additive="base">
                                        <p:cTn id="43" dur="500" fill="hold"/>
                                        <p:tgtEl>
                                          <p:spTgt spid="52227">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222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bldLvl="5"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26049" y="1268413"/>
            <a:ext cx="9751483" cy="4114800"/>
          </a:xfrm>
        </p:spPr>
        <p:txBody>
          <a:bodyPr/>
          <a:lstStyle/>
          <a:p>
            <a:pPr>
              <a:defRPr/>
            </a:pPr>
            <a:r>
              <a:rPr lang="zh-CN" altLang="en-US" dirty="0"/>
              <a:t>典型句法变换</a:t>
            </a:r>
            <a:endParaRPr lang="en-US" altLang="zh-CN" dirty="0"/>
          </a:p>
          <a:p>
            <a:pPr lvl="1">
              <a:defRPr/>
            </a:pPr>
            <a:r>
              <a:rPr lang="zh-CN" dirty="0">
                <a:cs typeface="+mn-cs"/>
              </a:rPr>
              <a:t>主题语前置</a:t>
            </a:r>
            <a:endParaRPr lang="en-US" altLang="zh-CN" dirty="0">
              <a:cs typeface="+mn-cs"/>
            </a:endParaRPr>
          </a:p>
          <a:p>
            <a:pPr lvl="2">
              <a:defRPr/>
            </a:pPr>
            <a:r>
              <a:rPr lang="en-US" dirty="0"/>
              <a:t>I like bagels.</a:t>
            </a:r>
            <a:endParaRPr lang="en-US" dirty="0"/>
          </a:p>
          <a:p>
            <a:pPr lvl="2">
              <a:defRPr/>
            </a:pPr>
            <a:r>
              <a:rPr lang="en-US" dirty="0"/>
              <a:t>Bagels, I like.</a:t>
            </a:r>
            <a:endParaRPr lang="en-US" dirty="0"/>
          </a:p>
          <a:p>
            <a:pPr lvl="1">
              <a:defRPr/>
            </a:pPr>
            <a:r>
              <a:rPr lang="zh-CN" dirty="0"/>
              <a:t>宾语前置</a:t>
            </a:r>
            <a:endParaRPr lang="en-US" altLang="zh-CN" dirty="0"/>
          </a:p>
          <a:p>
            <a:pPr lvl="2">
              <a:defRPr/>
            </a:pPr>
            <a:r>
              <a:rPr lang="en-US" dirty="0"/>
              <a:t>I like </a:t>
            </a:r>
            <a:r>
              <a:rPr lang="en-US" altLang="zh-CN" dirty="0"/>
              <a:t>swimming</a:t>
            </a:r>
            <a:r>
              <a:rPr lang="en-US" dirty="0"/>
              <a:t>. </a:t>
            </a:r>
            <a:endParaRPr lang="en-US" dirty="0"/>
          </a:p>
          <a:p>
            <a:pPr lvl="2">
              <a:defRPr/>
            </a:pPr>
            <a:r>
              <a:rPr lang="en-US" altLang="zh-CN" dirty="0"/>
              <a:t>Swimming</a:t>
            </a:r>
            <a:r>
              <a:rPr lang="en-US" dirty="0"/>
              <a:t> are what I like.</a:t>
            </a:r>
            <a:endParaRPr lang="en-US" dirty="0"/>
          </a:p>
          <a:p>
            <a:pPr lvl="1">
              <a:defRPr/>
            </a:pPr>
            <a:r>
              <a:rPr lang="zh-CN" altLang="en-US" dirty="0"/>
              <a:t>加入形式主语</a:t>
            </a:r>
            <a:endParaRPr lang="en-US" altLang="zh-CN" dirty="0"/>
          </a:p>
          <a:p>
            <a:pPr lvl="2">
              <a:defRPr/>
            </a:pPr>
            <a:r>
              <a:rPr lang="en-US" dirty="0"/>
              <a:t>He bought a brand new car. </a:t>
            </a:r>
            <a:endParaRPr lang="en-US" dirty="0"/>
          </a:p>
          <a:p>
            <a:pPr lvl="2">
              <a:defRPr/>
            </a:pPr>
            <a:r>
              <a:rPr lang="en-US" dirty="0"/>
              <a:t>It was a brand new car that he bought.</a:t>
            </a:r>
            <a:endParaRPr lang="en-US" altLang="zh-CN" dirty="0"/>
          </a:p>
          <a:p>
            <a:pPr lvl="1">
              <a:defRPr/>
            </a:pPr>
            <a:r>
              <a:rPr lang="zh-CN" altLang="en-US" dirty="0"/>
              <a:t>。。。</a:t>
            </a:r>
            <a:endParaRPr lang="zh-CN" altLang="en-US" dirty="0"/>
          </a:p>
        </p:txBody>
      </p:sp>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文本信息隐藏</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语义隐藏</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5"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Content Placeholder 2"/>
          <p:cNvSpPr>
            <a:spLocks noGrp="1"/>
          </p:cNvSpPr>
          <p:nvPr>
            <p:ph idx="1"/>
          </p:nvPr>
        </p:nvSpPr>
        <p:spPr/>
        <p:txBody>
          <a:bodyPr/>
          <a:lstStyle/>
          <a:p>
            <a:r>
              <a:rPr lang="zh-CN" altLang="en-US" dirty="0"/>
              <a:t>同义词替换</a:t>
            </a:r>
            <a:endParaRPr lang="en-US" altLang="zh-CN" dirty="0"/>
          </a:p>
          <a:p>
            <a:pPr lvl="1"/>
            <a:r>
              <a:rPr lang="en-US" altLang="zh-CN" dirty="0"/>
              <a:t>big large</a:t>
            </a:r>
            <a:endParaRPr lang="en-US" altLang="zh-CN" dirty="0"/>
          </a:p>
          <a:p>
            <a:pPr lvl="1"/>
            <a:r>
              <a:rPr lang="en-US" altLang="zh-CN" dirty="0"/>
              <a:t>small little</a:t>
            </a:r>
            <a:endParaRPr lang="en-US" altLang="zh-CN" dirty="0"/>
          </a:p>
          <a:p>
            <a:pPr lvl="1"/>
            <a:r>
              <a:rPr lang="en-US" altLang="zh-CN" dirty="0"/>
              <a:t>chilly cool</a:t>
            </a:r>
            <a:endParaRPr lang="en-US" altLang="zh-CN" dirty="0"/>
          </a:p>
          <a:p>
            <a:pPr lvl="1"/>
            <a:r>
              <a:rPr lang="en-US" altLang="zh-CN" dirty="0"/>
              <a:t>smart clever</a:t>
            </a:r>
            <a:endParaRPr lang="en-US" altLang="zh-CN" dirty="0"/>
          </a:p>
          <a:p>
            <a:pPr lvl="1"/>
            <a:r>
              <a:rPr lang="en-US" altLang="zh-CN" dirty="0"/>
              <a:t>pretty lovely</a:t>
            </a:r>
            <a:endParaRPr lang="zh-CN" altLang="en-US" dirty="0"/>
          </a:p>
        </p:txBody>
      </p:sp>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文本信息隐藏</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语义隐藏</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4275">
                                            <p:txEl>
                                              <p:pRg st="0" end="0"/>
                                            </p:txEl>
                                          </p:spTgt>
                                        </p:tgtEl>
                                        <p:attrNameLst>
                                          <p:attrName>style.visibility</p:attrName>
                                        </p:attrNameLst>
                                      </p:cBhvr>
                                      <p:to>
                                        <p:strVal val="visible"/>
                                      </p:to>
                                    </p:set>
                                    <p:anim calcmode="lin" valueType="num">
                                      <p:cBhvr additive="base">
                                        <p:cTn id="7" dur="500" fill="hold"/>
                                        <p:tgtEl>
                                          <p:spTgt spid="5427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427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4275">
                                            <p:txEl>
                                              <p:pRg st="1" end="1"/>
                                            </p:txEl>
                                          </p:spTgt>
                                        </p:tgtEl>
                                        <p:attrNameLst>
                                          <p:attrName>style.visibility</p:attrName>
                                        </p:attrNameLst>
                                      </p:cBhvr>
                                      <p:to>
                                        <p:strVal val="visible"/>
                                      </p:to>
                                    </p:set>
                                    <p:anim calcmode="lin" valueType="num">
                                      <p:cBhvr additive="base">
                                        <p:cTn id="13" dur="500" fill="hold"/>
                                        <p:tgtEl>
                                          <p:spTgt spid="5427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427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4275">
                                            <p:txEl>
                                              <p:pRg st="2" end="2"/>
                                            </p:txEl>
                                          </p:spTgt>
                                        </p:tgtEl>
                                        <p:attrNameLst>
                                          <p:attrName>style.visibility</p:attrName>
                                        </p:attrNameLst>
                                      </p:cBhvr>
                                      <p:to>
                                        <p:strVal val="visible"/>
                                      </p:to>
                                    </p:set>
                                    <p:anim calcmode="lin" valueType="num">
                                      <p:cBhvr additive="base">
                                        <p:cTn id="19" dur="500" fill="hold"/>
                                        <p:tgtEl>
                                          <p:spTgt spid="5427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427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4275">
                                            <p:txEl>
                                              <p:pRg st="3" end="3"/>
                                            </p:txEl>
                                          </p:spTgt>
                                        </p:tgtEl>
                                        <p:attrNameLst>
                                          <p:attrName>style.visibility</p:attrName>
                                        </p:attrNameLst>
                                      </p:cBhvr>
                                      <p:to>
                                        <p:strVal val="visible"/>
                                      </p:to>
                                    </p:set>
                                    <p:anim calcmode="lin" valueType="num">
                                      <p:cBhvr additive="base">
                                        <p:cTn id="25" dur="500" fill="hold"/>
                                        <p:tgtEl>
                                          <p:spTgt spid="5427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427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4275">
                                            <p:txEl>
                                              <p:pRg st="4" end="4"/>
                                            </p:txEl>
                                          </p:spTgt>
                                        </p:tgtEl>
                                        <p:attrNameLst>
                                          <p:attrName>style.visibility</p:attrName>
                                        </p:attrNameLst>
                                      </p:cBhvr>
                                      <p:to>
                                        <p:strVal val="visible"/>
                                      </p:to>
                                    </p:set>
                                    <p:anim calcmode="lin" valueType="num">
                                      <p:cBhvr additive="base">
                                        <p:cTn id="31" dur="500" fill="hold"/>
                                        <p:tgtEl>
                                          <p:spTgt spid="5427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427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4275">
                                            <p:txEl>
                                              <p:pRg st="5" end="5"/>
                                            </p:txEl>
                                          </p:spTgt>
                                        </p:tgtEl>
                                        <p:attrNameLst>
                                          <p:attrName>style.visibility</p:attrName>
                                        </p:attrNameLst>
                                      </p:cBhvr>
                                      <p:to>
                                        <p:strVal val="visible"/>
                                      </p:to>
                                    </p:set>
                                    <p:anim calcmode="lin" valueType="num">
                                      <p:cBhvr additive="base">
                                        <p:cTn id="37" dur="500" fill="hold"/>
                                        <p:tgtEl>
                                          <p:spTgt spid="5427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427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5"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特点</a:t>
            </a:r>
            <a:endParaRPr lang="en-US" altLang="zh-CN" dirty="0"/>
          </a:p>
          <a:p>
            <a:pPr lvl="1"/>
            <a:r>
              <a:rPr lang="zh-CN" altLang="en-US" dirty="0"/>
              <a:t>文档内容发生了变化，</a:t>
            </a:r>
            <a:endParaRPr lang="en-US" altLang="zh-CN" dirty="0"/>
          </a:p>
          <a:p>
            <a:pPr lvl="1"/>
            <a:r>
              <a:rPr lang="zh-CN" altLang="en-US" dirty="0"/>
              <a:t>不适合打印追踪、印刷品版权认证等场景，</a:t>
            </a:r>
            <a:endParaRPr lang="en-US" altLang="zh-CN" dirty="0"/>
          </a:p>
          <a:p>
            <a:pPr lvl="1"/>
            <a:r>
              <a:rPr lang="zh-CN" altLang="en-US" dirty="0"/>
              <a:t>可用于保密通信，</a:t>
            </a:r>
            <a:endParaRPr lang="en-US" altLang="zh-CN" dirty="0"/>
          </a:p>
          <a:p>
            <a:pPr lvl="1"/>
            <a:r>
              <a:rPr lang="zh-CN" altLang="en-US" dirty="0"/>
              <a:t>可以抵抗打印扫描，文档格式变化（字体、字号、颜色等等）等处理。</a:t>
            </a:r>
            <a:endParaRPr lang="en-US" altLang="zh-CN" dirty="0"/>
          </a:p>
          <a:p>
            <a:pPr lvl="1"/>
            <a:endParaRPr lang="zh-CN" altLang="en-US" dirty="0"/>
          </a:p>
        </p:txBody>
      </p:sp>
      <p:sp>
        <p:nvSpPr>
          <p:cNvPr id="4" name="矩形 3"/>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文本信息隐藏</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语义隐藏</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8" name="Rectangle 3"/>
          <p:cNvSpPr>
            <a:spLocks noGrp="1" noChangeArrowheads="1"/>
          </p:cNvSpPr>
          <p:nvPr>
            <p:ph type="body" idx="1"/>
          </p:nvPr>
        </p:nvSpPr>
        <p:spPr/>
        <p:txBody>
          <a:bodyPr/>
          <a:lstStyle/>
          <a:p>
            <a:pPr eaLnBrk="1" hangingPunct="1"/>
            <a:r>
              <a:rPr lang="zh-CN" altLang="en-US"/>
              <a:t>针对相关编辑显示软件的特点，利用可编辑、但无法屏幕显示的字节，将数据嵌入文本文档中，而文档的显示内容不变</a:t>
            </a:r>
            <a:endParaRPr lang="zh-CN" altLang="en-US"/>
          </a:p>
          <a:p>
            <a:pPr lvl="1" eaLnBrk="1" hangingPunct="1"/>
            <a:r>
              <a:rPr lang="zh-CN" altLang="en-US"/>
              <a:t>例如：在文件头、尾嵌入数据</a:t>
            </a:r>
            <a:endParaRPr lang="zh-CN" altLang="en-US"/>
          </a:p>
          <a:p>
            <a:pPr lvl="1" eaLnBrk="1" hangingPunct="1"/>
            <a:r>
              <a:rPr lang="zh-CN" altLang="en-US"/>
              <a:t>文件格式的隐藏</a:t>
            </a:r>
            <a:endParaRPr lang="zh-CN" altLang="en-US"/>
          </a:p>
        </p:txBody>
      </p:sp>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文本信息隐藏</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显示特征隐藏</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Content Placeholder 2"/>
          <p:cNvSpPr>
            <a:spLocks noGrp="1"/>
          </p:cNvSpPr>
          <p:nvPr>
            <p:ph idx="1"/>
          </p:nvPr>
        </p:nvSpPr>
        <p:spPr>
          <a:xfrm>
            <a:off x="1826684" y="1412558"/>
            <a:ext cx="9751483" cy="4114800"/>
          </a:xfrm>
        </p:spPr>
        <p:txBody>
          <a:bodyPr/>
          <a:lstStyle/>
          <a:p>
            <a:r>
              <a:rPr lang="zh-CN" altLang="en-US" dirty="0"/>
              <a:t>文本隐藏软件</a:t>
            </a:r>
            <a:endParaRPr lang="en-US" altLang="zh-CN" dirty="0"/>
          </a:p>
          <a:p>
            <a:pPr lvl="1"/>
            <a:r>
              <a:rPr lang="en-US" altLang="zh-CN" dirty="0"/>
              <a:t>snow</a:t>
            </a:r>
            <a:endParaRPr lang="en-US" altLang="zh-CN" dirty="0"/>
          </a:p>
          <a:p>
            <a:pPr lvl="1"/>
            <a:r>
              <a:rPr lang="zh-CN" altLang="en-US" dirty="0"/>
              <a:t>例子：</a:t>
            </a:r>
            <a:endParaRPr lang="en-US" altLang="zh-CN" dirty="0"/>
          </a:p>
          <a:p>
            <a:pPr lvl="1"/>
            <a:r>
              <a:rPr lang="zh-CN" altLang="en-US" dirty="0"/>
              <a:t>将</a:t>
            </a:r>
            <a:r>
              <a:rPr lang="en-US" altLang="zh-CN" dirty="0"/>
              <a:t>msg.txt</a:t>
            </a:r>
            <a:r>
              <a:rPr lang="zh-CN" altLang="en-US" dirty="0"/>
              <a:t>内容隐藏如</a:t>
            </a:r>
            <a:r>
              <a:rPr lang="en-US" altLang="zh-CN" dirty="0"/>
              <a:t>in.txt</a:t>
            </a:r>
            <a:r>
              <a:rPr lang="zh-CN" altLang="en-US" dirty="0"/>
              <a:t>中得到</a:t>
            </a:r>
            <a:r>
              <a:rPr lang="en-US" altLang="zh-CN" dirty="0"/>
              <a:t>out.txt</a:t>
            </a:r>
            <a:endParaRPr lang="en-US" altLang="zh-CN" dirty="0"/>
          </a:p>
          <a:p>
            <a:pPr lvl="1"/>
            <a:r>
              <a:rPr lang="en-US" altLang="zh-CN" dirty="0"/>
              <a:t>snow –f msg.txt in.txt out.txt</a:t>
            </a:r>
            <a:endParaRPr lang="en-US" altLang="zh-CN" dirty="0"/>
          </a:p>
          <a:p>
            <a:pPr lvl="1"/>
            <a:endParaRPr lang="en-US" altLang="zh-CN" dirty="0"/>
          </a:p>
          <a:p>
            <a:pPr lvl="1"/>
            <a:r>
              <a:rPr lang="zh-CN" altLang="en-US" dirty="0"/>
              <a:t>从</a:t>
            </a:r>
            <a:r>
              <a:rPr lang="en-US" altLang="zh-CN" dirty="0"/>
              <a:t>out.txt</a:t>
            </a:r>
            <a:r>
              <a:rPr lang="zh-CN" altLang="en-US" dirty="0"/>
              <a:t>中提取信息</a:t>
            </a:r>
            <a:endParaRPr lang="zh-CN" altLang="en-US" dirty="0"/>
          </a:p>
          <a:p>
            <a:pPr lvl="1"/>
            <a:r>
              <a:rPr lang="en-US" altLang="zh-CN" dirty="0"/>
              <a:t>snow out.txt</a:t>
            </a:r>
            <a:endParaRPr lang="en-US" altLang="zh-CN" dirty="0"/>
          </a:p>
          <a:p>
            <a:pPr lvl="1"/>
            <a:endParaRPr lang="zh-CN" altLang="en-US" dirty="0"/>
          </a:p>
        </p:txBody>
      </p:sp>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文本信息隐藏</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显示特征隐藏</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2"/>
          <p:cNvSpPr>
            <a:spLocks noGrp="1" noChangeArrowheads="1"/>
          </p:cNvSpPr>
          <p:nvPr>
            <p:ph type="title"/>
          </p:nvPr>
        </p:nvSpPr>
        <p:spPr>
          <a:xfrm>
            <a:off x="1918124" y="548640"/>
            <a:ext cx="9751483" cy="1143000"/>
          </a:xfrm>
        </p:spPr>
        <p:txBody>
          <a:bodyPr/>
          <a:lstStyle/>
          <a:p>
            <a:pPr eaLnBrk="1" hangingPunct="1"/>
            <a:r>
              <a:rPr lang="zh-CN" altLang="en-US" dirty="0">
                <a:solidFill>
                  <a:srgbClr val="023B8C"/>
                </a:solidFill>
              </a:rPr>
              <a:t>在</a:t>
            </a:r>
            <a:r>
              <a:rPr lang="en-US" altLang="zh-CN" dirty="0">
                <a:solidFill>
                  <a:srgbClr val="023B8C"/>
                </a:solidFill>
              </a:rPr>
              <a:t>HTML</a:t>
            </a:r>
            <a:r>
              <a:rPr lang="zh-CN" altLang="en-US" dirty="0">
                <a:solidFill>
                  <a:srgbClr val="023B8C"/>
                </a:solidFill>
              </a:rPr>
              <a:t>文件中隐藏信息</a:t>
            </a:r>
            <a:endParaRPr lang="zh-CN" altLang="en-US" dirty="0">
              <a:solidFill>
                <a:srgbClr val="023B8C"/>
              </a:solidFill>
            </a:endParaRPr>
          </a:p>
        </p:txBody>
      </p:sp>
      <p:sp>
        <p:nvSpPr>
          <p:cNvPr id="64516" name="Rectangle 3"/>
          <p:cNvSpPr>
            <a:spLocks noGrp="1" noChangeArrowheads="1"/>
          </p:cNvSpPr>
          <p:nvPr>
            <p:ph type="body" idx="1"/>
          </p:nvPr>
        </p:nvSpPr>
        <p:spPr/>
        <p:txBody>
          <a:bodyPr/>
          <a:lstStyle/>
          <a:p>
            <a:pPr eaLnBrk="1" hangingPunct="1"/>
            <a:r>
              <a:rPr lang="en-US" altLang="zh-CN" sz="3335"/>
              <a:t>HTML</a:t>
            </a:r>
            <a:r>
              <a:rPr lang="zh-CN" altLang="en-US" sz="3335">
                <a:latin typeface="宋体" panose="02010600030101010101" pitchFamily="2" charset="-122"/>
              </a:rPr>
              <a:t>文件是文本文件，在浏览器端仅能显示</a:t>
            </a:r>
            <a:r>
              <a:rPr lang="en-US" altLang="zh-CN" sz="3335"/>
              <a:t>ASCII</a:t>
            </a:r>
            <a:r>
              <a:rPr lang="zh-CN" altLang="en-US" sz="3335">
                <a:latin typeface="宋体" panose="02010600030101010101" pitchFamily="2" charset="-122"/>
              </a:rPr>
              <a:t>码中的可见字符。利用这一特点，可以在</a:t>
            </a:r>
            <a:r>
              <a:rPr lang="en-US" altLang="zh-CN" sz="3335"/>
              <a:t>HTML</a:t>
            </a:r>
            <a:r>
              <a:rPr lang="zh-CN" altLang="en-US" sz="3335">
                <a:latin typeface="宋体" panose="02010600030101010101" pitchFamily="2" charset="-122"/>
              </a:rPr>
              <a:t>的标记之间插入隐藏的数据</a:t>
            </a:r>
            <a:endParaRPr lang="zh-CN" altLang="en-US" sz="3335">
              <a:latin typeface="宋体" panose="02010600030101010101" pitchFamily="2" charset="-122"/>
            </a:endParaRPr>
          </a:p>
          <a:p>
            <a:pPr eaLnBrk="1" hangingPunct="1"/>
            <a:r>
              <a:rPr lang="zh-CN" altLang="en-US" sz="3335">
                <a:latin typeface="宋体" panose="02010600030101010101" pitchFamily="2" charset="-122"/>
              </a:rPr>
              <a:t>比如，如果要隐藏的二进制比特值为</a:t>
            </a:r>
            <a:r>
              <a:rPr lang="zh-CN" altLang="en-US" sz="3335"/>
              <a:t>1</a:t>
            </a:r>
            <a:r>
              <a:rPr lang="zh-CN" altLang="en-US" sz="3335">
                <a:latin typeface="宋体" panose="02010600030101010101" pitchFamily="2" charset="-122"/>
              </a:rPr>
              <a:t>，在选定的</a:t>
            </a:r>
            <a:r>
              <a:rPr lang="en-US" altLang="zh-CN" sz="3335"/>
              <a:t>HTML</a:t>
            </a:r>
            <a:r>
              <a:rPr lang="zh-CN" altLang="en-US" sz="3335">
                <a:latin typeface="宋体" panose="02010600030101010101" pitchFamily="2" charset="-122"/>
              </a:rPr>
              <a:t>标记后插入</a:t>
            </a:r>
            <a:r>
              <a:rPr lang="en-US" altLang="zh-CN" sz="3335"/>
              <a:t>ASCII</a:t>
            </a:r>
            <a:r>
              <a:rPr lang="zh-CN" altLang="en-US" sz="3335">
                <a:latin typeface="宋体" panose="02010600030101010101" pitchFamily="2" charset="-122"/>
              </a:rPr>
              <a:t>码值为</a:t>
            </a:r>
            <a:r>
              <a:rPr lang="zh-CN" altLang="en-US" sz="3335"/>
              <a:t>9</a:t>
            </a:r>
            <a:r>
              <a:rPr lang="zh-CN" altLang="en-US" sz="3335">
                <a:latin typeface="宋体" panose="02010600030101010101" pitchFamily="2" charset="-122"/>
              </a:rPr>
              <a:t>的字符；如果要隐藏的二进制比特值为</a:t>
            </a:r>
            <a:r>
              <a:rPr lang="zh-CN" altLang="en-US" sz="3335"/>
              <a:t>0</a:t>
            </a:r>
            <a:r>
              <a:rPr lang="zh-CN" altLang="en-US" sz="3335">
                <a:latin typeface="宋体" panose="02010600030101010101" pitchFamily="2" charset="-122"/>
              </a:rPr>
              <a:t>，则在选定的</a:t>
            </a:r>
            <a:r>
              <a:rPr lang="en-US" altLang="zh-CN" sz="3335"/>
              <a:t>HTML</a:t>
            </a:r>
            <a:r>
              <a:rPr lang="zh-CN" altLang="en-US" sz="3335">
                <a:latin typeface="宋体" panose="02010600030101010101" pitchFamily="2" charset="-122"/>
              </a:rPr>
              <a:t>标记后插入</a:t>
            </a:r>
            <a:r>
              <a:rPr lang="en-US" altLang="zh-CN" sz="3335"/>
              <a:t>ASCII</a:t>
            </a:r>
            <a:r>
              <a:rPr lang="zh-CN" altLang="en-US" sz="3335">
                <a:latin typeface="宋体" panose="02010600030101010101" pitchFamily="2" charset="-122"/>
              </a:rPr>
              <a:t>码值为</a:t>
            </a:r>
            <a:r>
              <a:rPr lang="zh-CN" altLang="en-US" sz="3335"/>
              <a:t>32</a:t>
            </a:r>
            <a:r>
              <a:rPr lang="zh-CN" altLang="en-US" sz="3335">
                <a:latin typeface="宋体" panose="02010600030101010101" pitchFamily="2" charset="-122"/>
              </a:rPr>
              <a:t>的字符</a:t>
            </a:r>
            <a:r>
              <a:rPr lang="zh-CN" altLang="en-US" sz="3335"/>
              <a:t> </a:t>
            </a:r>
            <a:endParaRPr lang="zh-CN" altLang="en-US" sz="3335"/>
          </a:p>
        </p:txBody>
      </p:sp>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文本信息隐藏</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显示特征隐藏</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40" name="Rectangle 3"/>
          <p:cNvSpPr>
            <a:spLocks noGrp="1" noChangeArrowheads="1"/>
          </p:cNvSpPr>
          <p:nvPr>
            <p:ph type="body" idx="1"/>
          </p:nvPr>
        </p:nvSpPr>
        <p:spPr>
          <a:xfrm>
            <a:off x="995469" y="1268413"/>
            <a:ext cx="9751483" cy="4114800"/>
          </a:xfrm>
        </p:spPr>
        <p:txBody>
          <a:bodyPr/>
          <a:lstStyle/>
          <a:p>
            <a:pPr eaLnBrk="1" hangingPunct="1"/>
            <a:r>
              <a:rPr lang="zh-CN" altLang="en-US">
                <a:latin typeface="宋体" panose="02010600030101010101" pitchFamily="2" charset="-122"/>
              </a:rPr>
              <a:t>隐藏信息前的</a:t>
            </a:r>
            <a:r>
              <a:rPr lang="en-US" altLang="zh-CN"/>
              <a:t>HTML</a:t>
            </a:r>
            <a:r>
              <a:rPr lang="zh-CN" altLang="en-US">
                <a:latin typeface="宋体" panose="02010600030101010101" pitchFamily="2" charset="-122"/>
              </a:rPr>
              <a:t>文件的部分文本</a:t>
            </a:r>
            <a:r>
              <a:rPr lang="zh-CN" altLang="en-US"/>
              <a:t> </a:t>
            </a:r>
            <a:endParaRPr lang="zh-CN" altLang="en-US"/>
          </a:p>
        </p:txBody>
      </p:sp>
      <p:pic>
        <p:nvPicPr>
          <p:cNvPr id="65541" name="Picture 4" descr="pr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55370" y="2061210"/>
            <a:ext cx="11074400" cy="325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文本信息隐藏</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显示特征隐藏</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Rectangle 3"/>
          <p:cNvSpPr>
            <a:spLocks noGrp="1" noChangeArrowheads="1"/>
          </p:cNvSpPr>
          <p:nvPr>
            <p:ph type="body" idx="1"/>
          </p:nvPr>
        </p:nvSpPr>
        <p:spPr>
          <a:xfrm>
            <a:off x="1486958" y="980440"/>
            <a:ext cx="10168467" cy="6502400"/>
          </a:xfrm>
        </p:spPr>
        <p:txBody>
          <a:bodyPr/>
          <a:lstStyle/>
          <a:p>
            <a:pPr eaLnBrk="1" hangingPunct="1">
              <a:lnSpc>
                <a:spcPct val="90000"/>
              </a:lnSpc>
            </a:pPr>
            <a:r>
              <a:rPr lang="zh-CN" altLang="en-US" sz="3335">
                <a:latin typeface="宋体" panose="02010600030101010101" pitchFamily="2" charset="-122"/>
              </a:rPr>
              <a:t>隐藏信息后的</a:t>
            </a:r>
            <a:r>
              <a:rPr lang="en-US" altLang="zh-CN" sz="3335"/>
              <a:t>HTML</a:t>
            </a:r>
            <a:r>
              <a:rPr lang="zh-CN" altLang="en-US" sz="3335">
                <a:latin typeface="宋体" panose="02010600030101010101" pitchFamily="2" charset="-122"/>
              </a:rPr>
              <a:t>文件的相应文本</a:t>
            </a:r>
            <a:endParaRPr lang="zh-CN" altLang="en-US" sz="3335">
              <a:latin typeface="宋体" panose="02010600030101010101" pitchFamily="2" charset="-122"/>
            </a:endParaRPr>
          </a:p>
          <a:p>
            <a:pPr eaLnBrk="1" hangingPunct="1">
              <a:lnSpc>
                <a:spcPct val="90000"/>
              </a:lnSpc>
            </a:pPr>
            <a:endParaRPr lang="zh-CN" altLang="en-US" sz="3335">
              <a:latin typeface="宋体" panose="02010600030101010101" pitchFamily="2" charset="-122"/>
            </a:endParaRPr>
          </a:p>
          <a:p>
            <a:pPr eaLnBrk="1" hangingPunct="1">
              <a:lnSpc>
                <a:spcPct val="90000"/>
              </a:lnSpc>
            </a:pPr>
            <a:endParaRPr lang="zh-CN" altLang="en-US" sz="3335">
              <a:latin typeface="宋体" panose="02010600030101010101" pitchFamily="2" charset="-122"/>
            </a:endParaRPr>
          </a:p>
          <a:p>
            <a:pPr eaLnBrk="1" hangingPunct="1">
              <a:lnSpc>
                <a:spcPct val="90000"/>
              </a:lnSpc>
            </a:pPr>
            <a:endParaRPr lang="zh-CN" altLang="en-US" sz="3335">
              <a:latin typeface="宋体" panose="02010600030101010101" pitchFamily="2" charset="-122"/>
            </a:endParaRPr>
          </a:p>
          <a:p>
            <a:pPr eaLnBrk="1" hangingPunct="1">
              <a:lnSpc>
                <a:spcPct val="90000"/>
              </a:lnSpc>
            </a:pPr>
            <a:endParaRPr lang="zh-CN" altLang="en-US" sz="3335">
              <a:latin typeface="宋体" panose="02010600030101010101" pitchFamily="2" charset="-122"/>
            </a:endParaRPr>
          </a:p>
          <a:p>
            <a:pPr eaLnBrk="1" hangingPunct="1">
              <a:lnSpc>
                <a:spcPct val="90000"/>
              </a:lnSpc>
            </a:pPr>
            <a:endParaRPr lang="zh-CN" altLang="en-US" sz="3335">
              <a:latin typeface="宋体" panose="02010600030101010101" pitchFamily="2" charset="-122"/>
            </a:endParaRPr>
          </a:p>
          <a:p>
            <a:pPr eaLnBrk="1" hangingPunct="1">
              <a:lnSpc>
                <a:spcPct val="90000"/>
              </a:lnSpc>
            </a:pPr>
            <a:endParaRPr lang="zh-CN" altLang="en-US" sz="3335">
              <a:latin typeface="宋体" panose="02010600030101010101" pitchFamily="2" charset="-122"/>
            </a:endParaRPr>
          </a:p>
          <a:p>
            <a:pPr eaLnBrk="1" hangingPunct="1">
              <a:lnSpc>
                <a:spcPct val="90000"/>
              </a:lnSpc>
            </a:pPr>
            <a:r>
              <a:rPr lang="zh-CN" altLang="en-US" sz="3335">
                <a:latin typeface="宋体" panose="02010600030101010101" pitchFamily="2" charset="-122"/>
              </a:rPr>
              <a:t>深颜色部分为隐藏的数据。尽管在代码文本上可以明显的看出二者之间的差异，但在浏览器端则显示不出任何差异 </a:t>
            </a:r>
            <a:r>
              <a:rPr lang="zh-CN" altLang="en-US" sz="3335"/>
              <a:t> </a:t>
            </a:r>
            <a:endParaRPr lang="zh-CN" altLang="en-US" sz="3335"/>
          </a:p>
        </p:txBody>
      </p:sp>
      <p:pic>
        <p:nvPicPr>
          <p:cNvPr id="66565" name="Picture 4" descr="post"/>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91360" y="1556385"/>
            <a:ext cx="7169151" cy="3297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文本信息隐藏</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显示特征隐藏</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8" name="Rectangle 3"/>
          <p:cNvSpPr>
            <a:spLocks noGrp="1" noChangeArrowheads="1"/>
          </p:cNvSpPr>
          <p:nvPr>
            <p:ph type="body" idx="1"/>
          </p:nvPr>
        </p:nvSpPr>
        <p:spPr>
          <a:xfrm>
            <a:off x="1826049" y="980123"/>
            <a:ext cx="9751483" cy="4114800"/>
          </a:xfrm>
        </p:spPr>
        <p:txBody>
          <a:bodyPr/>
          <a:lstStyle/>
          <a:p>
            <a:pPr eaLnBrk="1" hangingPunct="1"/>
            <a:r>
              <a:rPr lang="zh-CN" altLang="en-US">
                <a:latin typeface="宋体" panose="02010600030101010101" pitchFamily="2" charset="-122"/>
              </a:rPr>
              <a:t>在</a:t>
            </a:r>
            <a:r>
              <a:rPr lang="en-US" altLang="zh-CN"/>
              <a:t>HTML</a:t>
            </a:r>
            <a:r>
              <a:rPr lang="zh-CN" altLang="en-US">
                <a:latin typeface="宋体" panose="02010600030101010101" pitchFamily="2" charset="-122"/>
              </a:rPr>
              <a:t>文件中隐藏了秘密数据的载体文件的部分数据</a:t>
            </a:r>
            <a:r>
              <a:rPr lang="zh-CN" altLang="en-US"/>
              <a:t> </a:t>
            </a:r>
            <a:endParaRPr lang="zh-CN" altLang="en-US"/>
          </a:p>
        </p:txBody>
      </p:sp>
      <p:pic>
        <p:nvPicPr>
          <p:cNvPr id="67589" name="Picture 4" descr="html"/>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51405" y="1628775"/>
            <a:ext cx="4978400" cy="5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文本信息隐藏</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显示特征隐藏</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2" name="Picture 3" descr="homepage"/>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415415" y="1412875"/>
            <a:ext cx="4470400" cy="3361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13" name="Picture 4" descr="carrie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05600" y="1412875"/>
            <a:ext cx="4368800" cy="3285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8614" name="Group 5"/>
          <p:cNvGrpSpPr/>
          <p:nvPr/>
        </p:nvGrpSpPr>
        <p:grpSpPr bwMode="auto">
          <a:xfrm>
            <a:off x="1127125" y="5013325"/>
            <a:ext cx="8868760" cy="1096433"/>
            <a:chOff x="43" y="0"/>
            <a:chExt cx="2972" cy="518"/>
          </a:xfrm>
        </p:grpSpPr>
        <p:sp>
          <p:nvSpPr>
            <p:cNvPr id="68617" name="Rectangle 6"/>
            <p:cNvSpPr>
              <a:spLocks noChangeArrowheads="1"/>
            </p:cNvSpPr>
            <p:nvPr/>
          </p:nvSpPr>
          <p:spPr bwMode="auto">
            <a:xfrm>
              <a:off x="43" y="0"/>
              <a:ext cx="1756" cy="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p>
              <a:endParaRPr lang="zh-CN" altLang="en-US" sz="100"/>
            </a:p>
          </p:txBody>
        </p:sp>
        <p:sp>
          <p:nvSpPr>
            <p:cNvPr id="68618" name="Rectangle 7"/>
            <p:cNvSpPr>
              <a:spLocks noChangeArrowheads="1"/>
            </p:cNvSpPr>
            <p:nvPr/>
          </p:nvSpPr>
          <p:spPr bwMode="auto">
            <a:xfrm>
              <a:off x="1799" y="0"/>
              <a:ext cx="1138" cy="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p>
              <a:endParaRPr lang="zh-CN" altLang="en-US" sz="100"/>
            </a:p>
          </p:txBody>
        </p:sp>
        <p:sp>
          <p:nvSpPr>
            <p:cNvPr id="68619" name="Rectangle 8"/>
            <p:cNvSpPr>
              <a:spLocks noChangeArrowheads="1"/>
            </p:cNvSpPr>
            <p:nvPr/>
          </p:nvSpPr>
          <p:spPr bwMode="auto">
            <a:xfrm>
              <a:off x="43" y="0"/>
              <a:ext cx="1756"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pPr algn="ctr"/>
              <a:r>
                <a:rPr kumimoji="1" lang="zh-CN" altLang="en-US" sz="1600">
                  <a:solidFill>
                    <a:srgbClr val="000000"/>
                  </a:solidFill>
                  <a:latin typeface="宋体" panose="02010600030101010101" pitchFamily="2" charset="-122"/>
                </a:rPr>
                <a:t>（</a:t>
              </a:r>
              <a:r>
                <a:rPr kumimoji="1" lang="en-US" altLang="zh-CN" sz="1600">
                  <a:solidFill>
                    <a:srgbClr val="000000"/>
                  </a:solidFill>
                  <a:latin typeface="宋体" panose="02010600030101010101" pitchFamily="2" charset="-122"/>
                  <a:cs typeface="Times New Roman" panose="02020603050405020304" pitchFamily="18" charset="0"/>
                </a:rPr>
                <a:t>a</a:t>
              </a:r>
              <a:r>
                <a:rPr kumimoji="1" lang="en-US" altLang="zh-CN" sz="1600">
                  <a:solidFill>
                    <a:srgbClr val="000000"/>
                  </a:solidFill>
                  <a:latin typeface="宋体" panose="02010600030101010101" pitchFamily="2" charset="-122"/>
                </a:rPr>
                <a:t>）</a:t>
              </a:r>
              <a:r>
                <a:rPr kumimoji="1" lang="zh-CN" altLang="en-US" sz="1600">
                  <a:solidFill>
                    <a:srgbClr val="000000"/>
                  </a:solidFill>
                  <a:latin typeface="宋体" panose="02010600030101010101" pitchFamily="2" charset="-122"/>
                </a:rPr>
                <a:t>隐藏数据之前的浏览器显示</a:t>
              </a:r>
              <a:endParaRPr kumimoji="1" lang="zh-CN" altLang="en-US" sz="1600">
                <a:solidFill>
                  <a:srgbClr val="000000"/>
                </a:solidFill>
                <a:latin typeface="宋体" panose="02010600030101010101" pitchFamily="2" charset="-122"/>
                <a:cs typeface="Times New Roman" panose="02020603050405020304" pitchFamily="18" charset="0"/>
              </a:endParaRPr>
            </a:p>
            <a:p>
              <a:pPr algn="ctr" eaLnBrk="0" hangingPunct="0"/>
              <a:endParaRPr kumimoji="1" lang="zh-CN" altLang="en-US" sz="3200">
                <a:latin typeface="Times New Roman" panose="02020603050405020304" pitchFamily="18" charset="0"/>
              </a:endParaRPr>
            </a:p>
          </p:txBody>
        </p:sp>
        <p:sp>
          <p:nvSpPr>
            <p:cNvPr id="68620" name="Rectangle 9"/>
            <p:cNvSpPr>
              <a:spLocks noChangeArrowheads="1"/>
            </p:cNvSpPr>
            <p:nvPr/>
          </p:nvSpPr>
          <p:spPr bwMode="auto">
            <a:xfrm>
              <a:off x="1877" y="0"/>
              <a:ext cx="1138"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pPr algn="ctr"/>
              <a:r>
                <a:rPr kumimoji="1" lang="zh-CN" altLang="en-US" sz="1600">
                  <a:solidFill>
                    <a:srgbClr val="000000"/>
                  </a:solidFill>
                  <a:latin typeface="宋体" panose="02010600030101010101" pitchFamily="2" charset="-122"/>
                </a:rPr>
                <a:t>（</a:t>
              </a:r>
              <a:r>
                <a:rPr kumimoji="1" lang="en-US" altLang="zh-CN" sz="1600">
                  <a:solidFill>
                    <a:srgbClr val="000000"/>
                  </a:solidFill>
                  <a:latin typeface="宋体" panose="02010600030101010101" pitchFamily="2" charset="-122"/>
                  <a:cs typeface="Times New Roman" panose="02020603050405020304" pitchFamily="18" charset="0"/>
                </a:rPr>
                <a:t>b</a:t>
              </a:r>
              <a:r>
                <a:rPr kumimoji="1" lang="en-US" altLang="zh-CN" sz="1600">
                  <a:solidFill>
                    <a:srgbClr val="000000"/>
                  </a:solidFill>
                  <a:latin typeface="宋体" panose="02010600030101010101" pitchFamily="2" charset="-122"/>
                </a:rPr>
                <a:t>）</a:t>
              </a:r>
              <a:r>
                <a:rPr kumimoji="1" lang="zh-CN" altLang="en-US" sz="1600">
                  <a:solidFill>
                    <a:srgbClr val="000000"/>
                  </a:solidFill>
                  <a:latin typeface="宋体" panose="02010600030101010101" pitchFamily="2" charset="-122"/>
                </a:rPr>
                <a:t>隐藏数据之后的浏览器显示</a:t>
              </a:r>
              <a:endParaRPr kumimoji="1" lang="zh-CN" altLang="en-US" sz="1600">
                <a:solidFill>
                  <a:srgbClr val="000000"/>
                </a:solidFill>
                <a:latin typeface="宋体" panose="02010600030101010101" pitchFamily="2" charset="-122"/>
                <a:cs typeface="Times New Roman" panose="02020603050405020304" pitchFamily="18" charset="0"/>
              </a:endParaRPr>
            </a:p>
            <a:p>
              <a:pPr algn="ctr" eaLnBrk="0" hangingPunct="0"/>
              <a:endParaRPr kumimoji="1" lang="zh-CN" altLang="en-US" sz="3200">
                <a:latin typeface="Times New Roman" panose="02020603050405020304" pitchFamily="18" charset="0"/>
              </a:endParaRPr>
            </a:p>
          </p:txBody>
        </p:sp>
      </p:grpSp>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文本信息隐藏</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显示特征隐藏</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6" name="Rectangle 3"/>
          <p:cNvSpPr>
            <a:spLocks noGrp="1" noChangeArrowheads="1"/>
          </p:cNvSpPr>
          <p:nvPr>
            <p:ph type="body" idx="1"/>
          </p:nvPr>
        </p:nvSpPr>
        <p:spPr>
          <a:xfrm>
            <a:off x="1826049" y="1052513"/>
            <a:ext cx="9751483" cy="4114800"/>
          </a:xfrm>
        </p:spPr>
        <p:txBody>
          <a:bodyPr/>
          <a:lstStyle/>
          <a:p>
            <a:pPr eaLnBrk="1" hangingPunct="1"/>
            <a:r>
              <a:rPr lang="en-US" altLang="zh-CN"/>
              <a:t>HTML</a:t>
            </a:r>
            <a:r>
              <a:rPr lang="zh-CN" altLang="en-US">
                <a:latin typeface="宋体" panose="02010600030101010101" pitchFamily="2" charset="-122"/>
              </a:rPr>
              <a:t>文件中隐藏的秘密数据</a:t>
            </a:r>
            <a:r>
              <a:rPr lang="zh-CN" altLang="en-US"/>
              <a:t> </a:t>
            </a:r>
            <a:endParaRPr lang="zh-CN" altLang="en-US"/>
          </a:p>
        </p:txBody>
      </p:sp>
      <p:pic>
        <p:nvPicPr>
          <p:cNvPr id="69637" name="Picture 4" descr="Water lilie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79650" y="1772920"/>
            <a:ext cx="4876800" cy="3668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文本信息隐藏</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显示特征隐藏</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4" name="Rectangle 3"/>
          <p:cNvSpPr>
            <a:spLocks noGrp="1" noChangeArrowheads="1"/>
          </p:cNvSpPr>
          <p:nvPr>
            <p:ph type="body" idx="1"/>
          </p:nvPr>
        </p:nvSpPr>
        <p:spPr>
          <a:xfrm>
            <a:off x="1271059" y="1700848"/>
            <a:ext cx="9751483" cy="4114800"/>
          </a:xfrm>
        </p:spPr>
        <p:txBody>
          <a:bodyPr/>
          <a:lstStyle/>
          <a:p>
            <a:pPr eaLnBrk="1" hangingPunct="1"/>
            <a:r>
              <a:rPr lang="zh-CN" altLang="en-US" dirty="0"/>
              <a:t>利用视觉冗余，以一定的方式对文档的各元素特征（如字形、字体、位置、</a:t>
            </a:r>
            <a:r>
              <a:rPr lang="zh-CN" altLang="en-GB" dirty="0"/>
              <a:t>下划线、笔划高度和方向</a:t>
            </a:r>
            <a:r>
              <a:rPr lang="zh-CN" altLang="en-US" dirty="0"/>
              <a:t>等）进行修改，而不引起阅读者的怀疑</a:t>
            </a:r>
            <a:endParaRPr lang="zh-CN" altLang="en-US" dirty="0"/>
          </a:p>
          <a:p>
            <a:pPr eaLnBrk="1" hangingPunct="1"/>
            <a:r>
              <a:rPr lang="zh-CN" altLang="en-US" dirty="0"/>
              <a:t>通常用于在文档图像中的隐藏</a:t>
            </a:r>
            <a:endParaRPr lang="zh-CN" altLang="en-US" dirty="0"/>
          </a:p>
          <a:p>
            <a:pPr lvl="1" eaLnBrk="1" hangingPunct="1"/>
            <a:r>
              <a:rPr lang="zh-CN" altLang="en-US" dirty="0"/>
              <a:t>在文档图像的字、行、段等位置做少量修改。对行进行上下偏移，字词左右偏移代表01</a:t>
            </a:r>
            <a:endParaRPr lang="zh-CN" altLang="en-US" dirty="0"/>
          </a:p>
        </p:txBody>
      </p:sp>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文本信息隐藏</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格式特征隐藏</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6324">
                                            <p:txEl>
                                              <p:pRg st="0" end="0"/>
                                            </p:txEl>
                                          </p:spTgt>
                                        </p:tgtEl>
                                        <p:attrNameLst>
                                          <p:attrName>style.visibility</p:attrName>
                                        </p:attrNameLst>
                                      </p:cBhvr>
                                      <p:to>
                                        <p:strVal val="visible"/>
                                      </p:to>
                                    </p:set>
                                    <p:anim calcmode="lin" valueType="num">
                                      <p:cBhvr additive="base">
                                        <p:cTn id="7" dur="500" fill="hold"/>
                                        <p:tgtEl>
                                          <p:spTgt spid="5632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632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6324">
                                            <p:txEl>
                                              <p:pRg st="1" end="1"/>
                                            </p:txEl>
                                          </p:spTgt>
                                        </p:tgtEl>
                                        <p:attrNameLst>
                                          <p:attrName>style.visibility</p:attrName>
                                        </p:attrNameLst>
                                      </p:cBhvr>
                                      <p:to>
                                        <p:strVal val="visible"/>
                                      </p:to>
                                    </p:set>
                                    <p:anim calcmode="lin" valueType="num">
                                      <p:cBhvr additive="base">
                                        <p:cTn id="13" dur="500" fill="hold"/>
                                        <p:tgtEl>
                                          <p:spTgt spid="5632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6324">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56324">
                                            <p:txEl>
                                              <p:pRg st="2" end="2"/>
                                            </p:txEl>
                                          </p:spTgt>
                                        </p:tgtEl>
                                        <p:attrNameLst>
                                          <p:attrName>style.visibility</p:attrName>
                                        </p:attrNameLst>
                                      </p:cBhvr>
                                      <p:to>
                                        <p:strVal val="visible"/>
                                      </p:to>
                                    </p:set>
                                    <p:anim calcmode="lin" valueType="num">
                                      <p:cBhvr additive="base">
                                        <p:cTn id="17" dur="500" fill="hold"/>
                                        <p:tgtEl>
                                          <p:spTgt spid="5632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632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4"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a:xfrm>
            <a:off x="1486959" y="332740"/>
            <a:ext cx="9751483" cy="1143000"/>
          </a:xfrm>
        </p:spPr>
        <p:txBody>
          <a:bodyPr/>
          <a:lstStyle/>
          <a:p>
            <a:r>
              <a:rPr lang="zh-CN" altLang="en-US" dirty="0">
                <a:solidFill>
                  <a:srgbClr val="023B8C"/>
                </a:solidFill>
              </a:rPr>
              <a:t>行间距编码</a:t>
            </a:r>
            <a:endParaRPr lang="zh-CN" altLang="en-US" dirty="0">
              <a:solidFill>
                <a:srgbClr val="023B8C"/>
              </a:solidFill>
            </a:endParaRPr>
          </a:p>
        </p:txBody>
      </p:sp>
      <p:sp>
        <p:nvSpPr>
          <p:cNvPr id="89091" name="Rectangle 3"/>
          <p:cNvSpPr>
            <a:spLocks noGrp="1" noChangeArrowheads="1"/>
          </p:cNvSpPr>
          <p:nvPr>
            <p:ph idx="1"/>
          </p:nvPr>
        </p:nvSpPr>
        <p:spPr>
          <a:xfrm>
            <a:off x="1342814" y="1988503"/>
            <a:ext cx="9751483" cy="4114800"/>
          </a:xfrm>
        </p:spPr>
        <p:txBody>
          <a:bodyPr/>
          <a:lstStyle/>
          <a:p>
            <a:pPr>
              <a:lnSpc>
                <a:spcPct val="90000"/>
              </a:lnSpc>
            </a:pPr>
            <a:endParaRPr lang="zh-CN" altLang="en-US" dirty="0"/>
          </a:p>
          <a:p>
            <a:pPr>
              <a:lnSpc>
                <a:spcPct val="90000"/>
              </a:lnSpc>
            </a:pPr>
            <a:endParaRPr lang="zh-CN" altLang="en-US" dirty="0"/>
          </a:p>
          <a:p>
            <a:pPr>
              <a:lnSpc>
                <a:spcPct val="90000"/>
              </a:lnSpc>
            </a:pPr>
            <a:endParaRPr lang="zh-CN" altLang="en-US" dirty="0"/>
          </a:p>
          <a:p>
            <a:pPr>
              <a:lnSpc>
                <a:spcPct val="90000"/>
              </a:lnSpc>
            </a:pPr>
            <a:r>
              <a:rPr lang="zh-CN" altLang="en-GB" sz="4800" dirty="0"/>
              <a:t>利用文本的行间距携带水印信息</a:t>
            </a:r>
            <a:endParaRPr lang="zh-CN" altLang="en-GB" sz="4800" dirty="0"/>
          </a:p>
          <a:p>
            <a:pPr lvl="1">
              <a:lnSpc>
                <a:spcPct val="90000"/>
              </a:lnSpc>
            </a:pPr>
            <a:r>
              <a:rPr lang="zh-CN" altLang="en-GB" sz="4265" dirty="0"/>
              <a:t>根据经验，当垂直位移量等于或小于</a:t>
            </a:r>
            <a:r>
              <a:rPr lang="en-GB" altLang="zh-CN" sz="4265" dirty="0"/>
              <a:t>1/300</a:t>
            </a:r>
            <a:r>
              <a:rPr lang="zh-CN" altLang="en-GB" sz="4265" dirty="0"/>
              <a:t>英寸时，人眼将无法辨认 </a:t>
            </a:r>
            <a:endParaRPr lang="zh-CN" altLang="en-GB" sz="4265" dirty="0"/>
          </a:p>
          <a:p>
            <a:pPr lvl="1">
              <a:lnSpc>
                <a:spcPct val="90000"/>
              </a:lnSpc>
            </a:pPr>
            <a:r>
              <a:rPr lang="zh-CN" altLang="en-GB" sz="4265" dirty="0"/>
              <a:t>需嵌入信息的行进行轻微的上移和下移</a:t>
            </a:r>
            <a:r>
              <a:rPr lang="en-GB" altLang="zh-CN" sz="4265" dirty="0"/>
              <a:t>.</a:t>
            </a:r>
            <a:endParaRPr lang="en-US" altLang="zh-CN" sz="4265" dirty="0"/>
          </a:p>
        </p:txBody>
      </p:sp>
      <p:pic>
        <p:nvPicPr>
          <p:cNvPr id="89092" name="Picture 4"/>
          <p:cNvPicPr>
            <a:picLocks noChangeAspect="1" noChangeArrowheads="1"/>
          </p:cNvPicPr>
          <p:nvPr/>
        </p:nvPicPr>
        <p:blipFill rotWithShape="1">
          <a:blip r:embed="rId1">
            <a:extLst>
              <a:ext uri="{28A0092B-C50C-407E-A947-70E740481C1C}">
                <a14:useLocalDpi xmlns:a14="http://schemas.microsoft.com/office/drawing/2010/main" val="0"/>
              </a:ext>
            </a:extLst>
          </a:blip>
          <a:srcRect/>
          <a:stretch>
            <a:fillRect/>
          </a:stretch>
        </p:blipFill>
        <p:spPr bwMode="auto">
          <a:xfrm>
            <a:off x="1991360" y="1484630"/>
            <a:ext cx="8103235" cy="174625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文本信息隐藏</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格式特征隐藏</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9092"/>
                                        </p:tgtEl>
                                        <p:attrNameLst>
                                          <p:attrName>style.visibility</p:attrName>
                                        </p:attrNameLst>
                                      </p:cBhvr>
                                      <p:to>
                                        <p:strVal val="visible"/>
                                      </p:to>
                                    </p:set>
                                    <p:anim calcmode="lin" valueType="num">
                                      <p:cBhvr additive="base">
                                        <p:cTn id="7" dur="500" fill="hold"/>
                                        <p:tgtEl>
                                          <p:spTgt spid="89092"/>
                                        </p:tgtEl>
                                        <p:attrNameLst>
                                          <p:attrName>ppt_x</p:attrName>
                                        </p:attrNameLst>
                                      </p:cBhvr>
                                      <p:tavLst>
                                        <p:tav tm="0">
                                          <p:val>
                                            <p:strVal val="#ppt_x"/>
                                          </p:val>
                                        </p:tav>
                                        <p:tav tm="100000">
                                          <p:val>
                                            <p:strVal val="#ppt_x"/>
                                          </p:val>
                                        </p:tav>
                                      </p:tavLst>
                                    </p:anim>
                                    <p:anim calcmode="lin" valueType="num">
                                      <p:cBhvr additive="base">
                                        <p:cTn id="8" dur="500" fill="hold"/>
                                        <p:tgtEl>
                                          <p:spTgt spid="8909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9091">
                                            <p:txEl>
                                              <p:pRg st="3" end="3"/>
                                            </p:txEl>
                                          </p:spTgt>
                                        </p:tgtEl>
                                        <p:attrNameLst>
                                          <p:attrName>style.visibility</p:attrName>
                                        </p:attrNameLst>
                                      </p:cBhvr>
                                      <p:to>
                                        <p:strVal val="visible"/>
                                      </p:to>
                                    </p:set>
                                    <p:anim calcmode="lin" valueType="num">
                                      <p:cBhvr additive="base">
                                        <p:cTn id="13" dur="500" fill="hold"/>
                                        <p:tgtEl>
                                          <p:spTgt spid="89091">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909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9091">
                                            <p:txEl>
                                              <p:pRg st="4" end="4"/>
                                            </p:txEl>
                                          </p:spTgt>
                                        </p:tgtEl>
                                        <p:attrNameLst>
                                          <p:attrName>style.visibility</p:attrName>
                                        </p:attrNameLst>
                                      </p:cBhvr>
                                      <p:to>
                                        <p:strVal val="visible"/>
                                      </p:to>
                                    </p:set>
                                    <p:anim calcmode="lin" valueType="num">
                                      <p:cBhvr additive="base">
                                        <p:cTn id="19" dur="500" fill="hold"/>
                                        <p:tgtEl>
                                          <p:spTgt spid="89091">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909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9091">
                                            <p:txEl>
                                              <p:pRg st="5" end="5"/>
                                            </p:txEl>
                                          </p:spTgt>
                                        </p:tgtEl>
                                        <p:attrNameLst>
                                          <p:attrName>style.visibility</p:attrName>
                                        </p:attrNameLst>
                                      </p:cBhvr>
                                      <p:to>
                                        <p:strVal val="visible"/>
                                      </p:to>
                                    </p:set>
                                    <p:anim calcmode="lin" valueType="num">
                                      <p:cBhvr additive="base">
                                        <p:cTn id="25" dur="500" fill="hold"/>
                                        <p:tgtEl>
                                          <p:spTgt spid="89091">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909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1"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a:xfrm>
            <a:off x="1826049" y="476885"/>
            <a:ext cx="9751483" cy="1143000"/>
          </a:xfrm>
        </p:spPr>
        <p:txBody>
          <a:bodyPr/>
          <a:lstStyle/>
          <a:p>
            <a:r>
              <a:rPr lang="zh-CN" altLang="en-US" dirty="0">
                <a:solidFill>
                  <a:srgbClr val="023B8C"/>
                </a:solidFill>
              </a:rPr>
              <a:t>字间距编码</a:t>
            </a:r>
            <a:endParaRPr lang="zh-CN" altLang="en-US" dirty="0">
              <a:solidFill>
                <a:srgbClr val="023B8C"/>
              </a:solidFill>
            </a:endParaRPr>
          </a:p>
        </p:txBody>
      </p:sp>
      <p:sp>
        <p:nvSpPr>
          <p:cNvPr id="90115" name="Rectangle 3"/>
          <p:cNvSpPr>
            <a:spLocks noGrp="1" noChangeArrowheads="1"/>
          </p:cNvSpPr>
          <p:nvPr>
            <p:ph type="body" idx="1"/>
          </p:nvPr>
        </p:nvSpPr>
        <p:spPr/>
        <p:txBody>
          <a:bodyPr/>
          <a:lstStyle/>
          <a:p>
            <a:r>
              <a:rPr lang="zh-CN" altLang="en-GB" dirty="0"/>
              <a:t>将文本某行中的一个单词水平左移或右移来嵌入水印信息</a:t>
            </a:r>
            <a:endParaRPr lang="zh-CN" altLang="en-GB" dirty="0"/>
          </a:p>
          <a:p>
            <a:r>
              <a:rPr lang="zh-CN" altLang="en-GB" dirty="0"/>
              <a:t>相邻的单词并不移动，作为解码过程中的位置参考</a:t>
            </a:r>
            <a:endParaRPr lang="zh-CN" altLang="en-GB" dirty="0"/>
          </a:p>
          <a:p>
            <a:r>
              <a:rPr lang="zh-CN" altLang="en-US" dirty="0"/>
              <a:t>人眼无法辨认</a:t>
            </a:r>
            <a:r>
              <a:rPr lang="en-US" altLang="zh-CN" dirty="0"/>
              <a:t>1/150 </a:t>
            </a:r>
            <a:r>
              <a:rPr lang="zh-CN" altLang="en-US" dirty="0"/>
              <a:t>英寸以内的单词的水平位移量</a:t>
            </a:r>
            <a:endParaRPr lang="zh-CN" altLang="en-US" dirty="0"/>
          </a:p>
          <a:p>
            <a:endParaRPr lang="zh-CN" altLang="en-US" dirty="0"/>
          </a:p>
        </p:txBody>
      </p:sp>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文本信息隐藏</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格式特征隐藏</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0115">
                                            <p:txEl>
                                              <p:pRg st="0" end="0"/>
                                            </p:txEl>
                                          </p:spTgt>
                                        </p:tgtEl>
                                        <p:attrNameLst>
                                          <p:attrName>style.visibility</p:attrName>
                                        </p:attrNameLst>
                                      </p:cBhvr>
                                      <p:to>
                                        <p:strVal val="visible"/>
                                      </p:to>
                                    </p:set>
                                    <p:anim calcmode="lin" valueType="num">
                                      <p:cBhvr additive="base">
                                        <p:cTn id="7" dur="500" fill="hold"/>
                                        <p:tgtEl>
                                          <p:spTgt spid="901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01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0115">
                                            <p:txEl>
                                              <p:pRg st="1" end="1"/>
                                            </p:txEl>
                                          </p:spTgt>
                                        </p:tgtEl>
                                        <p:attrNameLst>
                                          <p:attrName>style.visibility</p:attrName>
                                        </p:attrNameLst>
                                      </p:cBhvr>
                                      <p:to>
                                        <p:strVal val="visible"/>
                                      </p:to>
                                    </p:set>
                                    <p:anim calcmode="lin" valueType="num">
                                      <p:cBhvr additive="base">
                                        <p:cTn id="13" dur="500" fill="hold"/>
                                        <p:tgtEl>
                                          <p:spTgt spid="9011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01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0115">
                                            <p:txEl>
                                              <p:pRg st="2" end="2"/>
                                            </p:txEl>
                                          </p:spTgt>
                                        </p:tgtEl>
                                        <p:attrNameLst>
                                          <p:attrName>style.visibility</p:attrName>
                                        </p:attrNameLst>
                                      </p:cBhvr>
                                      <p:to>
                                        <p:strVal val="visible"/>
                                      </p:to>
                                    </p:set>
                                    <p:anim calcmode="lin" valueType="num">
                                      <p:cBhvr additive="base">
                                        <p:cTn id="19" dur="500" fill="hold"/>
                                        <p:tgtEl>
                                          <p:spTgt spid="9011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011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5"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4"/>
          <p:cNvSpPr>
            <a:spLocks noGrp="1"/>
          </p:cNvSpPr>
          <p:nvPr>
            <p:ph type="title"/>
          </p:nvPr>
        </p:nvSpPr>
        <p:spPr/>
        <p:txBody>
          <a:bodyPr/>
          <a:lstStyle/>
          <a:p>
            <a:r>
              <a:rPr lang="zh-CN" altLang="en-US" dirty="0">
                <a:solidFill>
                  <a:srgbClr val="023B8C"/>
                </a:solidFill>
              </a:rPr>
              <a:t>字间距编码</a:t>
            </a:r>
            <a:endParaRPr lang="zh-CN" altLang="en-US" dirty="0">
              <a:solidFill>
                <a:srgbClr val="023B8C"/>
              </a:solidFill>
            </a:endParaRPr>
          </a:p>
        </p:txBody>
      </p:sp>
      <p:sp>
        <p:nvSpPr>
          <p:cNvPr id="6" name="Text Placeholder 5"/>
          <p:cNvSpPr>
            <a:spLocks noGrp="1"/>
          </p:cNvSpPr>
          <p:nvPr>
            <p:ph type="body" sz="half" idx="1"/>
          </p:nvPr>
        </p:nvSpPr>
        <p:spPr>
          <a:xfrm>
            <a:off x="1826049" y="1556068"/>
            <a:ext cx="4773083" cy="4114800"/>
          </a:xfrm>
        </p:spPr>
        <p:txBody>
          <a:bodyPr/>
          <a:lstStyle/>
          <a:p>
            <a:pPr>
              <a:defRPr/>
            </a:pPr>
            <a:r>
              <a:rPr lang="zh-CN" dirty="0"/>
              <a:t>正常情况</a:t>
            </a:r>
            <a:endParaRPr lang="en-US" altLang="zh-CN" dirty="0"/>
          </a:p>
          <a:p>
            <a:pPr lvl="1">
              <a:defRPr/>
            </a:pPr>
            <a:r>
              <a:rPr lang="zh-CN" dirty="0">
                <a:cs typeface="+mn-cs"/>
              </a:rPr>
              <a:t>Δ＝</a:t>
            </a:r>
            <a:r>
              <a:rPr lang="en-US" dirty="0">
                <a:cs typeface="+mn-cs"/>
              </a:rPr>
              <a:t>Sa</a:t>
            </a:r>
            <a:r>
              <a:rPr lang="zh-CN" dirty="0">
                <a:cs typeface="+mn-cs"/>
              </a:rPr>
              <a:t>－</a:t>
            </a:r>
            <a:r>
              <a:rPr lang="en-US" dirty="0" err="1">
                <a:cs typeface="+mn-cs"/>
              </a:rPr>
              <a:t>Sb</a:t>
            </a:r>
            <a:r>
              <a:rPr lang="zh-CN" dirty="0">
                <a:cs typeface="+mn-cs"/>
              </a:rPr>
              <a:t>＝</a:t>
            </a:r>
            <a:r>
              <a:rPr lang="en-US" dirty="0">
                <a:cs typeface="+mn-cs"/>
              </a:rPr>
              <a:t>0</a:t>
            </a:r>
            <a:endParaRPr lang="en-US" dirty="0">
              <a:cs typeface="+mn-cs"/>
            </a:endParaRPr>
          </a:p>
          <a:p>
            <a:pPr>
              <a:defRPr/>
            </a:pPr>
            <a:r>
              <a:rPr lang="zh-CN" altLang="en-US" sz="4265" kern="1200" dirty="0"/>
              <a:t>隐写</a:t>
            </a:r>
            <a:endParaRPr lang="en-US" altLang="zh-CN" sz="4265" kern="1200" dirty="0"/>
          </a:p>
          <a:p>
            <a:pPr lvl="1">
              <a:defRPr/>
            </a:pPr>
            <a:r>
              <a:rPr lang="zh-CN" altLang="en-US" sz="3735" kern="1200" dirty="0">
                <a:cs typeface="+mn-cs"/>
              </a:rPr>
              <a:t>嵌入</a:t>
            </a:r>
            <a:r>
              <a:rPr lang="en-US" altLang="zh-CN" sz="3735" kern="1200" dirty="0">
                <a:cs typeface="+mn-cs"/>
              </a:rPr>
              <a:t>0</a:t>
            </a:r>
            <a:endParaRPr lang="en-US" altLang="zh-CN" sz="3735" kern="1200" dirty="0">
              <a:cs typeface="+mn-cs"/>
            </a:endParaRPr>
          </a:p>
          <a:p>
            <a:pPr lvl="1">
              <a:defRPr/>
            </a:pPr>
            <a:r>
              <a:rPr lang="el-GR" altLang="zh-CN" sz="3735" kern="1200" dirty="0">
                <a:cs typeface="+mn-cs"/>
              </a:rPr>
              <a:t>Δ</a:t>
            </a:r>
            <a:r>
              <a:rPr lang="zh-CN" altLang="el-GR" sz="3735" kern="1200" dirty="0">
                <a:cs typeface="+mn-cs"/>
              </a:rPr>
              <a:t>＝</a:t>
            </a:r>
            <a:r>
              <a:rPr lang="en-US" altLang="zh-CN" sz="3735" kern="1200" dirty="0">
                <a:cs typeface="+mn-cs"/>
              </a:rPr>
              <a:t>Sa</a:t>
            </a:r>
            <a:r>
              <a:rPr lang="zh-CN" altLang="en-US" sz="3735" kern="1200" dirty="0">
                <a:cs typeface="+mn-cs"/>
              </a:rPr>
              <a:t>－</a:t>
            </a:r>
            <a:r>
              <a:rPr lang="en-US" altLang="zh-CN" sz="3735" kern="1200" dirty="0" err="1">
                <a:cs typeface="+mn-cs"/>
              </a:rPr>
              <a:t>Sb</a:t>
            </a:r>
            <a:r>
              <a:rPr lang="zh-CN" altLang="en-US" sz="3735" kern="1200" dirty="0">
                <a:cs typeface="+mn-cs"/>
              </a:rPr>
              <a:t>＝</a:t>
            </a:r>
            <a:r>
              <a:rPr lang="el-GR" altLang="zh-CN" sz="3735" kern="1200" dirty="0">
                <a:cs typeface="+mn-cs"/>
              </a:rPr>
              <a:t>ε</a:t>
            </a:r>
            <a:endParaRPr lang="el-GR" altLang="zh-CN" sz="3735" kern="1200" dirty="0">
              <a:cs typeface="+mn-cs"/>
            </a:endParaRPr>
          </a:p>
          <a:p>
            <a:pPr lvl="1">
              <a:defRPr/>
            </a:pPr>
            <a:r>
              <a:rPr lang="zh-CN" altLang="en-US" sz="3735" kern="1200" dirty="0">
                <a:cs typeface="+mn-cs"/>
              </a:rPr>
              <a:t>嵌入</a:t>
            </a:r>
            <a:r>
              <a:rPr lang="en-US" altLang="zh-CN" sz="3735" kern="1200" dirty="0">
                <a:cs typeface="+mn-cs"/>
              </a:rPr>
              <a:t>1</a:t>
            </a:r>
            <a:endParaRPr lang="en-US" altLang="zh-CN" sz="3735" kern="1200" dirty="0">
              <a:cs typeface="+mn-cs"/>
            </a:endParaRPr>
          </a:p>
          <a:p>
            <a:pPr lvl="1">
              <a:defRPr/>
            </a:pPr>
            <a:r>
              <a:rPr lang="el-GR" altLang="zh-CN" sz="3735" kern="1200" dirty="0">
                <a:cs typeface="+mn-cs"/>
              </a:rPr>
              <a:t>Δ</a:t>
            </a:r>
            <a:r>
              <a:rPr lang="zh-CN" altLang="el-GR" sz="3735" kern="1200" dirty="0">
                <a:cs typeface="+mn-cs"/>
              </a:rPr>
              <a:t>＝</a:t>
            </a:r>
            <a:r>
              <a:rPr lang="en-US" altLang="zh-CN" sz="3735" kern="1200" dirty="0">
                <a:cs typeface="+mn-cs"/>
              </a:rPr>
              <a:t>Sa</a:t>
            </a:r>
            <a:r>
              <a:rPr lang="zh-CN" altLang="en-US" sz="3735" kern="1200" dirty="0">
                <a:cs typeface="+mn-cs"/>
              </a:rPr>
              <a:t>－</a:t>
            </a:r>
            <a:r>
              <a:rPr lang="en-US" altLang="zh-CN" sz="3735" kern="1200" dirty="0" err="1">
                <a:cs typeface="+mn-cs"/>
              </a:rPr>
              <a:t>Sb</a:t>
            </a:r>
            <a:r>
              <a:rPr lang="zh-CN" altLang="en-US" sz="3735" kern="1200" dirty="0">
                <a:cs typeface="+mn-cs"/>
              </a:rPr>
              <a:t>＝ </a:t>
            </a:r>
            <a:r>
              <a:rPr lang="en-US" altLang="zh-CN" sz="3735" kern="1200" dirty="0">
                <a:cs typeface="+mn-cs"/>
              </a:rPr>
              <a:t>-</a:t>
            </a:r>
            <a:r>
              <a:rPr lang="el-GR" altLang="zh-CN" sz="3735" kern="1200" dirty="0">
                <a:cs typeface="+mn-cs"/>
              </a:rPr>
              <a:t>ε</a:t>
            </a:r>
            <a:endParaRPr lang="en-US" altLang="zh-CN" sz="3735" kern="1200" dirty="0">
              <a:cs typeface="+mn-cs"/>
            </a:endParaRPr>
          </a:p>
          <a:p>
            <a:pPr lvl="1">
              <a:defRPr/>
            </a:pPr>
            <a:endParaRPr lang="en-US" dirty="0">
              <a:cs typeface="+mn-cs"/>
            </a:endParaRPr>
          </a:p>
          <a:p>
            <a:pPr>
              <a:defRPr/>
            </a:pPr>
            <a:endParaRPr lang="zh-CN" altLang="en-US" dirty="0"/>
          </a:p>
        </p:txBody>
      </p:sp>
      <p:pic>
        <p:nvPicPr>
          <p:cNvPr id="60420" name="Content Placeholder 7" descr="inter-word-space_diff_algorithm.bmp"/>
          <p:cNvPicPr>
            <a:picLocks noGrp="1" noChangeAspect="1"/>
          </p:cNvPicPr>
          <p:nvPr>
            <p:ph sz="half" idx="2"/>
          </p:nvPr>
        </p:nvPicPr>
        <p:blipFill>
          <a:blip r:embed="rId1">
            <a:extLst>
              <a:ext uri="{28A0092B-C50C-407E-A947-70E740481C1C}">
                <a14:useLocalDpi xmlns:a14="http://schemas.microsoft.com/office/drawing/2010/main" val="0"/>
              </a:ext>
            </a:extLst>
          </a:blip>
          <a:srcRect/>
          <a:stretch>
            <a:fillRect/>
          </a:stretch>
        </p:blipFill>
        <p:spPr>
          <a:xfrm>
            <a:off x="6959812" y="2421256"/>
            <a:ext cx="4006851" cy="1905000"/>
          </a:xfrm>
        </p:spPr>
      </p:pic>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文本信息隐藏</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格式特征隐藏</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a:xfrm>
            <a:off x="1826049" y="404495"/>
            <a:ext cx="9751483" cy="1143000"/>
          </a:xfrm>
        </p:spPr>
        <p:txBody>
          <a:bodyPr/>
          <a:lstStyle/>
          <a:p>
            <a:r>
              <a:rPr lang="zh-CN" altLang="en-US" dirty="0">
                <a:solidFill>
                  <a:srgbClr val="023B8C"/>
                </a:solidFill>
              </a:rPr>
              <a:t>字间距编码</a:t>
            </a:r>
            <a:endParaRPr lang="zh-CN" altLang="en-US" dirty="0">
              <a:solidFill>
                <a:srgbClr val="023B8C"/>
              </a:solidFill>
            </a:endParaRPr>
          </a:p>
        </p:txBody>
      </p:sp>
      <p:sp>
        <p:nvSpPr>
          <p:cNvPr id="2" name="内容占位符 1"/>
          <p:cNvSpPr>
            <a:spLocks noGrp="1"/>
          </p:cNvSpPr>
          <p:nvPr>
            <p:ph idx="1"/>
          </p:nvPr>
        </p:nvSpPr>
        <p:spPr>
          <a:xfrm>
            <a:off x="568749" y="1844358"/>
            <a:ext cx="9751483" cy="4114800"/>
          </a:xfrm>
        </p:spPr>
        <p:txBody>
          <a:bodyPr/>
          <a:lstStyle/>
          <a:p>
            <a:r>
              <a:rPr lang="zh-CN" altLang="en-US" dirty="0"/>
              <a:t>例：</a:t>
            </a:r>
            <a:endParaRPr lang="en-US" altLang="zh-CN" dirty="0"/>
          </a:p>
          <a:p>
            <a:endParaRPr lang="zh-CN" altLang="en-US" dirty="0"/>
          </a:p>
        </p:txBody>
      </p:sp>
      <p:pic>
        <p:nvPicPr>
          <p:cNvPr id="6"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47029" y="1556973"/>
            <a:ext cx="8064500" cy="4629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文本信息隐藏</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格式特征隐藏</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6"/>
          <p:cNvSpPr>
            <a:spLocks noGrp="1"/>
          </p:cNvSpPr>
          <p:nvPr>
            <p:ph type="title"/>
          </p:nvPr>
        </p:nvSpPr>
        <p:spPr>
          <a:xfrm>
            <a:off x="521970" y="485458"/>
            <a:ext cx="10972800" cy="1143000"/>
          </a:xfrm>
        </p:spPr>
        <p:txBody>
          <a:bodyPr/>
          <a:lstStyle/>
          <a:p>
            <a:r>
              <a:rPr lang="zh-CN" altLang="en-US" dirty="0">
                <a:solidFill>
                  <a:srgbClr val="023B8C"/>
                </a:solidFill>
              </a:rPr>
              <a:t>字间距编码</a:t>
            </a:r>
            <a:endParaRPr lang="zh-CN" altLang="en-US" dirty="0">
              <a:solidFill>
                <a:srgbClr val="023B8C"/>
              </a:solidFill>
            </a:endParaRPr>
          </a:p>
        </p:txBody>
      </p:sp>
      <p:sp>
        <p:nvSpPr>
          <p:cNvPr id="61443" name="Text Placeholder 7"/>
          <p:cNvSpPr>
            <a:spLocks noGrp="1"/>
          </p:cNvSpPr>
          <p:nvPr>
            <p:ph type="body" idx="1"/>
          </p:nvPr>
        </p:nvSpPr>
        <p:spPr>
          <a:xfrm>
            <a:off x="521970" y="1628458"/>
            <a:ext cx="5386917" cy="639762"/>
          </a:xfrm>
        </p:spPr>
        <p:txBody>
          <a:bodyPr/>
          <a:lstStyle/>
          <a:p>
            <a:r>
              <a:rPr lang="zh-CN" altLang="en-US"/>
              <a:t>原始图像</a:t>
            </a:r>
            <a:endParaRPr lang="zh-CN" altLang="en-US"/>
          </a:p>
        </p:txBody>
      </p:sp>
      <p:pic>
        <p:nvPicPr>
          <p:cNvPr id="61444" name="Content Placeholder 11" descr="inter-word-space_diff_cover.bmp"/>
          <p:cNvPicPr>
            <a:picLocks noGrp="1" noChangeAspect="1"/>
          </p:cNvPicPr>
          <p:nvPr>
            <p:ph sz="half" idx="2"/>
          </p:nvPr>
        </p:nvPicPr>
        <p:blipFill>
          <a:blip r:embed="rId1">
            <a:extLst>
              <a:ext uri="{28A0092B-C50C-407E-A947-70E740481C1C}">
                <a14:useLocalDpi xmlns:a14="http://schemas.microsoft.com/office/drawing/2010/main" val="0"/>
              </a:ext>
            </a:extLst>
          </a:blip>
          <a:srcRect/>
          <a:stretch>
            <a:fillRect/>
          </a:stretch>
        </p:blipFill>
        <p:spPr>
          <a:xfrm>
            <a:off x="479425" y="2493010"/>
            <a:ext cx="5472430" cy="2094230"/>
          </a:xfrm>
        </p:spPr>
      </p:pic>
      <p:sp>
        <p:nvSpPr>
          <p:cNvPr id="61445" name="Text Placeholder 9"/>
          <p:cNvSpPr>
            <a:spLocks noGrp="1"/>
          </p:cNvSpPr>
          <p:nvPr>
            <p:ph type="body" sz="quarter" idx="3"/>
          </p:nvPr>
        </p:nvSpPr>
        <p:spPr>
          <a:xfrm>
            <a:off x="6239722" y="1628458"/>
            <a:ext cx="5389033" cy="639762"/>
          </a:xfrm>
        </p:spPr>
        <p:txBody>
          <a:bodyPr/>
          <a:lstStyle/>
          <a:p>
            <a:r>
              <a:rPr lang="en-US" altLang="zh-CN"/>
              <a:t>8</a:t>
            </a:r>
            <a:r>
              <a:rPr lang="zh-CN" altLang="en-US"/>
              <a:t>次复印后图像</a:t>
            </a:r>
            <a:endParaRPr lang="zh-CN" altLang="en-US"/>
          </a:p>
        </p:txBody>
      </p:sp>
      <p:pic>
        <p:nvPicPr>
          <p:cNvPr id="61446" name="Content Placeholder 12" descr="inter-word-space_diff_stego.bmp"/>
          <p:cNvPicPr>
            <a:picLocks noGrp="1" noChangeAspect="1"/>
          </p:cNvPicPr>
          <p:nvPr>
            <p:ph sz="quarter" idx="4"/>
          </p:nvPr>
        </p:nvPicPr>
        <p:blipFill>
          <a:blip r:embed="rId2">
            <a:extLst>
              <a:ext uri="{28A0092B-C50C-407E-A947-70E740481C1C}">
                <a14:useLocalDpi xmlns:a14="http://schemas.microsoft.com/office/drawing/2010/main" val="0"/>
              </a:ext>
            </a:extLst>
          </a:blip>
          <a:srcRect/>
          <a:stretch>
            <a:fillRect/>
          </a:stretch>
        </p:blipFill>
        <p:spPr>
          <a:xfrm>
            <a:off x="6239510" y="2493010"/>
            <a:ext cx="5440045" cy="2082165"/>
          </a:xfrm>
        </p:spPr>
      </p:pic>
      <p:sp>
        <p:nvSpPr>
          <p:cNvPr id="3" name="矩形 2"/>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文本信息隐藏</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格式特征隐藏</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2"/>
          <p:cNvSpPr>
            <a:spLocks noGrp="1" noChangeArrowheads="1"/>
          </p:cNvSpPr>
          <p:nvPr>
            <p:ph type="title"/>
          </p:nvPr>
        </p:nvSpPr>
        <p:spPr>
          <a:xfrm>
            <a:off x="995469" y="621030"/>
            <a:ext cx="9751483" cy="1143000"/>
          </a:xfrm>
        </p:spPr>
        <p:txBody>
          <a:bodyPr/>
          <a:lstStyle/>
          <a:p>
            <a:pPr eaLnBrk="1" hangingPunct="1"/>
            <a:r>
              <a:rPr lang="zh-CN" altLang="en-US" dirty="0">
                <a:solidFill>
                  <a:srgbClr val="023B8C"/>
                </a:solidFill>
              </a:rPr>
              <a:t>字间距编码</a:t>
            </a:r>
            <a:endParaRPr lang="zh-CN" altLang="en-US" dirty="0">
              <a:solidFill>
                <a:srgbClr val="023B8C"/>
              </a:solidFill>
            </a:endParaRPr>
          </a:p>
        </p:txBody>
      </p:sp>
      <p:sp>
        <p:nvSpPr>
          <p:cNvPr id="56324" name="Rectangle 3"/>
          <p:cNvSpPr>
            <a:spLocks noGrp="1" noChangeArrowheads="1"/>
          </p:cNvSpPr>
          <p:nvPr>
            <p:ph type="body" idx="1"/>
          </p:nvPr>
        </p:nvSpPr>
        <p:spPr>
          <a:xfrm>
            <a:off x="1126914" y="1844358"/>
            <a:ext cx="9751483" cy="4114800"/>
          </a:xfrm>
        </p:spPr>
        <p:txBody>
          <a:bodyPr/>
          <a:lstStyle/>
          <a:p>
            <a:pPr eaLnBrk="1" hangingPunct="1"/>
            <a:r>
              <a:rPr lang="zh-CN" altLang="en-US" dirty="0"/>
              <a:t>打印追踪实例分析</a:t>
            </a:r>
            <a:endParaRPr lang="en-US" altLang="zh-CN" dirty="0"/>
          </a:p>
          <a:p>
            <a:pPr lvl="1" eaLnBrk="1" hangingPunct="1"/>
            <a:r>
              <a:rPr lang="zh-CN" altLang="en-US" dirty="0"/>
              <a:t>第一步：使用者打印文档。</a:t>
            </a:r>
            <a:endParaRPr lang="en-US" altLang="zh-CN" dirty="0"/>
          </a:p>
          <a:p>
            <a:pPr lvl="2" eaLnBrk="1" hangingPunct="1"/>
            <a:r>
              <a:rPr lang="zh-CN" altLang="en-US" dirty="0"/>
              <a:t>系统截获打印任务，把文档转换为图像，嵌入水印，再输出到打印机。这些过程用户无感知。</a:t>
            </a:r>
            <a:endParaRPr lang="en-US" altLang="zh-CN" dirty="0"/>
          </a:p>
          <a:p>
            <a:pPr lvl="1" eaLnBrk="1" hangingPunct="1"/>
            <a:r>
              <a:rPr lang="zh-CN" altLang="en-US" dirty="0"/>
              <a:t>第二步：管理者扫描或拍照需检测的文档</a:t>
            </a:r>
            <a:endParaRPr lang="en-US" altLang="zh-CN" dirty="0"/>
          </a:p>
          <a:p>
            <a:pPr lvl="1" eaLnBrk="1" hangingPunct="1"/>
            <a:r>
              <a:rPr lang="zh-CN" altLang="en-US" dirty="0"/>
              <a:t>第三步：图像预处理</a:t>
            </a:r>
            <a:endParaRPr lang="en-US" altLang="zh-CN" dirty="0"/>
          </a:p>
          <a:p>
            <a:pPr lvl="2" eaLnBrk="1" hangingPunct="1"/>
            <a:r>
              <a:rPr lang="zh-CN" altLang="en-US" dirty="0"/>
              <a:t>阈值化、矫正几何失真、去噪</a:t>
            </a:r>
            <a:endParaRPr lang="en-US" altLang="zh-CN" dirty="0"/>
          </a:p>
          <a:p>
            <a:pPr lvl="1" eaLnBrk="1" hangingPunct="1"/>
            <a:r>
              <a:rPr lang="zh-CN" altLang="en-US" dirty="0"/>
              <a:t>第四步：提取水印，识别文档输出者</a:t>
            </a:r>
            <a:endParaRPr lang="en-US" altLang="zh-CN" dirty="0"/>
          </a:p>
        </p:txBody>
      </p:sp>
      <p:sp>
        <p:nvSpPr>
          <p:cNvPr id="3" name="矩形 2"/>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文本信息隐藏</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格式特征隐藏</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6324">
                                            <p:txEl>
                                              <p:pRg st="0" end="0"/>
                                            </p:txEl>
                                          </p:spTgt>
                                        </p:tgtEl>
                                        <p:attrNameLst>
                                          <p:attrName>style.visibility</p:attrName>
                                        </p:attrNameLst>
                                      </p:cBhvr>
                                      <p:to>
                                        <p:strVal val="visible"/>
                                      </p:to>
                                    </p:set>
                                    <p:anim calcmode="lin" valueType="num">
                                      <p:cBhvr additive="base">
                                        <p:cTn id="7" dur="500" fill="hold"/>
                                        <p:tgtEl>
                                          <p:spTgt spid="5632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632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6324">
                                            <p:txEl>
                                              <p:pRg st="1" end="1"/>
                                            </p:txEl>
                                          </p:spTgt>
                                        </p:tgtEl>
                                        <p:attrNameLst>
                                          <p:attrName>style.visibility</p:attrName>
                                        </p:attrNameLst>
                                      </p:cBhvr>
                                      <p:to>
                                        <p:strVal val="visible"/>
                                      </p:to>
                                    </p:set>
                                    <p:anim calcmode="lin" valueType="num">
                                      <p:cBhvr additive="base">
                                        <p:cTn id="11" dur="500" fill="hold"/>
                                        <p:tgtEl>
                                          <p:spTgt spid="5632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6324">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6324">
                                            <p:txEl>
                                              <p:pRg st="2" end="2"/>
                                            </p:txEl>
                                          </p:spTgt>
                                        </p:tgtEl>
                                        <p:attrNameLst>
                                          <p:attrName>style.visibility</p:attrName>
                                        </p:attrNameLst>
                                      </p:cBhvr>
                                      <p:to>
                                        <p:strVal val="visible"/>
                                      </p:to>
                                    </p:set>
                                    <p:anim calcmode="lin" valueType="num">
                                      <p:cBhvr additive="base">
                                        <p:cTn id="15" dur="500" fill="hold"/>
                                        <p:tgtEl>
                                          <p:spTgt spid="56324">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6324">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56324">
                                            <p:txEl>
                                              <p:pRg st="3" end="3"/>
                                            </p:txEl>
                                          </p:spTgt>
                                        </p:tgtEl>
                                        <p:attrNameLst>
                                          <p:attrName>style.visibility</p:attrName>
                                        </p:attrNameLst>
                                      </p:cBhvr>
                                      <p:to>
                                        <p:strVal val="visible"/>
                                      </p:to>
                                    </p:set>
                                    <p:anim calcmode="lin" valueType="num">
                                      <p:cBhvr additive="base">
                                        <p:cTn id="19" dur="500" fill="hold"/>
                                        <p:tgtEl>
                                          <p:spTgt spid="56324">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6324">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56324">
                                            <p:txEl>
                                              <p:pRg st="4" end="4"/>
                                            </p:txEl>
                                          </p:spTgt>
                                        </p:tgtEl>
                                        <p:attrNameLst>
                                          <p:attrName>style.visibility</p:attrName>
                                        </p:attrNameLst>
                                      </p:cBhvr>
                                      <p:to>
                                        <p:strVal val="visible"/>
                                      </p:to>
                                    </p:set>
                                    <p:anim calcmode="lin" valueType="num">
                                      <p:cBhvr additive="base">
                                        <p:cTn id="23" dur="500" fill="hold"/>
                                        <p:tgtEl>
                                          <p:spTgt spid="56324">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6324">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56324">
                                            <p:txEl>
                                              <p:pRg st="5" end="5"/>
                                            </p:txEl>
                                          </p:spTgt>
                                        </p:tgtEl>
                                        <p:attrNameLst>
                                          <p:attrName>style.visibility</p:attrName>
                                        </p:attrNameLst>
                                      </p:cBhvr>
                                      <p:to>
                                        <p:strVal val="visible"/>
                                      </p:to>
                                    </p:set>
                                    <p:anim calcmode="lin" valueType="num">
                                      <p:cBhvr additive="base">
                                        <p:cTn id="27" dur="500" fill="hold"/>
                                        <p:tgtEl>
                                          <p:spTgt spid="56324">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6324">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56324">
                                            <p:txEl>
                                              <p:pRg st="6" end="6"/>
                                            </p:txEl>
                                          </p:spTgt>
                                        </p:tgtEl>
                                        <p:attrNameLst>
                                          <p:attrName>style.visibility</p:attrName>
                                        </p:attrNameLst>
                                      </p:cBhvr>
                                      <p:to>
                                        <p:strVal val="visible"/>
                                      </p:to>
                                    </p:set>
                                    <p:anim calcmode="lin" valueType="num">
                                      <p:cBhvr additive="base">
                                        <p:cTn id="31" dur="500" fill="hold"/>
                                        <p:tgtEl>
                                          <p:spTgt spid="56324">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6324">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4"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95325" y="267653"/>
            <a:ext cx="10972800" cy="1143000"/>
          </a:xfrm>
        </p:spPr>
        <p:txBody>
          <a:bodyPr/>
          <a:lstStyle/>
          <a:p>
            <a:r>
              <a:rPr lang="zh-CN" altLang="en-US" dirty="0">
                <a:solidFill>
                  <a:srgbClr val="023B8C"/>
                </a:solidFill>
              </a:rPr>
              <a:t>字间距编码</a:t>
            </a:r>
            <a:endParaRPr lang="zh-CN" altLang="en-US" dirty="0">
              <a:solidFill>
                <a:srgbClr val="023B8C"/>
              </a:solidFill>
            </a:endParaRPr>
          </a:p>
        </p:txBody>
      </p:sp>
      <p:sp>
        <p:nvSpPr>
          <p:cNvPr id="3" name="文本占位符 2"/>
          <p:cNvSpPr>
            <a:spLocks noGrp="1"/>
          </p:cNvSpPr>
          <p:nvPr>
            <p:ph type="body" idx="1"/>
          </p:nvPr>
        </p:nvSpPr>
        <p:spPr/>
        <p:txBody>
          <a:bodyPr/>
          <a:lstStyle/>
          <a:p>
            <a:pPr algn="ctr"/>
            <a:r>
              <a:rPr lang="zh-CN" altLang="en-US" dirty="0"/>
              <a:t>扫描文档图像</a:t>
            </a:r>
            <a:endParaRPr lang="zh-CN" altLang="en-US" dirty="0"/>
          </a:p>
        </p:txBody>
      </p:sp>
      <p:sp>
        <p:nvSpPr>
          <p:cNvPr id="5" name="文本占位符 4"/>
          <p:cNvSpPr>
            <a:spLocks noGrp="1"/>
          </p:cNvSpPr>
          <p:nvPr>
            <p:ph type="body" sz="quarter" idx="3"/>
          </p:nvPr>
        </p:nvSpPr>
        <p:spPr>
          <a:xfrm>
            <a:off x="4974167" y="1484313"/>
            <a:ext cx="5389033" cy="639762"/>
          </a:xfrm>
        </p:spPr>
        <p:txBody>
          <a:bodyPr/>
          <a:lstStyle/>
          <a:p>
            <a:pPr algn="ctr"/>
            <a:r>
              <a:rPr lang="zh-CN" altLang="en-US" dirty="0"/>
              <a:t>文档照片</a:t>
            </a:r>
            <a:endParaRPr lang="zh-CN" altLang="en-US" dirty="0"/>
          </a:p>
        </p:txBody>
      </p:sp>
      <p:pic>
        <p:nvPicPr>
          <p:cNvPr id="10" name="内容占位符 9" descr="3-1 扫描文档图像.bmp"/>
          <p:cNvPicPr>
            <a:picLocks noGrp="1"/>
          </p:cNvPicPr>
          <p:nvPr>
            <p:ph sz="half" idx="2"/>
          </p:nvPr>
        </p:nvPicPr>
        <p:blipFill>
          <a:blip r:embed="rId1" cstate="print"/>
          <a:srcRect/>
          <a:stretch>
            <a:fillRect/>
          </a:stretch>
        </p:blipFill>
        <p:spPr>
          <a:xfrm>
            <a:off x="839566" y="1484418"/>
            <a:ext cx="3425845" cy="5268384"/>
          </a:xfrm>
          <a:prstGeom prst="rect">
            <a:avLst/>
          </a:prstGeom>
          <a:ln w="3175">
            <a:solidFill>
              <a:schemeClr val="tx1"/>
            </a:solidFill>
          </a:ln>
        </p:spPr>
      </p:pic>
      <p:pic>
        <p:nvPicPr>
          <p:cNvPr id="11" name="内容占位符 10" descr="3-2 文档照片.jpg"/>
          <p:cNvPicPr>
            <a:picLocks noGrp="1"/>
          </p:cNvPicPr>
          <p:nvPr>
            <p:ph sz="quarter" idx="4"/>
          </p:nvPr>
        </p:nvPicPr>
        <p:blipFill>
          <a:blip r:embed="rId2" cstate="print"/>
          <a:stretch>
            <a:fillRect/>
          </a:stretch>
        </p:blipFill>
        <p:spPr>
          <a:xfrm>
            <a:off x="6167716" y="2166216"/>
            <a:ext cx="3241964" cy="4322619"/>
          </a:xfrm>
          <a:prstGeom prst="rect">
            <a:avLst/>
          </a:prstGeom>
          <a:ln w="3175">
            <a:solidFill>
              <a:schemeClr val="tx1"/>
            </a:solidFill>
          </a:ln>
        </p:spPr>
      </p:pic>
      <p:sp>
        <p:nvSpPr>
          <p:cNvPr id="4" name="矩形 3"/>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文本信息隐藏</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格式特征隐藏</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9470" y="392113"/>
            <a:ext cx="10972800" cy="1143000"/>
          </a:xfrm>
        </p:spPr>
        <p:txBody>
          <a:bodyPr/>
          <a:lstStyle/>
          <a:p>
            <a:r>
              <a:rPr lang="zh-CN" altLang="en-US" dirty="0">
                <a:solidFill>
                  <a:srgbClr val="023B8C"/>
                </a:solidFill>
              </a:rPr>
              <a:t>字间距编码</a:t>
            </a:r>
            <a:endParaRPr lang="zh-CN" altLang="en-US" dirty="0">
              <a:solidFill>
                <a:srgbClr val="023B8C"/>
              </a:solidFill>
            </a:endParaRPr>
          </a:p>
        </p:txBody>
      </p:sp>
      <p:sp>
        <p:nvSpPr>
          <p:cNvPr id="3" name="文本占位符 2"/>
          <p:cNvSpPr>
            <a:spLocks noGrp="1"/>
          </p:cNvSpPr>
          <p:nvPr>
            <p:ph type="body" idx="1"/>
          </p:nvPr>
        </p:nvSpPr>
        <p:spPr>
          <a:xfrm>
            <a:off x="-96520" y="1535113"/>
            <a:ext cx="5386917" cy="639762"/>
          </a:xfrm>
        </p:spPr>
        <p:txBody>
          <a:bodyPr/>
          <a:lstStyle/>
          <a:p>
            <a:pPr algn="ctr"/>
            <a:r>
              <a:rPr lang="zh-CN" altLang="en-US" dirty="0"/>
              <a:t>透视矫正之前的图片</a:t>
            </a:r>
            <a:endParaRPr lang="zh-CN" altLang="en-US" dirty="0"/>
          </a:p>
        </p:txBody>
      </p:sp>
      <p:sp>
        <p:nvSpPr>
          <p:cNvPr id="5" name="文本占位符 4"/>
          <p:cNvSpPr>
            <a:spLocks noGrp="1"/>
          </p:cNvSpPr>
          <p:nvPr>
            <p:ph type="body" sz="quarter" idx="3"/>
          </p:nvPr>
        </p:nvSpPr>
        <p:spPr>
          <a:xfrm>
            <a:off x="5592022" y="1556703"/>
            <a:ext cx="5389033" cy="639762"/>
          </a:xfrm>
        </p:spPr>
        <p:txBody>
          <a:bodyPr/>
          <a:lstStyle/>
          <a:p>
            <a:pPr algn="ctr"/>
            <a:r>
              <a:rPr lang="zh-CN" altLang="en-US" dirty="0"/>
              <a:t>透视矫正之后的图片</a:t>
            </a:r>
            <a:endParaRPr lang="zh-CN" altLang="en-US" dirty="0"/>
          </a:p>
        </p:txBody>
      </p:sp>
      <p:pic>
        <p:nvPicPr>
          <p:cNvPr id="13" name="内容占位符 12" descr="F:\01、毕业设计\300 毕业设计论文\论文插图\ch3\透视校正\3-4 带有同步标记的透视失真图像.jpg"/>
          <p:cNvPicPr>
            <a:picLocks noGrp="1"/>
          </p:cNvPicPr>
          <p:nvPr>
            <p:ph sz="half" idx="2"/>
          </p:nvPr>
        </p:nvPicPr>
        <p:blipFill>
          <a:blip r:embed="rId1" cstate="print"/>
          <a:srcRect/>
          <a:stretch>
            <a:fillRect/>
          </a:stretch>
        </p:blipFill>
        <p:spPr bwMode="auto">
          <a:xfrm>
            <a:off x="1271000" y="2421255"/>
            <a:ext cx="2881745" cy="3840480"/>
          </a:xfrm>
          <a:prstGeom prst="rect">
            <a:avLst/>
          </a:prstGeom>
          <a:ln w="3175">
            <a:solidFill>
              <a:schemeClr val="tx1"/>
            </a:solidFill>
          </a:ln>
        </p:spPr>
      </p:pic>
      <p:pic>
        <p:nvPicPr>
          <p:cNvPr id="14" name="内容占位符 13" descr="F:\01、毕业设计\300 毕业设计论文\论文插图\ch3\透视校正\3-5经过透视矫正的文档图像.bmp"/>
          <p:cNvPicPr>
            <a:picLocks noGrp="1"/>
          </p:cNvPicPr>
          <p:nvPr>
            <p:ph sz="quarter" idx="4"/>
          </p:nvPr>
        </p:nvPicPr>
        <p:blipFill>
          <a:blip r:embed="rId2" cstate="print"/>
          <a:srcRect/>
          <a:stretch>
            <a:fillRect/>
          </a:stretch>
        </p:blipFill>
        <p:spPr bwMode="auto">
          <a:xfrm>
            <a:off x="6816090" y="2277110"/>
            <a:ext cx="2826385" cy="4067175"/>
          </a:xfrm>
          <a:prstGeom prst="rect">
            <a:avLst/>
          </a:prstGeom>
          <a:ln w="3175">
            <a:solidFill>
              <a:schemeClr val="tx1"/>
            </a:solidFill>
          </a:ln>
        </p:spPr>
      </p:pic>
      <p:sp>
        <p:nvSpPr>
          <p:cNvPr id="4" name="矩形 3"/>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文本信息隐藏</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格式特征隐藏</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83615" y="392113"/>
            <a:ext cx="10972800" cy="1143000"/>
          </a:xfrm>
        </p:spPr>
        <p:txBody>
          <a:bodyPr/>
          <a:lstStyle/>
          <a:p>
            <a:r>
              <a:rPr lang="zh-CN" altLang="en-US" dirty="0">
                <a:solidFill>
                  <a:srgbClr val="023B8C"/>
                </a:solidFill>
              </a:rPr>
              <a:t>字间距编码</a:t>
            </a:r>
            <a:endParaRPr lang="zh-CN" altLang="en-US" dirty="0">
              <a:solidFill>
                <a:srgbClr val="023B8C"/>
              </a:solidFill>
            </a:endParaRPr>
          </a:p>
        </p:txBody>
      </p:sp>
      <p:sp>
        <p:nvSpPr>
          <p:cNvPr id="3" name="文本占位符 2"/>
          <p:cNvSpPr>
            <a:spLocks noGrp="1"/>
          </p:cNvSpPr>
          <p:nvPr>
            <p:ph type="body" idx="1"/>
          </p:nvPr>
        </p:nvSpPr>
        <p:spPr>
          <a:xfrm>
            <a:off x="0" y="1556703"/>
            <a:ext cx="5386917" cy="639762"/>
          </a:xfrm>
        </p:spPr>
        <p:txBody>
          <a:bodyPr/>
          <a:lstStyle/>
          <a:p>
            <a:pPr algn="ctr"/>
            <a:r>
              <a:rPr lang="zh-CN" altLang="zh-CN" dirty="0"/>
              <a:t>固定阈值分割结果</a:t>
            </a:r>
            <a:endParaRPr lang="zh-CN" altLang="en-US" dirty="0"/>
          </a:p>
        </p:txBody>
      </p:sp>
      <p:sp>
        <p:nvSpPr>
          <p:cNvPr id="5" name="文本占位符 4"/>
          <p:cNvSpPr>
            <a:spLocks noGrp="1"/>
          </p:cNvSpPr>
          <p:nvPr>
            <p:ph type="body" sz="quarter" idx="3"/>
          </p:nvPr>
        </p:nvSpPr>
        <p:spPr/>
        <p:txBody>
          <a:bodyPr/>
          <a:lstStyle/>
          <a:p>
            <a:pPr algn="ctr"/>
            <a:r>
              <a:rPr lang="zh-CN" altLang="en-US" dirty="0"/>
              <a:t>动态</a:t>
            </a:r>
            <a:r>
              <a:rPr lang="zh-CN" altLang="zh-CN" dirty="0"/>
              <a:t>阈值分割结果</a:t>
            </a:r>
            <a:r>
              <a:rPr lang="zh-CN" altLang="en-US" dirty="0"/>
              <a:t>（局部）</a:t>
            </a:r>
            <a:endParaRPr lang="zh-CN" altLang="en-US" dirty="0"/>
          </a:p>
        </p:txBody>
      </p:sp>
      <p:pic>
        <p:nvPicPr>
          <p:cNvPr id="11" name="内容占位符 10" descr="F:\01、毕业设计\300 毕业设计论文\论文插图\ch3\动态阈值化\阈值分割探究\3-7 a80.jpg"/>
          <p:cNvPicPr>
            <a:picLocks noGrp="1"/>
          </p:cNvPicPr>
          <p:nvPr>
            <p:ph sz="half" idx="2"/>
          </p:nvPr>
        </p:nvPicPr>
        <p:blipFill>
          <a:blip r:embed="rId1" cstate="print"/>
          <a:srcRect/>
          <a:stretch>
            <a:fillRect/>
          </a:stretch>
        </p:blipFill>
        <p:spPr bwMode="auto">
          <a:xfrm>
            <a:off x="1704013" y="2565227"/>
            <a:ext cx="2105891" cy="2975956"/>
          </a:xfrm>
          <a:prstGeom prst="rect">
            <a:avLst/>
          </a:prstGeom>
          <a:noFill/>
          <a:ln w="3175">
            <a:solidFill>
              <a:schemeClr val="tx1"/>
            </a:solidFill>
            <a:miter lim="800000"/>
            <a:headEnd/>
            <a:tailEnd/>
          </a:ln>
        </p:spPr>
      </p:pic>
      <p:pic>
        <p:nvPicPr>
          <p:cNvPr id="15" name="内容占位符 14" descr="F:\01、毕业设计\300 毕业设计论文\论文插图\ch3\动态阈值化\窗口选择与去噪\3-9 0.1.bmp"/>
          <p:cNvPicPr>
            <a:picLocks noGrp="1"/>
          </p:cNvPicPr>
          <p:nvPr>
            <p:ph sz="quarter" idx="4"/>
          </p:nvPr>
        </p:nvPicPr>
        <p:blipFill>
          <a:blip r:embed="rId2" cstate="print"/>
          <a:srcRect/>
          <a:stretch>
            <a:fillRect/>
          </a:stretch>
        </p:blipFill>
        <p:spPr bwMode="auto">
          <a:xfrm>
            <a:off x="5520266" y="909108"/>
            <a:ext cx="5268384" cy="5268384"/>
          </a:xfrm>
          <a:prstGeom prst="rect">
            <a:avLst/>
          </a:prstGeom>
          <a:noFill/>
          <a:ln w="3175">
            <a:solidFill>
              <a:schemeClr val="tx1"/>
            </a:solidFill>
            <a:miter lim="800000"/>
            <a:headEnd/>
            <a:tailEnd/>
          </a:ln>
        </p:spPr>
      </p:pic>
      <p:sp>
        <p:nvSpPr>
          <p:cNvPr id="4" name="矩形 3"/>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文本信息隐藏</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格式特征隐藏</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2"/>
          <p:cNvSpPr>
            <a:spLocks noGrp="1" noChangeArrowheads="1"/>
          </p:cNvSpPr>
          <p:nvPr>
            <p:ph type="title"/>
          </p:nvPr>
        </p:nvSpPr>
        <p:spPr>
          <a:xfrm>
            <a:off x="1630469" y="476885"/>
            <a:ext cx="9751483" cy="1143000"/>
          </a:xfrm>
        </p:spPr>
        <p:txBody>
          <a:bodyPr/>
          <a:lstStyle/>
          <a:p>
            <a:pPr eaLnBrk="1" hangingPunct="1"/>
            <a:r>
              <a:rPr lang="zh-CN" altLang="en-US" dirty="0">
                <a:solidFill>
                  <a:srgbClr val="023B8C"/>
                </a:solidFill>
              </a:rPr>
              <a:t>字间距编码</a:t>
            </a:r>
            <a:endParaRPr lang="zh-CN" altLang="en-US" dirty="0">
              <a:solidFill>
                <a:srgbClr val="023B8C"/>
              </a:solidFill>
            </a:endParaRPr>
          </a:p>
        </p:txBody>
      </p:sp>
      <p:sp>
        <p:nvSpPr>
          <p:cNvPr id="56324" name="Rectangle 3"/>
          <p:cNvSpPr>
            <a:spLocks noGrp="1" noChangeArrowheads="1"/>
          </p:cNvSpPr>
          <p:nvPr>
            <p:ph type="body" idx="1"/>
          </p:nvPr>
        </p:nvSpPr>
        <p:spPr/>
        <p:txBody>
          <a:bodyPr/>
          <a:lstStyle/>
          <a:p>
            <a:pPr eaLnBrk="1" hangingPunct="1"/>
            <a:r>
              <a:rPr lang="zh-CN" altLang="en-US" dirty="0"/>
              <a:t>原始文档</a:t>
            </a:r>
            <a:endParaRPr lang="en-US" altLang="zh-CN" dirty="0"/>
          </a:p>
          <a:p>
            <a:pPr eaLnBrk="1" hangingPunct="1"/>
            <a:endParaRPr lang="en-US" altLang="zh-CN" dirty="0"/>
          </a:p>
          <a:p>
            <a:pPr eaLnBrk="1" hangingPunct="1"/>
            <a:endParaRPr lang="en-US" altLang="zh-CN" dirty="0"/>
          </a:p>
          <a:p>
            <a:pPr eaLnBrk="1" hangingPunct="1"/>
            <a:r>
              <a:rPr lang="zh-CN" altLang="en-US" dirty="0"/>
              <a:t>水印文档</a:t>
            </a:r>
            <a:endParaRPr lang="en-US" altLang="zh-CN" dirty="0"/>
          </a:p>
        </p:txBody>
      </p:sp>
      <p:pic>
        <p:nvPicPr>
          <p:cNvPr id="9" name="图片 8" descr="F:\01、毕业设计\300 毕业设计论文\论文插图\ch4\4-3 直接嵌入提取\4-3 wshiiftmark.bmp"/>
          <p:cNvPicPr/>
          <p:nvPr/>
        </p:nvPicPr>
        <p:blipFill>
          <a:blip r:embed="rId1" cstate="print"/>
          <a:srcRect/>
          <a:stretch>
            <a:fillRect/>
          </a:stretch>
        </p:blipFill>
        <p:spPr bwMode="auto">
          <a:xfrm>
            <a:off x="3215680" y="4389107"/>
            <a:ext cx="5759873" cy="330200"/>
          </a:xfrm>
          <a:prstGeom prst="rect">
            <a:avLst/>
          </a:prstGeom>
          <a:noFill/>
          <a:ln w="3175">
            <a:solidFill>
              <a:schemeClr val="tx1"/>
            </a:solidFill>
            <a:miter lim="800000"/>
            <a:headEnd/>
            <a:tailEnd/>
          </a:ln>
        </p:spPr>
      </p:pic>
      <p:pic>
        <p:nvPicPr>
          <p:cNvPr id="10" name="图片 9" descr="F:\01、毕业设计\300 毕业设计论文\论文插图\ch4\4-3 直接嵌入提取\4-3 nomark.bmp"/>
          <p:cNvPicPr/>
          <p:nvPr/>
        </p:nvPicPr>
        <p:blipFill>
          <a:blip r:embed="rId2" cstate="print"/>
          <a:srcRect/>
          <a:stretch>
            <a:fillRect/>
          </a:stretch>
        </p:blipFill>
        <p:spPr bwMode="auto">
          <a:xfrm>
            <a:off x="3216063" y="2636910"/>
            <a:ext cx="5759873" cy="330200"/>
          </a:xfrm>
          <a:prstGeom prst="rect">
            <a:avLst/>
          </a:prstGeom>
          <a:noFill/>
          <a:ln w="3175">
            <a:solidFill>
              <a:schemeClr val="tx1"/>
            </a:solidFill>
            <a:miter lim="800000"/>
            <a:headEnd/>
            <a:tailEnd/>
          </a:ln>
        </p:spPr>
      </p:pic>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文本信息隐藏</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格式特征隐藏</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3"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631104" y="476885"/>
            <a:ext cx="9751483" cy="1143000"/>
          </a:xfrm>
        </p:spPr>
        <p:txBody>
          <a:bodyPr/>
          <a:lstStyle/>
          <a:p>
            <a:r>
              <a:rPr lang="zh-CN" altLang="en-US" dirty="0">
                <a:solidFill>
                  <a:srgbClr val="023B8C"/>
                </a:solidFill>
              </a:rPr>
              <a:t>字间距编码</a:t>
            </a:r>
            <a:endParaRPr lang="zh-CN" altLang="en-US" dirty="0">
              <a:solidFill>
                <a:srgbClr val="023B8C"/>
              </a:solidFill>
            </a:endParaRPr>
          </a:p>
        </p:txBody>
      </p:sp>
      <p:sp>
        <p:nvSpPr>
          <p:cNvPr id="3" name="内容占位符 2"/>
          <p:cNvSpPr>
            <a:spLocks noGrp="1"/>
          </p:cNvSpPr>
          <p:nvPr>
            <p:ph idx="1"/>
          </p:nvPr>
        </p:nvSpPr>
        <p:spPr/>
        <p:txBody>
          <a:bodyPr/>
          <a:lstStyle/>
          <a:p>
            <a:r>
              <a:rPr lang="zh-CN" altLang="en-US" dirty="0"/>
              <a:t>关键问题</a:t>
            </a:r>
            <a:endParaRPr lang="en-US" altLang="zh-CN" dirty="0"/>
          </a:p>
          <a:p>
            <a:pPr lvl="1"/>
            <a:r>
              <a:rPr lang="zh-CN" altLang="en-US" dirty="0"/>
              <a:t>字符的拆分与合并</a:t>
            </a:r>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r>
              <a:rPr lang="zh-CN" altLang="en-US" dirty="0"/>
              <a:t>可通过文档图的垂直投影来划分文字区块，需要识别标点，左右结构文字</a:t>
            </a:r>
            <a:r>
              <a:rPr lang="en-US" altLang="zh-CN" dirty="0"/>
              <a:t>…</a:t>
            </a:r>
            <a:endParaRPr lang="zh-CN" altLang="en-US" dirty="0"/>
          </a:p>
        </p:txBody>
      </p:sp>
      <p:pic>
        <p:nvPicPr>
          <p:cNvPr id="7" name="图片 6" descr="F:\01、毕业设计\300 毕业设计论文\论文插图\ch3\字符拆分\拆分示意图\像素区块划分.bmp"/>
          <p:cNvPicPr/>
          <p:nvPr/>
        </p:nvPicPr>
        <p:blipFill>
          <a:blip r:embed="rId1" cstate="print"/>
          <a:srcRect/>
          <a:stretch>
            <a:fillRect/>
          </a:stretch>
        </p:blipFill>
        <p:spPr bwMode="auto">
          <a:xfrm>
            <a:off x="2639695" y="2781300"/>
            <a:ext cx="5515610" cy="1683385"/>
          </a:xfrm>
          <a:prstGeom prst="rect">
            <a:avLst/>
          </a:prstGeom>
          <a:noFill/>
          <a:ln w="9525">
            <a:noFill/>
            <a:miter lim="800000"/>
            <a:headEnd/>
            <a:tailEnd/>
          </a:ln>
        </p:spPr>
      </p:pic>
      <p:sp>
        <p:nvSpPr>
          <p:cNvPr id="4" name="矩形 3"/>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文本信息隐藏</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格式特征隐藏</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5" name="组合 4"/>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92344" y="476250"/>
            <a:ext cx="9751483" cy="1143000"/>
          </a:xfrm>
        </p:spPr>
        <p:txBody>
          <a:bodyPr/>
          <a:lstStyle/>
          <a:p>
            <a:r>
              <a:rPr lang="zh-CN" altLang="en-US" dirty="0">
                <a:solidFill>
                  <a:srgbClr val="023B8C"/>
                </a:solidFill>
              </a:rPr>
              <a:t>字间距编码</a:t>
            </a:r>
            <a:endParaRPr lang="zh-CN" altLang="en-US" dirty="0">
              <a:solidFill>
                <a:srgbClr val="023B8C"/>
              </a:solidFill>
            </a:endParaRPr>
          </a:p>
        </p:txBody>
      </p:sp>
      <p:sp>
        <p:nvSpPr>
          <p:cNvPr id="3" name="内容占位符 2"/>
          <p:cNvSpPr>
            <a:spLocks noGrp="1"/>
          </p:cNvSpPr>
          <p:nvPr>
            <p:ph idx="1"/>
          </p:nvPr>
        </p:nvSpPr>
        <p:spPr/>
        <p:txBody>
          <a:bodyPr/>
          <a:lstStyle/>
          <a:p>
            <a:r>
              <a:rPr lang="zh-CN" altLang="en-US" dirty="0"/>
              <a:t>关键问题</a:t>
            </a:r>
            <a:endParaRPr lang="en-US" altLang="zh-CN" dirty="0"/>
          </a:p>
          <a:p>
            <a:pPr lvl="1"/>
            <a:r>
              <a:rPr lang="zh-CN" altLang="en-US" dirty="0"/>
              <a:t>字符的拆分与合并</a:t>
            </a:r>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r>
              <a:rPr lang="zh-CN" altLang="en-US" dirty="0"/>
              <a:t>可结合行平均字宽等进行合并，如上图所示</a:t>
            </a:r>
            <a:endParaRPr lang="en-US" altLang="zh-CN" dirty="0"/>
          </a:p>
          <a:p>
            <a:pPr lvl="1"/>
            <a:r>
              <a:rPr lang="zh-CN" altLang="en-US" dirty="0"/>
              <a:t>但中英文混排，或左右结构居多时，合并失效</a:t>
            </a:r>
            <a:endParaRPr lang="en-US" altLang="zh-CN" dirty="0"/>
          </a:p>
        </p:txBody>
      </p:sp>
      <p:pic>
        <p:nvPicPr>
          <p:cNvPr id="8" name="图片 7" descr="F:\01、毕业设计\300 毕业设计论文\论文插图\ch3\字符拆分\拆分示意图\char_error_011.bmp"/>
          <p:cNvPicPr/>
          <p:nvPr/>
        </p:nvPicPr>
        <p:blipFill>
          <a:blip r:embed="rId1" cstate="print"/>
          <a:srcRect/>
          <a:stretch>
            <a:fillRect/>
          </a:stretch>
        </p:blipFill>
        <p:spPr bwMode="auto">
          <a:xfrm>
            <a:off x="2261235" y="2853055"/>
            <a:ext cx="2903220" cy="603885"/>
          </a:xfrm>
          <a:prstGeom prst="rect">
            <a:avLst/>
          </a:prstGeom>
          <a:noFill/>
          <a:ln w="9525">
            <a:noFill/>
            <a:miter lim="800000"/>
            <a:headEnd/>
            <a:tailEnd/>
          </a:ln>
        </p:spPr>
      </p:pic>
      <p:pic>
        <p:nvPicPr>
          <p:cNvPr id="9" name="图片 8" descr="F:\01、毕业设计\300 毕业设计论文\论文插图\ch3\字符拆分\拆分示意图\char_error_012.bmp"/>
          <p:cNvPicPr/>
          <p:nvPr/>
        </p:nvPicPr>
        <p:blipFill>
          <a:blip r:embed="rId2" cstate="print"/>
          <a:srcRect/>
          <a:stretch>
            <a:fillRect/>
          </a:stretch>
        </p:blipFill>
        <p:spPr bwMode="auto">
          <a:xfrm>
            <a:off x="2279650" y="3789045"/>
            <a:ext cx="2903220" cy="603885"/>
          </a:xfrm>
          <a:prstGeom prst="rect">
            <a:avLst/>
          </a:prstGeom>
          <a:noFill/>
          <a:ln w="9525">
            <a:noFill/>
            <a:miter lim="800000"/>
            <a:headEnd/>
            <a:tailEnd/>
          </a:ln>
        </p:spPr>
      </p:pic>
      <p:pic>
        <p:nvPicPr>
          <p:cNvPr id="10" name="图片 9" descr="F:\01、毕业设计\300 毕业设计论文\论文插图\ch3\字符拆分\拆分示意图\char_error_041.bmp"/>
          <p:cNvPicPr/>
          <p:nvPr/>
        </p:nvPicPr>
        <p:blipFill>
          <a:blip r:embed="rId3" cstate="print"/>
          <a:srcRect/>
          <a:stretch>
            <a:fillRect/>
          </a:stretch>
        </p:blipFill>
        <p:spPr bwMode="auto">
          <a:xfrm>
            <a:off x="6240145" y="2853055"/>
            <a:ext cx="2903220" cy="603885"/>
          </a:xfrm>
          <a:prstGeom prst="rect">
            <a:avLst/>
          </a:prstGeom>
          <a:noFill/>
          <a:ln w="9525">
            <a:noFill/>
            <a:miter lim="800000"/>
            <a:headEnd/>
            <a:tailEnd/>
          </a:ln>
        </p:spPr>
      </p:pic>
      <p:pic>
        <p:nvPicPr>
          <p:cNvPr id="11" name="图片 10" descr="F:\01、毕业设计\300 毕业设计论文\论文插图\ch3\字符拆分\拆分示意图\char_error_042.bmp"/>
          <p:cNvPicPr/>
          <p:nvPr/>
        </p:nvPicPr>
        <p:blipFill>
          <a:blip r:embed="rId4" cstate="print"/>
          <a:srcRect/>
          <a:stretch>
            <a:fillRect/>
          </a:stretch>
        </p:blipFill>
        <p:spPr bwMode="auto">
          <a:xfrm>
            <a:off x="6240145" y="3789045"/>
            <a:ext cx="2903220" cy="603885"/>
          </a:xfrm>
          <a:prstGeom prst="rect">
            <a:avLst/>
          </a:prstGeom>
          <a:noFill/>
          <a:ln w="9525">
            <a:noFill/>
            <a:miter lim="800000"/>
            <a:headEnd/>
            <a:tailEnd/>
          </a:ln>
        </p:spPr>
      </p:pic>
      <p:sp>
        <p:nvSpPr>
          <p:cNvPr id="12" name="圆角矩形标注 11"/>
          <p:cNvSpPr/>
          <p:nvPr/>
        </p:nvSpPr>
        <p:spPr bwMode="auto">
          <a:xfrm>
            <a:off x="197485" y="5229450"/>
            <a:ext cx="2063552" cy="1344149"/>
          </a:xfrm>
          <a:prstGeom prst="wedgeRoundRectCallout">
            <a:avLst>
              <a:gd name="adj1" fmla="val 15184"/>
              <a:gd name="adj2" fmla="val -110777"/>
              <a:gd name="adj3" fmla="val 16667"/>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vert="horz" wrap="none" lIns="121920" tIns="60960" rIns="121920" bIns="6096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dirty="0">
                <a:ln>
                  <a:noFill/>
                </a:ln>
                <a:solidFill>
                  <a:schemeClr val="tx1"/>
                </a:solidFill>
                <a:effectLst/>
                <a:latin typeface="+mn-ea"/>
                <a:ea typeface="+mn-ea"/>
              </a:rPr>
              <a:t>结合行平均</a:t>
            </a:r>
            <a:endParaRPr kumimoji="0" lang="en-US" altLang="zh-CN" sz="2400" b="0" i="0" u="none" strike="noStrike" cap="none" normalizeH="0" baseline="0" dirty="0">
              <a:ln>
                <a:noFill/>
              </a:ln>
              <a:solidFill>
                <a:schemeClr val="tx1"/>
              </a:solidFill>
              <a:effectLst/>
              <a:latin typeface="+mn-ea"/>
              <a:ea typeface="+mn-ea"/>
            </a:endParaRPr>
          </a:p>
          <a:p>
            <a:pPr marL="0" marR="0" indent="0" algn="l"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dirty="0">
                <a:ln>
                  <a:noFill/>
                </a:ln>
                <a:solidFill>
                  <a:schemeClr val="tx1"/>
                </a:solidFill>
                <a:effectLst/>
                <a:latin typeface="+mn-ea"/>
                <a:ea typeface="+mn-ea"/>
              </a:rPr>
              <a:t>字宽自动合并</a:t>
            </a:r>
            <a:endParaRPr kumimoji="0" lang="zh-CN" altLang="en-US" sz="2400" b="0" i="0" u="none" strike="noStrike" cap="none" normalizeH="0" baseline="0" dirty="0">
              <a:ln>
                <a:noFill/>
              </a:ln>
              <a:solidFill>
                <a:schemeClr val="tx1"/>
              </a:solidFill>
              <a:effectLst/>
              <a:latin typeface="+mn-ea"/>
              <a:ea typeface="+mn-ea"/>
            </a:endParaRPr>
          </a:p>
        </p:txBody>
      </p:sp>
      <p:sp>
        <p:nvSpPr>
          <p:cNvPr id="13" name="圆角矩形标注 12"/>
          <p:cNvSpPr/>
          <p:nvPr/>
        </p:nvSpPr>
        <p:spPr bwMode="auto">
          <a:xfrm>
            <a:off x="8472391" y="1052940"/>
            <a:ext cx="2063552" cy="1344149"/>
          </a:xfrm>
          <a:prstGeom prst="wedgeRoundRectCallout">
            <a:avLst>
              <a:gd name="adj1" fmla="val -31675"/>
              <a:gd name="adj2" fmla="val 120675"/>
              <a:gd name="adj3" fmla="val 16667"/>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vert="horz" wrap="none" lIns="121920" tIns="60960" rIns="121920" bIns="6096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dirty="0">
                <a:ln>
                  <a:noFill/>
                </a:ln>
                <a:solidFill>
                  <a:schemeClr val="tx1"/>
                </a:solidFill>
                <a:effectLst/>
                <a:latin typeface="+mn-ea"/>
                <a:ea typeface="+mn-ea"/>
              </a:rPr>
              <a:t>结合行平均</a:t>
            </a:r>
            <a:endParaRPr kumimoji="0" lang="en-US" altLang="zh-CN" sz="2400" b="0" i="0" u="none" strike="noStrike" cap="none" normalizeH="0" baseline="0" dirty="0">
              <a:ln>
                <a:noFill/>
              </a:ln>
              <a:solidFill>
                <a:schemeClr val="tx1"/>
              </a:solidFill>
              <a:effectLst/>
              <a:latin typeface="+mn-ea"/>
              <a:ea typeface="+mn-ea"/>
            </a:endParaRPr>
          </a:p>
          <a:p>
            <a:pPr marL="0" marR="0" indent="0" algn="l"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dirty="0">
                <a:ln>
                  <a:noFill/>
                </a:ln>
                <a:solidFill>
                  <a:schemeClr val="tx1"/>
                </a:solidFill>
                <a:effectLst/>
                <a:latin typeface="+mn-ea"/>
                <a:ea typeface="+mn-ea"/>
              </a:rPr>
              <a:t>字间距调整</a:t>
            </a:r>
            <a:endParaRPr kumimoji="0" lang="en-US" altLang="zh-CN" sz="2400" b="0" i="0" u="none" strike="noStrike" cap="none" normalizeH="0" baseline="0" dirty="0">
              <a:ln>
                <a:noFill/>
              </a:ln>
              <a:solidFill>
                <a:schemeClr val="tx1"/>
              </a:solidFill>
              <a:effectLst/>
              <a:latin typeface="+mn-ea"/>
              <a:ea typeface="+mn-ea"/>
            </a:endParaRPr>
          </a:p>
          <a:p>
            <a:pPr marL="0" marR="0" indent="0" algn="l" defTabSz="914400" rtl="0" eaLnBrk="1" fontAlgn="base" latinLnBrk="0" hangingPunct="1">
              <a:lnSpc>
                <a:spcPct val="100000"/>
              </a:lnSpc>
              <a:spcBef>
                <a:spcPct val="0"/>
              </a:spcBef>
              <a:spcAft>
                <a:spcPct val="0"/>
              </a:spcAft>
              <a:buClrTx/>
              <a:buSzTx/>
              <a:buFontTx/>
              <a:buNone/>
            </a:pPr>
            <a:r>
              <a:rPr lang="zh-CN" altLang="en-US" sz="100" dirty="0">
                <a:solidFill>
                  <a:schemeClr val="tx1"/>
                </a:solidFill>
                <a:latin typeface="+mn-ea"/>
              </a:rPr>
              <a:t>合并</a:t>
            </a:r>
            <a:endParaRPr kumimoji="0" lang="zh-CN" altLang="en-US" sz="2400" b="0" i="0" u="none" strike="noStrike" cap="none" normalizeH="0" baseline="0" dirty="0">
              <a:ln>
                <a:noFill/>
              </a:ln>
              <a:solidFill>
                <a:schemeClr val="tx1"/>
              </a:solidFill>
              <a:effectLst/>
              <a:latin typeface="+mn-ea"/>
              <a:ea typeface="+mn-ea"/>
            </a:endParaRPr>
          </a:p>
        </p:txBody>
      </p:sp>
      <p:sp>
        <p:nvSpPr>
          <p:cNvPr id="4" name="矩形 3"/>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文本信息隐藏</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格式特征隐藏</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5" name="平行四边形 4"/>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6"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023B8C"/>
                </a:solidFill>
              </a:rPr>
              <a:t>字符拉升算法</a:t>
            </a:r>
            <a:endParaRPr lang="zh-CN" altLang="en-US" dirty="0">
              <a:solidFill>
                <a:srgbClr val="023B8C"/>
              </a:solidFill>
            </a:endParaRPr>
          </a:p>
        </p:txBody>
      </p:sp>
      <p:pic>
        <p:nvPicPr>
          <p:cNvPr id="112643" name="Picture 3"/>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b="44860"/>
          <a:stretch>
            <a:fillRect/>
          </a:stretch>
        </p:blipFill>
        <p:spPr bwMode="auto">
          <a:xfrm>
            <a:off x="1953895" y="1488440"/>
            <a:ext cx="5032375" cy="50476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矩形 3"/>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文本信息隐藏</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格式特征隐藏</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
        <p:nvSpPr>
          <p:cNvPr id="5" name="内容占位符 2"/>
          <p:cNvSpPr>
            <a:spLocks noGrp="1"/>
          </p:cNvSpPr>
          <p:nvPr/>
        </p:nvSpPr>
        <p:spPr>
          <a:xfrm>
            <a:off x="1953684" y="1954213"/>
            <a:ext cx="9751483" cy="4114800"/>
          </a:xfrm>
          <a:prstGeom prst="rect">
            <a:avLst/>
          </a:prstGeom>
          <a:noFill/>
          <a:ln>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a:lstStyle>
          <a:p>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a:xfrm>
            <a:off x="1631104" y="332740"/>
            <a:ext cx="9751483" cy="1143000"/>
          </a:xfrm>
        </p:spPr>
        <p:txBody>
          <a:bodyPr/>
          <a:lstStyle/>
          <a:p>
            <a:r>
              <a:rPr lang="zh-CN" altLang="en-US" dirty="0">
                <a:solidFill>
                  <a:srgbClr val="023B8C"/>
                </a:solidFill>
              </a:rPr>
              <a:t>调整字符高度</a:t>
            </a:r>
            <a:endParaRPr lang="zh-CN" altLang="en-US" dirty="0">
              <a:solidFill>
                <a:srgbClr val="023B8C"/>
              </a:solidFill>
            </a:endParaRPr>
          </a:p>
        </p:txBody>
      </p:sp>
      <p:sp>
        <p:nvSpPr>
          <p:cNvPr id="93187" name="Rectangle 3"/>
          <p:cNvSpPr>
            <a:spLocks noGrp="1" noChangeArrowheads="1"/>
          </p:cNvSpPr>
          <p:nvPr>
            <p:ph type="body" idx="1"/>
          </p:nvPr>
        </p:nvSpPr>
        <p:spPr>
          <a:xfrm>
            <a:off x="1559349" y="1556068"/>
            <a:ext cx="9751483" cy="4114800"/>
          </a:xfrm>
        </p:spPr>
        <p:txBody>
          <a:bodyPr/>
          <a:lstStyle/>
          <a:p>
            <a:r>
              <a:rPr lang="zh-CN" altLang="en-US"/>
              <a:t>针对英文的特征编码法：修改字符的高度</a:t>
            </a:r>
            <a:endParaRPr lang="zh-CN" altLang="en-US"/>
          </a:p>
        </p:txBody>
      </p:sp>
      <p:pic>
        <p:nvPicPr>
          <p:cNvPr id="93188"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90320" y="2219960"/>
            <a:ext cx="8691880" cy="40424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文本信息隐藏</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格式特征隐藏</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body" idx="1"/>
          </p:nvPr>
        </p:nvSpPr>
        <p:spPr>
          <a:xfrm>
            <a:off x="1847639" y="1988503"/>
            <a:ext cx="9751483" cy="4114800"/>
          </a:xfrm>
        </p:spPr>
        <p:txBody>
          <a:bodyPr/>
          <a:lstStyle/>
          <a:p>
            <a:r>
              <a:rPr lang="zh-CN" altLang="en-US"/>
              <a:t>用于汉字的特征编码方法：基于汉字笔划的水印技术</a:t>
            </a:r>
            <a:endParaRPr lang="zh-CN" altLang="en-US"/>
          </a:p>
          <a:p>
            <a:endParaRPr lang="zh-CN" altLang="en-US"/>
          </a:p>
          <a:p>
            <a:endParaRPr lang="zh-CN" altLang="en-US"/>
          </a:p>
        </p:txBody>
      </p:sp>
      <p:sp>
        <p:nvSpPr>
          <p:cNvPr id="94211" name="Rectangle 3"/>
          <p:cNvSpPr>
            <a:spLocks noGrp="1" noChangeArrowheads="1"/>
          </p:cNvSpPr>
          <p:nvPr>
            <p:ph type="title"/>
          </p:nvPr>
        </p:nvSpPr>
        <p:spPr>
          <a:xfrm>
            <a:off x="1703494" y="548640"/>
            <a:ext cx="9751483" cy="1143000"/>
          </a:xfrm>
        </p:spPr>
        <p:txBody>
          <a:bodyPr/>
          <a:lstStyle/>
          <a:p>
            <a:r>
              <a:rPr lang="zh-CN" altLang="en-US" dirty="0">
                <a:solidFill>
                  <a:srgbClr val="023B8C"/>
                </a:solidFill>
              </a:rPr>
              <a:t>调整字符高度</a:t>
            </a:r>
            <a:endParaRPr lang="zh-CN" altLang="en-US" dirty="0">
              <a:solidFill>
                <a:srgbClr val="023B8C"/>
              </a:solidFill>
            </a:endParaRPr>
          </a:p>
        </p:txBody>
      </p:sp>
      <p:pic>
        <p:nvPicPr>
          <p:cNvPr id="94212"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51406" y="2636944"/>
            <a:ext cx="7488767" cy="2891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文本信息隐藏</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格式特征隐藏</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r>
              <a:rPr lang="zh-CN" altLang="en-US" dirty="0">
                <a:solidFill>
                  <a:srgbClr val="023B8C"/>
                </a:solidFill>
              </a:rPr>
              <a:t>调整拓扑信息</a:t>
            </a:r>
            <a:endParaRPr lang="zh-CN" altLang="en-US" dirty="0">
              <a:solidFill>
                <a:srgbClr val="023B8C"/>
              </a:solidFill>
            </a:endParaRPr>
          </a:p>
        </p:txBody>
      </p:sp>
      <p:pic>
        <p:nvPicPr>
          <p:cNvPr id="109572"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72267" y="2571751"/>
            <a:ext cx="7245351" cy="17250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9573" name="Picture 5"/>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2639484" y="5060951"/>
            <a:ext cx="7065433" cy="1109133"/>
          </a:xfrm>
          <a:noFill/>
          <a:extLst>
            <a:ext uri="{91240B29-F687-4F45-9708-019B960494DF}">
              <a14:hiddenLine xmlns:a14="http://schemas.microsoft.com/office/drawing/2010/main" w="12700">
                <a:solidFill>
                  <a:schemeClr val="tx1"/>
                </a:solidFill>
                <a:prstDash val="solid"/>
                <a:miter lim="800000"/>
                <a:headEnd type="none" w="sm" len="sm"/>
                <a:tailEnd type="none" w="sm" len="sm"/>
              </a14:hiddenLine>
            </a:ext>
          </a:extLst>
        </p:spPr>
      </p:pic>
      <p:sp>
        <p:nvSpPr>
          <p:cNvPr id="109574" name="Rectangle 6"/>
          <p:cNvSpPr>
            <a:spLocks noChangeArrowheads="1"/>
          </p:cNvSpPr>
          <p:nvPr/>
        </p:nvSpPr>
        <p:spPr bwMode="auto">
          <a:xfrm>
            <a:off x="1576917" y="1547284"/>
            <a:ext cx="10363200" cy="548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Clr>
                <a:schemeClr val="folHlink"/>
              </a:buClr>
              <a:buSzPct val="60000"/>
              <a:buFont typeface="Wingdings" panose="05000000000000000000" pitchFamily="2" charset="2"/>
              <a:buChar char="n"/>
            </a:pPr>
            <a:r>
              <a:rPr lang="zh-CN" altLang="en-US" sz="4265"/>
              <a:t>修改文本的拓扑结构携带信息</a:t>
            </a:r>
            <a:endParaRPr lang="zh-CN" altLang="en-US" sz="4265"/>
          </a:p>
        </p:txBody>
      </p:sp>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文本信息隐藏</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格式特征隐藏</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023B8C"/>
                </a:solidFill>
              </a:rPr>
              <a:t>变换域算法</a:t>
            </a:r>
            <a:endParaRPr lang="zh-CN" altLang="en-US" dirty="0">
              <a:solidFill>
                <a:srgbClr val="023B8C"/>
              </a:solidFill>
            </a:endParaRPr>
          </a:p>
        </p:txBody>
      </p:sp>
      <p:sp>
        <p:nvSpPr>
          <p:cNvPr id="3" name="内容占位符 2"/>
          <p:cNvSpPr>
            <a:spLocks noGrp="1"/>
          </p:cNvSpPr>
          <p:nvPr>
            <p:ph idx="1"/>
          </p:nvPr>
        </p:nvSpPr>
        <p:spPr/>
        <p:txBody>
          <a:bodyPr/>
          <a:lstStyle/>
          <a:p>
            <a:endParaRPr lang="zh-CN" altLang="en-US"/>
          </a:p>
        </p:txBody>
      </p:sp>
      <p:sp>
        <p:nvSpPr>
          <p:cNvPr id="7" name="文本框 6"/>
          <p:cNvSpPr txBox="1"/>
          <p:nvPr/>
        </p:nvSpPr>
        <p:spPr>
          <a:xfrm>
            <a:off x="5711957" y="-507437"/>
            <a:ext cx="4416491" cy="106680"/>
          </a:xfrm>
          <a:prstGeom prst="rect">
            <a:avLst/>
          </a:prstGeom>
          <a:noFill/>
        </p:spPr>
        <p:txBody>
          <a:bodyPr wrap="square" rtlCol="0">
            <a:spAutoFit/>
          </a:bodyPr>
          <a:lstStyle/>
          <a:p>
            <a:r>
              <a:rPr lang="zh-CN" altLang="en-US" sz="100" dirty="0"/>
              <a:t>      通过修改</a:t>
            </a:r>
            <a:r>
              <a:rPr lang="en-US" altLang="zh-CN" sz="100" dirty="0"/>
              <a:t>DWT</a:t>
            </a:r>
            <a:r>
              <a:rPr lang="zh-CN" altLang="en-US" sz="100" dirty="0"/>
              <a:t>细节系数正负符号个数的关系完成嵌入。</a:t>
            </a:r>
            <a:endParaRPr lang="zh-CN" altLang="en-US" sz="100" dirty="0"/>
          </a:p>
        </p:txBody>
      </p:sp>
      <p:sp>
        <p:nvSpPr>
          <p:cNvPr id="8" name="标题 1"/>
          <p:cNvSpPr>
            <a:spLocks noGrp="1"/>
          </p:cNvSpPr>
          <p:nvPr/>
        </p:nvSpPr>
        <p:spPr>
          <a:xfrm>
            <a:off x="1370013" y="301625"/>
            <a:ext cx="7313612" cy="1143000"/>
          </a:xfrm>
          <a:prstGeom prst="rect">
            <a:avLst/>
          </a:prstGeom>
          <a:noFill/>
          <a:ln>
            <a:noFill/>
          </a:ln>
        </p:spPr>
        <p:txBody>
          <a:bodyPr vert="horz" wrap="square" lIns="91440" tIns="45720" rIns="91440" bIns="45720" numCol="1" anchor="b" anchorCtr="0" compatLnSpc="1"/>
          <a:lstStyle>
            <a:lvl1pPr algn="l" rtl="0" eaLnBrk="0" fontAlgn="base" hangingPunct="0">
              <a:spcBef>
                <a:spcPct val="0"/>
              </a:spcBef>
              <a:spcAft>
                <a:spcPct val="0"/>
              </a:spcAft>
              <a:defRPr sz="36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Calibri" panose="020F0502020204030204" pitchFamily="34" charset="0"/>
                <a:ea typeface="华文楷体" panose="02010600040101010101" pitchFamily="2" charset="-122"/>
              </a:defRPr>
            </a:lvl2pPr>
            <a:lvl3pPr algn="l" rtl="0" eaLnBrk="0" fontAlgn="base" hangingPunct="0">
              <a:spcBef>
                <a:spcPct val="0"/>
              </a:spcBef>
              <a:spcAft>
                <a:spcPct val="0"/>
              </a:spcAft>
              <a:defRPr sz="3600">
                <a:solidFill>
                  <a:schemeClr val="tx2"/>
                </a:solidFill>
                <a:latin typeface="Calibri" panose="020F0502020204030204" pitchFamily="34" charset="0"/>
                <a:ea typeface="华文楷体" panose="02010600040101010101" pitchFamily="2" charset="-122"/>
              </a:defRPr>
            </a:lvl3pPr>
            <a:lvl4pPr algn="l" rtl="0" eaLnBrk="0" fontAlgn="base" hangingPunct="0">
              <a:spcBef>
                <a:spcPct val="0"/>
              </a:spcBef>
              <a:spcAft>
                <a:spcPct val="0"/>
              </a:spcAft>
              <a:defRPr sz="3600">
                <a:solidFill>
                  <a:schemeClr val="tx2"/>
                </a:solidFill>
                <a:latin typeface="Calibri" panose="020F0502020204030204" pitchFamily="34" charset="0"/>
                <a:ea typeface="华文楷体" panose="02010600040101010101" pitchFamily="2" charset="-122"/>
              </a:defRPr>
            </a:lvl4pPr>
            <a:lvl5pPr algn="l" rtl="0" eaLnBrk="0" fontAlgn="base" hangingPunct="0">
              <a:spcBef>
                <a:spcPct val="0"/>
              </a:spcBef>
              <a:spcAft>
                <a:spcPct val="0"/>
              </a:spcAft>
              <a:defRPr sz="3600">
                <a:solidFill>
                  <a:schemeClr val="tx2"/>
                </a:solidFill>
                <a:latin typeface="Calibri" panose="020F0502020204030204" pitchFamily="34" charset="0"/>
                <a:ea typeface="华文楷体" panose="02010600040101010101" pitchFamily="2" charset="-122"/>
              </a:defRPr>
            </a:lvl5pPr>
            <a:lvl6pPr marL="457200" algn="l" rtl="0" fontAlgn="base">
              <a:spcBef>
                <a:spcPct val="0"/>
              </a:spcBef>
              <a:spcAft>
                <a:spcPct val="0"/>
              </a:spcAft>
              <a:defRPr sz="3600">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600">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600">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600">
                <a:solidFill>
                  <a:schemeClr val="tx2"/>
                </a:solidFill>
                <a:latin typeface="Arial" panose="020B0604020202020204" pitchFamily="34" charset="0"/>
                <a:ea typeface="宋体" panose="02010600030101010101" pitchFamily="2" charset="-122"/>
              </a:defRPr>
            </a:lvl9pPr>
          </a:lstStyle>
          <a:p>
            <a:endParaRPr lang="zh-CN" altLang="en-US" dirty="0"/>
          </a:p>
        </p:txBody>
      </p:sp>
      <p:pic>
        <p:nvPicPr>
          <p:cNvPr id="1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71600" y="1484784"/>
            <a:ext cx="4210050" cy="4733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6056" y="1372319"/>
            <a:ext cx="3990975" cy="5153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文本框 11"/>
          <p:cNvSpPr txBox="1"/>
          <p:nvPr/>
        </p:nvSpPr>
        <p:spPr>
          <a:xfrm>
            <a:off x="6096258" y="476672"/>
            <a:ext cx="3312368" cy="646331"/>
          </a:xfrm>
          <a:prstGeom prst="rect">
            <a:avLst/>
          </a:prstGeom>
          <a:noFill/>
        </p:spPr>
        <p:txBody>
          <a:bodyPr wrap="square" rtlCol="0">
            <a:spAutoFit/>
          </a:bodyPr>
          <a:lstStyle/>
          <a:p>
            <a:r>
              <a:rPr lang="zh-CN" altLang="en-US" dirty="0"/>
              <a:t>      通过修改</a:t>
            </a:r>
            <a:r>
              <a:rPr lang="en-US" altLang="zh-CN" dirty="0"/>
              <a:t>DWT</a:t>
            </a:r>
            <a:r>
              <a:rPr lang="zh-CN" altLang="en-US" dirty="0"/>
              <a:t>细节系数正负符号个数的关系完成嵌入。</a:t>
            </a:r>
            <a:endParaRPr lang="zh-CN" altLang="en-US" dirty="0"/>
          </a:p>
        </p:txBody>
      </p:sp>
      <p:sp>
        <p:nvSpPr>
          <p:cNvPr id="4" name="矩形 3"/>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文本信息隐藏</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格式特征隐藏</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5" name="组合 4"/>
          <p:cNvGrpSpPr/>
          <p:nvPr/>
        </p:nvGrpSpPr>
        <p:grpSpPr>
          <a:xfrm>
            <a:off x="123658" y="249350"/>
            <a:ext cx="979109" cy="533291"/>
            <a:chOff x="2215144" y="982844"/>
            <a:chExt cx="1258238" cy="912607"/>
          </a:xfrm>
        </p:grpSpPr>
        <p:sp>
          <p:nvSpPr>
            <p:cNvPr id="6" name="平行四边形 5"/>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2"/>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软件数字水印</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
        <p:nvSpPr>
          <p:cNvPr id="11" name="文本框 10"/>
          <p:cNvSpPr txBox="1"/>
          <p:nvPr/>
        </p:nvSpPr>
        <p:spPr>
          <a:xfrm>
            <a:off x="995680" y="1772920"/>
            <a:ext cx="7063740" cy="1568450"/>
          </a:xfrm>
          <a:prstGeom prst="rect">
            <a:avLst/>
          </a:prstGeom>
        </p:spPr>
        <p:txBody>
          <a:bodyPr wrap="square">
            <a:spAutoFit/>
          </a:bodyPr>
          <a:p>
            <a:pPr marL="762000" indent="-457200" defTabSz="266700">
              <a:buFont typeface="Arial" panose="020B0604020202020204" pitchFamily="34" charset="0"/>
              <a:buChar char="•"/>
            </a:pPr>
            <a:r>
              <a:rPr lang="zh-CN" altLang="en-US" sz="3200">
                <a:solidFill>
                  <a:srgbClr val="023B8C"/>
                </a:solidFill>
                <a:latin typeface="Times New Roman" panose="02020603050405020304"/>
                <a:ea typeface="宋体" panose="02010600030101010101" pitchFamily="2" charset="-122"/>
              </a:rPr>
              <a:t>软件水印的特征和分类</a:t>
            </a:r>
            <a:endParaRPr lang="zh-CN" altLang="en-US" sz="3200">
              <a:solidFill>
                <a:srgbClr val="023B8C"/>
              </a:solidFill>
              <a:latin typeface="Times New Roman" panose="02020603050405020304"/>
              <a:ea typeface="宋体" panose="02010600030101010101" pitchFamily="2" charset="-122"/>
            </a:endParaRPr>
          </a:p>
          <a:p>
            <a:pPr marL="762000" indent="-457200" defTabSz="266700">
              <a:buFont typeface="Arial" panose="020B0604020202020204" pitchFamily="34" charset="0"/>
              <a:buChar char="•"/>
            </a:pPr>
            <a:r>
              <a:rPr lang="zh-CN" altLang="en-US" sz="3200">
                <a:solidFill>
                  <a:srgbClr val="023B8C"/>
                </a:solidFill>
                <a:latin typeface="Times New Roman" panose="02020603050405020304"/>
                <a:ea typeface="宋体" panose="02010600030101010101" pitchFamily="2" charset="-122"/>
              </a:rPr>
              <a:t>软件水印发展方向</a:t>
            </a:r>
            <a:endParaRPr lang="zh-CN" altLang="en-US" sz="3200">
              <a:solidFill>
                <a:srgbClr val="023B8C"/>
              </a:solidFill>
              <a:latin typeface="Times New Roman" panose="02020603050405020304"/>
              <a:ea typeface="宋体" panose="02010600030101010101" pitchFamily="2" charset="-122"/>
            </a:endParaRPr>
          </a:p>
          <a:p>
            <a:pPr marL="762000" indent="-457200" defTabSz="266700">
              <a:buFont typeface="Arial" panose="020B0604020202020204" pitchFamily="34" charset="0"/>
              <a:buChar char="•"/>
            </a:pPr>
            <a:r>
              <a:rPr lang="zh-CN" altLang="en-US" sz="3200">
                <a:solidFill>
                  <a:srgbClr val="023B8C"/>
                </a:solidFill>
                <a:latin typeface="Times New Roman" panose="02020603050405020304"/>
                <a:ea typeface="宋体" panose="02010600030101010101" pitchFamily="2" charset="-122"/>
              </a:rPr>
              <a:t>实践案例九：软件水印</a:t>
            </a:r>
            <a:endParaRPr lang="zh-CN" altLang="en-US" sz="3200">
              <a:solidFill>
                <a:srgbClr val="023B8C"/>
              </a:solidFill>
              <a:latin typeface="Times New Roman" panose="02020603050405020304"/>
              <a:ea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noChangeArrowheads="1"/>
          </p:cNvSpPr>
          <p:nvPr>
            <p:ph type="body" idx="1"/>
          </p:nvPr>
        </p:nvSpPr>
        <p:spPr>
          <a:xfrm>
            <a:off x="1271059" y="1628458"/>
            <a:ext cx="9751483" cy="4114800"/>
          </a:xfrm>
        </p:spPr>
        <p:txBody>
          <a:bodyPr/>
          <a:lstStyle/>
          <a:p>
            <a:pPr eaLnBrk="1" hangingPunct="1"/>
            <a:r>
              <a:rPr lang="zh-CN" altLang="en-US">
                <a:latin typeface="宋体" panose="02010600030101010101" pitchFamily="2" charset="-122"/>
              </a:rPr>
              <a:t>软件水印</a:t>
            </a:r>
            <a:endParaRPr lang="zh-CN" altLang="en-US">
              <a:latin typeface="宋体" panose="02010600030101010101" pitchFamily="2" charset="-122"/>
            </a:endParaRPr>
          </a:p>
          <a:p>
            <a:pPr lvl="1" eaLnBrk="1" hangingPunct="1"/>
            <a:r>
              <a:rPr lang="zh-CN" altLang="en-US">
                <a:latin typeface="宋体" panose="02010600030101010101" pitchFamily="2" charset="-122"/>
              </a:rPr>
              <a:t>把程序的版权信息和用户身份信息嵌入到程序中</a:t>
            </a:r>
            <a:endParaRPr lang="zh-CN" altLang="en-US">
              <a:latin typeface="宋体" panose="02010600030101010101" pitchFamily="2" charset="-122"/>
            </a:endParaRPr>
          </a:p>
          <a:p>
            <a:pPr eaLnBrk="1" hangingPunct="1"/>
            <a:r>
              <a:rPr lang="zh-CN" altLang="en-US">
                <a:latin typeface="宋体" panose="02010600030101010101" pitchFamily="2" charset="-122"/>
              </a:rPr>
              <a:t>软件水印与多媒体水印有本质的不同</a:t>
            </a:r>
            <a:endParaRPr lang="en-US" altLang="zh-CN">
              <a:latin typeface="宋体" panose="02010600030101010101" pitchFamily="2" charset="-122"/>
            </a:endParaRPr>
          </a:p>
          <a:p>
            <a:pPr eaLnBrk="1" hangingPunct="1"/>
            <a:r>
              <a:rPr lang="zh-CN" altLang="en-US">
                <a:latin typeface="宋体" panose="02010600030101010101" pitchFamily="2" charset="-122"/>
              </a:rPr>
              <a:t>软件（通常是一段可执行程序）与一般的数字产品不同，它不能在进行大量的、深层次的修改后仍保持原有的特征</a:t>
            </a:r>
            <a:endParaRPr lang="zh-CN" altLang="en-US">
              <a:latin typeface="宋体" panose="02010600030101010101" pitchFamily="2" charset="-122"/>
            </a:endParaRPr>
          </a:p>
        </p:txBody>
      </p:sp>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软件数字水印</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148">
                                            <p:txEl>
                                              <p:pRg st="0" end="0"/>
                                            </p:txEl>
                                          </p:spTgt>
                                        </p:tgtEl>
                                        <p:attrNameLst>
                                          <p:attrName>style.visibility</p:attrName>
                                        </p:attrNameLst>
                                      </p:cBhvr>
                                      <p:to>
                                        <p:strVal val="visible"/>
                                      </p:to>
                                    </p:set>
                                    <p:anim calcmode="lin" valueType="num">
                                      <p:cBhvr additive="base">
                                        <p:cTn id="7" dur="500" fill="hold"/>
                                        <p:tgtEl>
                                          <p:spTgt spid="614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14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148">
                                            <p:txEl>
                                              <p:pRg st="1" end="1"/>
                                            </p:txEl>
                                          </p:spTgt>
                                        </p:tgtEl>
                                        <p:attrNameLst>
                                          <p:attrName>style.visibility</p:attrName>
                                        </p:attrNameLst>
                                      </p:cBhvr>
                                      <p:to>
                                        <p:strVal val="visible"/>
                                      </p:to>
                                    </p:set>
                                    <p:anim calcmode="lin" valueType="num">
                                      <p:cBhvr additive="base">
                                        <p:cTn id="13" dur="500" fill="hold"/>
                                        <p:tgtEl>
                                          <p:spTgt spid="614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14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148">
                                            <p:txEl>
                                              <p:pRg st="2" end="2"/>
                                            </p:txEl>
                                          </p:spTgt>
                                        </p:tgtEl>
                                        <p:attrNameLst>
                                          <p:attrName>style.visibility</p:attrName>
                                        </p:attrNameLst>
                                      </p:cBhvr>
                                      <p:to>
                                        <p:strVal val="visible"/>
                                      </p:to>
                                    </p:set>
                                    <p:anim calcmode="lin" valueType="num">
                                      <p:cBhvr additive="base">
                                        <p:cTn id="19" dur="500" fill="hold"/>
                                        <p:tgtEl>
                                          <p:spTgt spid="614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14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148">
                                            <p:txEl>
                                              <p:pRg st="3" end="3"/>
                                            </p:txEl>
                                          </p:spTgt>
                                        </p:tgtEl>
                                        <p:attrNameLst>
                                          <p:attrName>style.visibility</p:attrName>
                                        </p:attrNameLst>
                                      </p:cBhvr>
                                      <p:to>
                                        <p:strVal val="visible"/>
                                      </p:to>
                                    </p:set>
                                    <p:anim calcmode="lin" valueType="num">
                                      <p:cBhvr additive="base">
                                        <p:cTn id="25" dur="500" fill="hold"/>
                                        <p:tgtEl>
                                          <p:spTgt spid="614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148">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8" grpId="0" bldLvl="5"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1343449" y="301625"/>
            <a:ext cx="9751483" cy="1143000"/>
          </a:xfrm>
        </p:spPr>
        <p:txBody>
          <a:bodyPr/>
          <a:lstStyle/>
          <a:p>
            <a:pPr eaLnBrk="1" hangingPunct="1"/>
            <a:r>
              <a:rPr lang="zh-CN" altLang="en-US">
                <a:solidFill>
                  <a:srgbClr val="023B8C"/>
                </a:solidFill>
              </a:rPr>
              <a:t>应用场景</a:t>
            </a:r>
            <a:endParaRPr lang="zh-CN" altLang="en-US">
              <a:solidFill>
                <a:srgbClr val="023B8C"/>
              </a:solidFill>
            </a:endParaRPr>
          </a:p>
        </p:txBody>
      </p:sp>
      <p:sp>
        <p:nvSpPr>
          <p:cNvPr id="5124" name="Rectangle 4"/>
          <p:cNvSpPr>
            <a:spLocks noGrp="1" noChangeArrowheads="1"/>
          </p:cNvSpPr>
          <p:nvPr>
            <p:ph idx="1"/>
          </p:nvPr>
        </p:nvSpPr>
        <p:spPr/>
        <p:txBody>
          <a:bodyPr/>
          <a:lstStyle/>
          <a:p>
            <a:pPr eaLnBrk="1" hangingPunct="1"/>
            <a:endParaRPr lang="zh-CN" altLang="en-US"/>
          </a:p>
        </p:txBody>
      </p:sp>
      <p:pic>
        <p:nvPicPr>
          <p:cNvPr id="5125" name="Picture 6" descr="Figure 2: Alice embeds Bob's credit card number in order&#10;to identify Bob as the guilty pirat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71270" y="1412875"/>
            <a:ext cx="9152890" cy="4871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软件数字水印</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Grp="1" noChangeArrowheads="1"/>
          </p:cNvSpPr>
          <p:nvPr>
            <p:ph type="body" idx="1"/>
          </p:nvPr>
        </p:nvSpPr>
        <p:spPr>
          <a:xfrm>
            <a:off x="1271058" y="1268730"/>
            <a:ext cx="10168467" cy="6502400"/>
          </a:xfrm>
        </p:spPr>
        <p:txBody>
          <a:bodyPr/>
          <a:lstStyle/>
          <a:p>
            <a:pPr eaLnBrk="1" hangingPunct="1"/>
            <a:r>
              <a:rPr lang="zh-CN" altLang="en-US"/>
              <a:t>对软件水印的要求</a:t>
            </a:r>
            <a:endParaRPr lang="zh-CN" altLang="en-US"/>
          </a:p>
          <a:p>
            <a:pPr lvl="1" eaLnBrk="1" hangingPunct="1"/>
            <a:r>
              <a:rPr lang="zh-CN" altLang="en-US">
                <a:latin typeface="宋体" panose="02010600030101010101" pitchFamily="2" charset="-122"/>
              </a:rPr>
              <a:t>能够证明软件的产权所有者</a:t>
            </a:r>
            <a:r>
              <a:rPr lang="zh-CN" altLang="en-US"/>
              <a:t> </a:t>
            </a:r>
            <a:endParaRPr lang="zh-CN" altLang="en-US"/>
          </a:p>
          <a:p>
            <a:pPr lvl="1" eaLnBrk="1" hangingPunct="1"/>
            <a:r>
              <a:rPr lang="zh-CN" altLang="en-US">
                <a:latin typeface="宋体" panose="02010600030101010101" pitchFamily="2" charset="-122"/>
              </a:rPr>
              <a:t>具有鲁棒性。能够抵抗攻击、防止篡改，软件的正常压缩解压以及文件传输不会对水印造成破坏</a:t>
            </a:r>
            <a:r>
              <a:rPr lang="zh-CN" altLang="en-US"/>
              <a:t> </a:t>
            </a:r>
            <a:endParaRPr lang="zh-CN" altLang="en-US"/>
          </a:p>
          <a:p>
            <a:pPr lvl="1" eaLnBrk="1" hangingPunct="1"/>
            <a:r>
              <a:rPr lang="zh-CN" altLang="en-US">
                <a:latin typeface="宋体" panose="02010600030101010101" pitchFamily="2" charset="-122"/>
              </a:rPr>
              <a:t>软件水印不应依赖于某一具体的体系结构</a:t>
            </a:r>
            <a:endParaRPr lang="zh-CN" altLang="en-US">
              <a:latin typeface="宋体" panose="02010600030101010101" pitchFamily="2" charset="-122"/>
            </a:endParaRPr>
          </a:p>
          <a:p>
            <a:pPr lvl="1" eaLnBrk="1" hangingPunct="1"/>
            <a:r>
              <a:rPr lang="zh-CN" altLang="en-US">
                <a:latin typeface="宋体" panose="02010600030101010101" pitchFamily="2" charset="-122"/>
              </a:rPr>
              <a:t>软件水印应该便于生成、分发以及识别 </a:t>
            </a:r>
            <a:endParaRPr lang="zh-CN" altLang="en-US">
              <a:latin typeface="宋体" panose="02010600030101010101" pitchFamily="2" charset="-122"/>
            </a:endParaRPr>
          </a:p>
          <a:p>
            <a:pPr lvl="1" eaLnBrk="1" hangingPunct="1"/>
            <a:r>
              <a:rPr lang="zh-CN" altLang="en-US">
                <a:latin typeface="宋体" panose="02010600030101010101" pitchFamily="2" charset="-122"/>
              </a:rPr>
              <a:t>对软件已有功能和特征的影响在实际环境下可以忽略 </a:t>
            </a:r>
            <a:endParaRPr lang="zh-CN" altLang="en-US">
              <a:latin typeface="宋体" panose="02010600030101010101" pitchFamily="2" charset="-122"/>
            </a:endParaRPr>
          </a:p>
        </p:txBody>
      </p:sp>
      <p:sp>
        <p:nvSpPr>
          <p:cNvPr id="3" name="矩形 2"/>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软件数字水印</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 calcmode="lin" valueType="num">
                                      <p:cBhvr additive="base">
                                        <p:cTn id="3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Grp="1" noChangeArrowheads="1"/>
          </p:cNvSpPr>
          <p:nvPr>
            <p:ph type="body" idx="1"/>
          </p:nvPr>
        </p:nvSpPr>
        <p:spPr>
          <a:xfrm>
            <a:off x="1271058" y="908685"/>
            <a:ext cx="10168467" cy="6197600"/>
          </a:xfrm>
        </p:spPr>
        <p:txBody>
          <a:bodyPr/>
          <a:lstStyle/>
          <a:p>
            <a:pPr eaLnBrk="1" hangingPunct="1"/>
            <a:r>
              <a:rPr lang="zh-CN" altLang="en-US" sz="3335">
                <a:latin typeface="宋体" panose="02010600030101010101" pitchFamily="2" charset="-122"/>
              </a:rPr>
              <a:t>按照水印的嵌入位置</a:t>
            </a:r>
            <a:endParaRPr lang="zh-CN" altLang="en-US" sz="3335">
              <a:latin typeface="宋体" panose="02010600030101010101" pitchFamily="2" charset="-122"/>
            </a:endParaRPr>
          </a:p>
          <a:p>
            <a:pPr lvl="1" eaLnBrk="1" hangingPunct="1"/>
            <a:r>
              <a:rPr lang="zh-CN" altLang="en-US" sz="2800">
                <a:latin typeface="宋体" panose="02010600030101010101" pitchFamily="2" charset="-122"/>
              </a:rPr>
              <a:t>代码水印：隐藏在程序的指令部分</a:t>
            </a:r>
            <a:endParaRPr lang="zh-CN" altLang="en-US" sz="2800">
              <a:latin typeface="宋体" panose="02010600030101010101" pitchFamily="2" charset="-122"/>
            </a:endParaRPr>
          </a:p>
          <a:p>
            <a:pPr lvl="1" eaLnBrk="1" hangingPunct="1"/>
            <a:r>
              <a:rPr lang="zh-CN" altLang="en-US" sz="2800">
                <a:latin typeface="宋体" panose="02010600030101010101" pitchFamily="2" charset="-122"/>
              </a:rPr>
              <a:t>数据水印：隐藏在数据中（如头文件、字符串和调试信息等） </a:t>
            </a:r>
            <a:endParaRPr lang="zh-CN" altLang="en-US" sz="2800">
              <a:latin typeface="宋体" panose="02010600030101010101" pitchFamily="2" charset="-122"/>
            </a:endParaRPr>
          </a:p>
          <a:p>
            <a:pPr eaLnBrk="1" hangingPunct="1"/>
            <a:r>
              <a:rPr lang="zh-CN" altLang="en-US" sz="3335">
                <a:latin typeface="宋体" panose="02010600030101010101" pitchFamily="2" charset="-122"/>
              </a:rPr>
              <a:t>根据水印被加载的时刻</a:t>
            </a:r>
            <a:endParaRPr lang="zh-CN" altLang="en-US" sz="3335">
              <a:latin typeface="宋体" panose="02010600030101010101" pitchFamily="2" charset="-122"/>
            </a:endParaRPr>
          </a:p>
          <a:p>
            <a:pPr lvl="1" eaLnBrk="1" hangingPunct="1"/>
            <a:r>
              <a:rPr lang="zh-CN" altLang="en-US" sz="2800">
                <a:latin typeface="宋体" panose="02010600030101010101" pitchFamily="2" charset="-122"/>
              </a:rPr>
              <a:t>静态水印：存储在可执行程序代码中</a:t>
            </a:r>
            <a:endParaRPr lang="zh-CN" altLang="en-US" sz="2800">
              <a:latin typeface="宋体" panose="02010600030101010101" pitchFamily="2" charset="-122"/>
            </a:endParaRPr>
          </a:p>
          <a:p>
            <a:pPr lvl="2" eaLnBrk="1" hangingPunct="1"/>
            <a:r>
              <a:rPr lang="zh-CN" altLang="en-US" sz="2665">
                <a:latin typeface="宋体" panose="02010600030101010101" pitchFamily="2" charset="-122"/>
              </a:rPr>
              <a:t>静态代码水印，静态数据水印</a:t>
            </a:r>
            <a:endParaRPr lang="zh-CN" altLang="en-US" sz="2665">
              <a:latin typeface="宋体" panose="02010600030101010101" pitchFamily="2" charset="-122"/>
            </a:endParaRPr>
          </a:p>
          <a:p>
            <a:pPr lvl="1" eaLnBrk="1" hangingPunct="1"/>
            <a:r>
              <a:rPr lang="zh-CN" altLang="en-US" sz="2800">
                <a:latin typeface="宋体" panose="02010600030101010101" pitchFamily="2" charset="-122"/>
              </a:rPr>
              <a:t>动态水印：保存在程序的执行状态中</a:t>
            </a:r>
            <a:endParaRPr lang="zh-CN" altLang="en-US" sz="2800">
              <a:latin typeface="宋体" panose="02010600030101010101" pitchFamily="2" charset="-122"/>
            </a:endParaRPr>
          </a:p>
          <a:p>
            <a:pPr lvl="2" eaLnBrk="1" hangingPunct="1"/>
            <a:r>
              <a:rPr lang="en-US" altLang="zh-CN" sz="2665"/>
              <a:t>Easter Egg</a:t>
            </a:r>
            <a:r>
              <a:rPr lang="zh-CN" altLang="en-US" sz="2665">
                <a:latin typeface="宋体" panose="02010600030101010101" pitchFamily="2" charset="-122"/>
              </a:rPr>
              <a:t>水印，数据结构水印，执行状态水印</a:t>
            </a:r>
            <a:endParaRPr lang="zh-CN" altLang="en-US" sz="2665">
              <a:latin typeface="宋体" panose="02010600030101010101" pitchFamily="2" charset="-122"/>
            </a:endParaRPr>
          </a:p>
          <a:p>
            <a:pPr lvl="2" eaLnBrk="1" hangingPunct="1"/>
            <a:r>
              <a:rPr lang="zh-CN" altLang="en-US" sz="2665">
                <a:latin typeface="宋体" panose="02010600030101010101" pitchFamily="2" charset="-122"/>
              </a:rPr>
              <a:t>动态水印需要有预先输入，根据输入，程序会运行到某种状态，这些状态就代表水印</a:t>
            </a:r>
            <a:r>
              <a:rPr lang="zh-CN" altLang="en-US" sz="2665"/>
              <a:t> </a:t>
            </a:r>
            <a:endParaRPr lang="zh-CN" altLang="en-US" sz="2665"/>
          </a:p>
        </p:txBody>
      </p:sp>
      <p:sp>
        <p:nvSpPr>
          <p:cNvPr id="3" name="矩形 2"/>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软件水印的</a:t>
            </a:r>
            <a:r>
              <a:rPr lang="zh-CN" altLang="en-US" sz="2800" b="1" dirty="0">
                <a:solidFill>
                  <a:srgbClr val="023B8C"/>
                </a:solidFill>
                <a:latin typeface="微软雅黑" panose="020B0503020204020204" charset="-122"/>
                <a:ea typeface="微软雅黑" panose="020B0503020204020204" charset="-122"/>
                <a:sym typeface="+mn-ea"/>
              </a:rPr>
              <a:t>分类</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 calcmode="lin" valueType="num">
                                      <p:cBhvr additive="base">
                                        <p:cTn id="3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
                                            <p:txEl>
                                              <p:pRg st="6" end="6"/>
                                            </p:txEl>
                                          </p:spTgt>
                                        </p:tgtEl>
                                        <p:attrNameLst>
                                          <p:attrName>style.visibility</p:attrName>
                                        </p:attrNameLst>
                                      </p:cBhvr>
                                      <p:to>
                                        <p:strVal val="visible"/>
                                      </p:to>
                                    </p:set>
                                    <p:anim calcmode="lin" valueType="num">
                                      <p:cBhvr additive="base">
                                        <p:cTn id="43"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
                                            <p:txEl>
                                              <p:pRg st="7" end="7"/>
                                            </p:txEl>
                                          </p:spTgt>
                                        </p:tgtEl>
                                        <p:attrNameLst>
                                          <p:attrName>style.visibility</p:attrName>
                                        </p:attrNameLst>
                                      </p:cBhvr>
                                      <p:to>
                                        <p:strVal val="visible"/>
                                      </p:to>
                                    </p:set>
                                    <p:anim calcmode="lin" valueType="num">
                                      <p:cBhvr additive="base">
                                        <p:cTn id="49"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2">
                                            <p:txEl>
                                              <p:pRg st="8" end="8"/>
                                            </p:txEl>
                                          </p:spTgt>
                                        </p:tgtEl>
                                        <p:attrNameLst>
                                          <p:attrName>style.visibility</p:attrName>
                                        </p:attrNameLst>
                                      </p:cBhvr>
                                      <p:to>
                                        <p:strVal val="visible"/>
                                      </p:to>
                                    </p:set>
                                    <p:anim calcmode="lin" valueType="num">
                                      <p:cBhvr additive="base">
                                        <p:cTn id="55" dur="500" fill="hold"/>
                                        <p:tgtEl>
                                          <p:spTgt spid="2">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2">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5"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1826049" y="404495"/>
            <a:ext cx="9751483" cy="1143000"/>
          </a:xfrm>
        </p:spPr>
        <p:txBody>
          <a:bodyPr/>
          <a:lstStyle/>
          <a:p>
            <a:pPr eaLnBrk="1" hangingPunct="1"/>
            <a:r>
              <a:rPr lang="zh-CN" altLang="en-US">
                <a:solidFill>
                  <a:srgbClr val="023B8C"/>
                </a:solidFill>
              </a:rPr>
              <a:t>针对软件水印的攻击</a:t>
            </a:r>
            <a:endParaRPr lang="zh-CN" altLang="en-US">
              <a:solidFill>
                <a:srgbClr val="023B8C"/>
              </a:solidFill>
            </a:endParaRPr>
          </a:p>
        </p:txBody>
      </p:sp>
      <p:sp>
        <p:nvSpPr>
          <p:cNvPr id="62467" name="Rectangle 3"/>
          <p:cNvSpPr>
            <a:spLocks noGrp="1" noChangeArrowheads="1"/>
          </p:cNvSpPr>
          <p:nvPr>
            <p:ph type="body" idx="1"/>
          </p:nvPr>
        </p:nvSpPr>
        <p:spPr/>
        <p:txBody>
          <a:bodyPr/>
          <a:lstStyle/>
          <a:p>
            <a:pPr eaLnBrk="1" hangingPunct="1"/>
            <a:r>
              <a:rPr lang="zh-CN" altLang="en-US"/>
              <a:t>保持软件语义的篡改攻击</a:t>
            </a:r>
            <a:endParaRPr lang="zh-CN" altLang="en-US"/>
          </a:p>
          <a:p>
            <a:pPr eaLnBrk="1" hangingPunct="1"/>
            <a:r>
              <a:rPr lang="zh-CN" altLang="en-US"/>
              <a:t>裁剪攻击</a:t>
            </a:r>
            <a:endParaRPr lang="zh-CN" altLang="en-US"/>
          </a:p>
          <a:p>
            <a:pPr eaLnBrk="1" hangingPunct="1"/>
            <a:r>
              <a:rPr lang="zh-CN" altLang="en-US"/>
              <a:t>增添水印攻击</a:t>
            </a:r>
            <a:endParaRPr lang="zh-CN" altLang="en-US"/>
          </a:p>
          <a:p>
            <a:pPr eaLnBrk="1" hangingPunct="1"/>
            <a:r>
              <a:rPr lang="zh-CN" altLang="en-US"/>
              <a:t>共谋攻击</a:t>
            </a:r>
            <a:endParaRPr lang="zh-CN" altLang="en-US"/>
          </a:p>
        </p:txBody>
      </p:sp>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软件数字水印</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2467">
                                            <p:txEl>
                                              <p:pRg st="0" end="0"/>
                                            </p:txEl>
                                          </p:spTgt>
                                        </p:tgtEl>
                                        <p:attrNameLst>
                                          <p:attrName>style.visibility</p:attrName>
                                        </p:attrNameLst>
                                      </p:cBhvr>
                                      <p:to>
                                        <p:strVal val="visible"/>
                                      </p:to>
                                    </p:set>
                                    <p:anim calcmode="lin" valueType="num">
                                      <p:cBhvr additive="base">
                                        <p:cTn id="7" dur="500" fill="hold"/>
                                        <p:tgtEl>
                                          <p:spTgt spid="624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246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2467">
                                            <p:txEl>
                                              <p:pRg st="1" end="1"/>
                                            </p:txEl>
                                          </p:spTgt>
                                        </p:tgtEl>
                                        <p:attrNameLst>
                                          <p:attrName>style.visibility</p:attrName>
                                        </p:attrNameLst>
                                      </p:cBhvr>
                                      <p:to>
                                        <p:strVal val="visible"/>
                                      </p:to>
                                    </p:set>
                                    <p:anim calcmode="lin" valueType="num">
                                      <p:cBhvr additive="base">
                                        <p:cTn id="13" dur="500" fill="hold"/>
                                        <p:tgtEl>
                                          <p:spTgt spid="6246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246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2467">
                                            <p:txEl>
                                              <p:pRg st="2" end="2"/>
                                            </p:txEl>
                                          </p:spTgt>
                                        </p:tgtEl>
                                        <p:attrNameLst>
                                          <p:attrName>style.visibility</p:attrName>
                                        </p:attrNameLst>
                                      </p:cBhvr>
                                      <p:to>
                                        <p:strVal val="visible"/>
                                      </p:to>
                                    </p:set>
                                    <p:anim calcmode="lin" valueType="num">
                                      <p:cBhvr additive="base">
                                        <p:cTn id="19" dur="500" fill="hold"/>
                                        <p:tgtEl>
                                          <p:spTgt spid="6246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246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2467">
                                            <p:txEl>
                                              <p:pRg st="3" end="3"/>
                                            </p:txEl>
                                          </p:spTgt>
                                        </p:tgtEl>
                                        <p:attrNameLst>
                                          <p:attrName>style.visibility</p:attrName>
                                        </p:attrNameLst>
                                      </p:cBhvr>
                                      <p:to>
                                        <p:strVal val="visible"/>
                                      </p:to>
                                    </p:set>
                                    <p:anim calcmode="lin" valueType="num">
                                      <p:cBhvr additive="base">
                                        <p:cTn id="25" dur="500" fill="hold"/>
                                        <p:tgtEl>
                                          <p:spTgt spid="6246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246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a:xfrm>
            <a:off x="1826684" y="404495"/>
            <a:ext cx="9751483" cy="1143000"/>
          </a:xfrm>
        </p:spPr>
        <p:txBody>
          <a:bodyPr/>
          <a:lstStyle/>
          <a:p>
            <a:pPr eaLnBrk="1" hangingPunct="1"/>
            <a:r>
              <a:rPr lang="zh-CN" altLang="en-US">
                <a:solidFill>
                  <a:srgbClr val="023B8C"/>
                </a:solidFill>
              </a:rPr>
              <a:t>保持软件语义的篡改攻击</a:t>
            </a:r>
            <a:endParaRPr lang="zh-CN" altLang="en-US">
              <a:solidFill>
                <a:srgbClr val="023B8C"/>
              </a:solidFill>
            </a:endParaRPr>
          </a:p>
        </p:txBody>
      </p:sp>
      <p:sp>
        <p:nvSpPr>
          <p:cNvPr id="11268" name="Rectangle 3"/>
          <p:cNvSpPr>
            <a:spLocks noGrp="1" noChangeArrowheads="1"/>
          </p:cNvSpPr>
          <p:nvPr>
            <p:ph type="body" idx="1"/>
          </p:nvPr>
        </p:nvSpPr>
        <p:spPr>
          <a:xfrm>
            <a:off x="1826049" y="1547178"/>
            <a:ext cx="9751483" cy="4114800"/>
          </a:xfrm>
        </p:spPr>
        <p:txBody>
          <a:bodyPr/>
          <a:lstStyle/>
          <a:p>
            <a:pPr eaLnBrk="1" hangingPunct="1">
              <a:lnSpc>
                <a:spcPct val="90000"/>
              </a:lnSpc>
            </a:pPr>
            <a:r>
              <a:rPr lang="zh-CN" altLang="en-US" sz="3335"/>
              <a:t>控制流程变换</a:t>
            </a:r>
            <a:endParaRPr lang="zh-CN" altLang="en-US" sz="3335"/>
          </a:p>
          <a:p>
            <a:pPr lvl="1" eaLnBrk="1" hangingPunct="1">
              <a:lnSpc>
                <a:spcPct val="90000"/>
              </a:lnSpc>
            </a:pPr>
            <a:r>
              <a:rPr lang="zh-CN" altLang="en-US" sz="2800"/>
              <a:t>插入支路</a:t>
            </a:r>
            <a:endParaRPr lang="zh-CN" altLang="en-US" sz="2800"/>
          </a:p>
          <a:p>
            <a:pPr lvl="1" eaLnBrk="1" hangingPunct="1">
              <a:lnSpc>
                <a:spcPct val="90000"/>
              </a:lnSpc>
            </a:pPr>
            <a:r>
              <a:rPr lang="zh-CN" altLang="en-US" sz="2800"/>
              <a:t>增加冗余操作数</a:t>
            </a:r>
            <a:endParaRPr lang="zh-CN" altLang="en-US" sz="2800"/>
          </a:p>
          <a:p>
            <a:pPr lvl="1" eaLnBrk="1" hangingPunct="1">
              <a:lnSpc>
                <a:spcPct val="90000"/>
              </a:lnSpc>
            </a:pPr>
            <a:r>
              <a:rPr lang="zh-CN" altLang="en-US" sz="2800"/>
              <a:t>模块并行化</a:t>
            </a:r>
            <a:endParaRPr lang="zh-CN" altLang="en-US" sz="2800"/>
          </a:p>
          <a:p>
            <a:pPr lvl="1" eaLnBrk="1" hangingPunct="1">
              <a:lnSpc>
                <a:spcPct val="90000"/>
              </a:lnSpc>
            </a:pPr>
            <a:r>
              <a:rPr lang="zh-CN" altLang="en-US" sz="2800"/>
              <a:t>简单流程图复杂化</a:t>
            </a:r>
            <a:endParaRPr lang="zh-CN" altLang="en-US" sz="2800"/>
          </a:p>
          <a:p>
            <a:pPr lvl="1" eaLnBrk="1" hangingPunct="1">
              <a:lnSpc>
                <a:spcPct val="90000"/>
              </a:lnSpc>
            </a:pPr>
            <a:r>
              <a:rPr lang="zh-CN" altLang="en-US" sz="2800"/>
              <a:t>循环语句变换</a:t>
            </a:r>
            <a:endParaRPr lang="zh-CN" altLang="en-US" sz="2800"/>
          </a:p>
          <a:p>
            <a:pPr lvl="1" eaLnBrk="1" hangingPunct="1">
              <a:lnSpc>
                <a:spcPct val="90000"/>
              </a:lnSpc>
            </a:pPr>
            <a:r>
              <a:rPr lang="zh-CN" altLang="en-US" sz="2800"/>
              <a:t>内嵌技术</a:t>
            </a:r>
            <a:endParaRPr lang="zh-CN" altLang="en-US" sz="2800"/>
          </a:p>
          <a:p>
            <a:pPr eaLnBrk="1" hangingPunct="1">
              <a:lnSpc>
                <a:spcPct val="90000"/>
              </a:lnSpc>
            </a:pPr>
            <a:r>
              <a:rPr lang="zh-CN" altLang="en-US" sz="3335"/>
              <a:t>数据变换</a:t>
            </a:r>
            <a:endParaRPr lang="zh-CN" altLang="en-US" sz="3335"/>
          </a:p>
          <a:p>
            <a:pPr lvl="1" eaLnBrk="1" hangingPunct="1">
              <a:lnSpc>
                <a:spcPct val="90000"/>
              </a:lnSpc>
            </a:pPr>
            <a:r>
              <a:rPr lang="zh-CN" altLang="en-US" sz="2800"/>
              <a:t>数据编码</a:t>
            </a:r>
            <a:endParaRPr lang="zh-CN" altLang="en-US" sz="2800"/>
          </a:p>
          <a:p>
            <a:pPr lvl="1" eaLnBrk="1" hangingPunct="1">
              <a:lnSpc>
                <a:spcPct val="90000"/>
              </a:lnSpc>
            </a:pPr>
            <a:r>
              <a:rPr lang="zh-CN" altLang="en-US" sz="2800"/>
              <a:t>改变变量的存储方式和生存周期</a:t>
            </a:r>
            <a:endParaRPr lang="zh-CN" altLang="en-US" sz="2800"/>
          </a:p>
          <a:p>
            <a:pPr lvl="1" eaLnBrk="1" hangingPunct="1">
              <a:lnSpc>
                <a:spcPct val="90000"/>
              </a:lnSpc>
            </a:pPr>
            <a:r>
              <a:rPr lang="zh-CN" altLang="en-US" sz="2800"/>
              <a:t>拆分变量</a:t>
            </a:r>
            <a:endParaRPr lang="zh-CN" altLang="en-US" sz="2800"/>
          </a:p>
          <a:p>
            <a:pPr eaLnBrk="1" hangingPunct="1">
              <a:lnSpc>
                <a:spcPct val="90000"/>
              </a:lnSpc>
            </a:pPr>
            <a:endParaRPr lang="zh-CN" altLang="en-US" sz="3335"/>
          </a:p>
        </p:txBody>
      </p:sp>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软件数字水印</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268">
                                            <p:txEl>
                                              <p:pRg st="0" end="0"/>
                                            </p:txEl>
                                          </p:spTgt>
                                        </p:tgtEl>
                                        <p:attrNameLst>
                                          <p:attrName>style.visibility</p:attrName>
                                        </p:attrNameLst>
                                      </p:cBhvr>
                                      <p:to>
                                        <p:strVal val="visible"/>
                                      </p:to>
                                    </p:set>
                                    <p:anim calcmode="lin" valueType="num">
                                      <p:cBhvr additive="base">
                                        <p:cTn id="7" dur="500" fill="hold"/>
                                        <p:tgtEl>
                                          <p:spTgt spid="1126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268">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1268">
                                            <p:txEl>
                                              <p:pRg st="1" end="1"/>
                                            </p:txEl>
                                          </p:spTgt>
                                        </p:tgtEl>
                                        <p:attrNameLst>
                                          <p:attrName>style.visibility</p:attrName>
                                        </p:attrNameLst>
                                      </p:cBhvr>
                                      <p:to>
                                        <p:strVal val="visible"/>
                                      </p:to>
                                    </p:set>
                                    <p:anim calcmode="lin" valueType="num">
                                      <p:cBhvr additive="base">
                                        <p:cTn id="11" dur="500" fill="hold"/>
                                        <p:tgtEl>
                                          <p:spTgt spid="11268">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1268">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1268">
                                            <p:txEl>
                                              <p:pRg st="2" end="2"/>
                                            </p:txEl>
                                          </p:spTgt>
                                        </p:tgtEl>
                                        <p:attrNameLst>
                                          <p:attrName>style.visibility</p:attrName>
                                        </p:attrNameLst>
                                      </p:cBhvr>
                                      <p:to>
                                        <p:strVal val="visible"/>
                                      </p:to>
                                    </p:set>
                                    <p:anim calcmode="lin" valueType="num">
                                      <p:cBhvr additive="base">
                                        <p:cTn id="15" dur="500" fill="hold"/>
                                        <p:tgtEl>
                                          <p:spTgt spid="11268">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1268">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1268">
                                            <p:txEl>
                                              <p:pRg st="3" end="3"/>
                                            </p:txEl>
                                          </p:spTgt>
                                        </p:tgtEl>
                                        <p:attrNameLst>
                                          <p:attrName>style.visibility</p:attrName>
                                        </p:attrNameLst>
                                      </p:cBhvr>
                                      <p:to>
                                        <p:strVal val="visible"/>
                                      </p:to>
                                    </p:set>
                                    <p:anim calcmode="lin" valueType="num">
                                      <p:cBhvr additive="base">
                                        <p:cTn id="19" dur="500" fill="hold"/>
                                        <p:tgtEl>
                                          <p:spTgt spid="11268">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268">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1268">
                                            <p:txEl>
                                              <p:pRg st="4" end="4"/>
                                            </p:txEl>
                                          </p:spTgt>
                                        </p:tgtEl>
                                        <p:attrNameLst>
                                          <p:attrName>style.visibility</p:attrName>
                                        </p:attrNameLst>
                                      </p:cBhvr>
                                      <p:to>
                                        <p:strVal val="visible"/>
                                      </p:to>
                                    </p:set>
                                    <p:anim calcmode="lin" valueType="num">
                                      <p:cBhvr additive="base">
                                        <p:cTn id="23" dur="500" fill="hold"/>
                                        <p:tgtEl>
                                          <p:spTgt spid="11268">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1268">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1268">
                                            <p:txEl>
                                              <p:pRg st="5" end="5"/>
                                            </p:txEl>
                                          </p:spTgt>
                                        </p:tgtEl>
                                        <p:attrNameLst>
                                          <p:attrName>style.visibility</p:attrName>
                                        </p:attrNameLst>
                                      </p:cBhvr>
                                      <p:to>
                                        <p:strVal val="visible"/>
                                      </p:to>
                                    </p:set>
                                    <p:anim calcmode="lin" valueType="num">
                                      <p:cBhvr additive="base">
                                        <p:cTn id="27" dur="500" fill="hold"/>
                                        <p:tgtEl>
                                          <p:spTgt spid="11268">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1268">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1268">
                                            <p:txEl>
                                              <p:pRg st="6" end="6"/>
                                            </p:txEl>
                                          </p:spTgt>
                                        </p:tgtEl>
                                        <p:attrNameLst>
                                          <p:attrName>style.visibility</p:attrName>
                                        </p:attrNameLst>
                                      </p:cBhvr>
                                      <p:to>
                                        <p:strVal val="visible"/>
                                      </p:to>
                                    </p:set>
                                    <p:anim calcmode="lin" valueType="num">
                                      <p:cBhvr additive="base">
                                        <p:cTn id="31" dur="500" fill="hold"/>
                                        <p:tgtEl>
                                          <p:spTgt spid="11268">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1268">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1268">
                                            <p:txEl>
                                              <p:pRg st="7" end="7"/>
                                            </p:txEl>
                                          </p:spTgt>
                                        </p:tgtEl>
                                        <p:attrNameLst>
                                          <p:attrName>style.visibility</p:attrName>
                                        </p:attrNameLst>
                                      </p:cBhvr>
                                      <p:to>
                                        <p:strVal val="visible"/>
                                      </p:to>
                                    </p:set>
                                    <p:anim calcmode="lin" valueType="num">
                                      <p:cBhvr additive="base">
                                        <p:cTn id="37" dur="500" fill="hold"/>
                                        <p:tgtEl>
                                          <p:spTgt spid="11268">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1268">
                                            <p:txEl>
                                              <p:pRg st="7" end="7"/>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1268">
                                            <p:txEl>
                                              <p:pRg st="8" end="8"/>
                                            </p:txEl>
                                          </p:spTgt>
                                        </p:tgtEl>
                                        <p:attrNameLst>
                                          <p:attrName>style.visibility</p:attrName>
                                        </p:attrNameLst>
                                      </p:cBhvr>
                                      <p:to>
                                        <p:strVal val="visible"/>
                                      </p:to>
                                    </p:set>
                                    <p:anim calcmode="lin" valueType="num">
                                      <p:cBhvr additive="base">
                                        <p:cTn id="41" dur="500" fill="hold"/>
                                        <p:tgtEl>
                                          <p:spTgt spid="11268">
                                            <p:txEl>
                                              <p:pRg st="8" end="8"/>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1268">
                                            <p:txEl>
                                              <p:pRg st="8" end="8"/>
                                            </p:txEl>
                                          </p:spTgt>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1268">
                                            <p:txEl>
                                              <p:pRg st="9" end="9"/>
                                            </p:txEl>
                                          </p:spTgt>
                                        </p:tgtEl>
                                        <p:attrNameLst>
                                          <p:attrName>style.visibility</p:attrName>
                                        </p:attrNameLst>
                                      </p:cBhvr>
                                      <p:to>
                                        <p:strVal val="visible"/>
                                      </p:to>
                                    </p:set>
                                    <p:anim calcmode="lin" valueType="num">
                                      <p:cBhvr additive="base">
                                        <p:cTn id="45" dur="500" fill="hold"/>
                                        <p:tgtEl>
                                          <p:spTgt spid="11268">
                                            <p:txEl>
                                              <p:pRg st="9" end="9"/>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11268">
                                            <p:txEl>
                                              <p:pRg st="9" end="9"/>
                                            </p:txEl>
                                          </p:spTgt>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11268">
                                            <p:txEl>
                                              <p:pRg st="10" end="10"/>
                                            </p:txEl>
                                          </p:spTgt>
                                        </p:tgtEl>
                                        <p:attrNameLst>
                                          <p:attrName>style.visibility</p:attrName>
                                        </p:attrNameLst>
                                      </p:cBhvr>
                                      <p:to>
                                        <p:strVal val="visible"/>
                                      </p:to>
                                    </p:set>
                                    <p:anim calcmode="lin" valueType="num">
                                      <p:cBhvr additive="base">
                                        <p:cTn id="49" dur="500" fill="hold"/>
                                        <p:tgtEl>
                                          <p:spTgt spid="11268">
                                            <p:txEl>
                                              <p:pRg st="10" end="1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1268">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8"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a:xfrm>
            <a:off x="1826049" y="476885"/>
            <a:ext cx="9751483" cy="1143000"/>
          </a:xfrm>
        </p:spPr>
        <p:txBody>
          <a:bodyPr/>
          <a:lstStyle/>
          <a:p>
            <a:pPr eaLnBrk="1" hangingPunct="1"/>
            <a:r>
              <a:rPr lang="zh-CN" altLang="en-US">
                <a:solidFill>
                  <a:srgbClr val="023B8C"/>
                </a:solidFill>
              </a:rPr>
              <a:t>增加冗余操作数</a:t>
            </a:r>
            <a:endParaRPr lang="zh-CN" altLang="en-US">
              <a:solidFill>
                <a:srgbClr val="023B8C"/>
              </a:solidFill>
            </a:endParaRPr>
          </a:p>
        </p:txBody>
      </p:sp>
      <p:sp>
        <p:nvSpPr>
          <p:cNvPr id="10244" name="Rectangle 4"/>
          <p:cNvSpPr>
            <a:spLocks noGrp="1" noChangeArrowheads="1"/>
          </p:cNvSpPr>
          <p:nvPr>
            <p:ph type="body" sz="half" idx="1"/>
          </p:nvPr>
        </p:nvSpPr>
        <p:spPr/>
        <p:txBody>
          <a:bodyPr/>
          <a:lstStyle/>
          <a:p>
            <a:pPr eaLnBrk="1" hangingPunct="1"/>
            <a:r>
              <a:rPr lang="en-US" altLang="zh-CN" sz="3335"/>
              <a:t>P=2</a:t>
            </a:r>
            <a:endParaRPr lang="en-US" altLang="zh-CN" sz="3335"/>
          </a:p>
          <a:p>
            <a:pPr eaLnBrk="1" hangingPunct="1"/>
            <a:r>
              <a:rPr lang="en-US" altLang="zh-CN" sz="3335"/>
              <a:t>P=Q&gt;0</a:t>
            </a:r>
            <a:endParaRPr lang="en-US" altLang="zh-CN" sz="3335"/>
          </a:p>
        </p:txBody>
      </p:sp>
      <p:pic>
        <p:nvPicPr>
          <p:cNvPr id="10245" name="Picture 6"/>
          <p:cNvPicPr>
            <a:picLocks noGrp="1" noChangeAspect="1" noChangeArrowheads="1"/>
          </p:cNvPicPr>
          <p:nvPr>
            <p:ph sz="half" idx="2"/>
          </p:nvPr>
        </p:nvPicPr>
        <p:blipFill>
          <a:blip r:embed="rId1">
            <a:extLst>
              <a:ext uri="{28A0092B-C50C-407E-A947-70E740481C1C}">
                <a14:useLocalDpi xmlns:a14="http://schemas.microsoft.com/office/drawing/2010/main" val="0"/>
              </a:ext>
            </a:extLst>
          </a:blip>
          <a:srcRect/>
          <a:stretch>
            <a:fillRect/>
          </a:stretch>
        </p:blipFill>
        <p:spPr>
          <a:xfrm>
            <a:off x="2544233" y="3524251"/>
            <a:ext cx="7336367" cy="1813983"/>
          </a:xfrm>
          <a:noFill/>
        </p:spPr>
      </p:pic>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软件数字水印</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p:txBody>
          <a:bodyPr/>
          <a:lstStyle/>
          <a:p>
            <a:pPr eaLnBrk="1" hangingPunct="1"/>
            <a:r>
              <a:rPr lang="zh-CN" altLang="en-US">
                <a:solidFill>
                  <a:srgbClr val="023B8C"/>
                </a:solidFill>
              </a:rPr>
              <a:t>模块并行化</a:t>
            </a:r>
            <a:endParaRPr lang="zh-CN" altLang="en-US">
              <a:solidFill>
                <a:srgbClr val="023B8C"/>
              </a:solidFill>
            </a:endParaRPr>
          </a:p>
        </p:txBody>
      </p:sp>
      <p:pic>
        <p:nvPicPr>
          <p:cNvPr id="11268" name="Picture 5"/>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a:xfrm>
            <a:off x="1826684" y="1700742"/>
            <a:ext cx="5494867" cy="4099984"/>
          </a:xfrm>
          <a:noFill/>
        </p:spPr>
      </p:pic>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软件数字水印</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8"/>
          <p:cNvSpPr>
            <a:spLocks noGrp="1" noChangeArrowheads="1"/>
          </p:cNvSpPr>
          <p:nvPr>
            <p:ph type="title"/>
          </p:nvPr>
        </p:nvSpPr>
        <p:spPr/>
        <p:txBody>
          <a:bodyPr/>
          <a:lstStyle/>
          <a:p>
            <a:pPr eaLnBrk="1" hangingPunct="1"/>
            <a:r>
              <a:rPr lang="zh-CN" altLang="en-US">
                <a:solidFill>
                  <a:srgbClr val="023B8C"/>
                </a:solidFill>
              </a:rPr>
              <a:t>简单流程图复杂化</a:t>
            </a:r>
            <a:endParaRPr lang="zh-CN" altLang="en-US">
              <a:solidFill>
                <a:srgbClr val="023B8C"/>
              </a:solidFill>
            </a:endParaRPr>
          </a:p>
        </p:txBody>
      </p:sp>
      <p:pic>
        <p:nvPicPr>
          <p:cNvPr id="12292" name="Picture 10"/>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a:xfrm>
            <a:off x="1488017" y="1509184"/>
            <a:ext cx="9751483" cy="5090583"/>
          </a:xfrm>
          <a:noFill/>
        </p:spPr>
      </p:pic>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软件数字水印</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4"/>
          <p:cNvSpPr>
            <a:spLocks noGrp="1"/>
          </p:cNvSpPr>
          <p:nvPr>
            <p:ph type="title"/>
          </p:nvPr>
        </p:nvSpPr>
        <p:spPr>
          <a:xfrm>
            <a:off x="1773344" y="301625"/>
            <a:ext cx="9751483" cy="1143000"/>
          </a:xfrm>
        </p:spPr>
        <p:txBody>
          <a:bodyPr/>
          <a:lstStyle/>
          <a:p>
            <a:r>
              <a:rPr lang="zh-CN" altLang="en-US">
                <a:solidFill>
                  <a:srgbClr val="023B8C"/>
                </a:solidFill>
              </a:rPr>
              <a:t>循环语句变换</a:t>
            </a:r>
            <a:endParaRPr lang="zh-CN" altLang="en-US">
              <a:solidFill>
                <a:srgbClr val="023B8C"/>
              </a:solidFill>
            </a:endParaRPr>
          </a:p>
        </p:txBody>
      </p:sp>
      <p:sp>
        <p:nvSpPr>
          <p:cNvPr id="15363" name="Content Placeholder 5"/>
          <p:cNvSpPr>
            <a:spLocks noGrp="1"/>
          </p:cNvSpPr>
          <p:nvPr>
            <p:ph sz="half" idx="1"/>
          </p:nvPr>
        </p:nvSpPr>
        <p:spPr>
          <a:xfrm>
            <a:off x="1826049" y="1484419"/>
            <a:ext cx="9698567" cy="1849967"/>
          </a:xfrm>
        </p:spPr>
        <p:txBody>
          <a:bodyPr/>
          <a:lstStyle/>
          <a:p>
            <a:pPr>
              <a:buFont typeface="Wingdings" panose="05000000000000000000" pitchFamily="2" charset="2"/>
              <a:buNone/>
            </a:pPr>
            <a:r>
              <a:rPr lang="en-US" altLang="zh-CN" sz="2135"/>
              <a:t>for(int i = 0; i &lt; n; i++)</a:t>
            </a:r>
            <a:endParaRPr lang="en-US" altLang="zh-CN" sz="2135"/>
          </a:p>
          <a:p>
            <a:pPr>
              <a:buFont typeface="Wingdings" panose="05000000000000000000" pitchFamily="2" charset="2"/>
              <a:buNone/>
            </a:pPr>
            <a:r>
              <a:rPr lang="en-US" altLang="zh-CN" sz="2135"/>
              <a:t> for(int j = 0; j &lt; n; j++)</a:t>
            </a:r>
            <a:endParaRPr lang="en-US" altLang="zh-CN" sz="2135"/>
          </a:p>
          <a:p>
            <a:pPr>
              <a:buFont typeface="Wingdings" panose="05000000000000000000" pitchFamily="2" charset="2"/>
              <a:buNone/>
            </a:pPr>
            <a:r>
              <a:rPr lang="en-US" altLang="zh-CN" sz="2135"/>
              <a:t>    a[i][j] = b[i][j];</a:t>
            </a:r>
            <a:endParaRPr lang="zh-CN" altLang="en-US" sz="2135"/>
          </a:p>
        </p:txBody>
      </p:sp>
      <p:sp>
        <p:nvSpPr>
          <p:cNvPr id="15364" name="Content Placeholder 6"/>
          <p:cNvSpPr>
            <a:spLocks noGrp="1"/>
          </p:cNvSpPr>
          <p:nvPr>
            <p:ph sz="half" idx="2"/>
          </p:nvPr>
        </p:nvSpPr>
        <p:spPr>
          <a:xfrm>
            <a:off x="1905000" y="2853056"/>
            <a:ext cx="9620251" cy="2952749"/>
          </a:xfrm>
        </p:spPr>
        <p:txBody>
          <a:bodyPr/>
          <a:lstStyle/>
          <a:p>
            <a:pPr>
              <a:buFont typeface="Wingdings" panose="05000000000000000000" pitchFamily="2" charset="2"/>
              <a:buNone/>
            </a:pPr>
            <a:r>
              <a:rPr lang="en-US" altLang="zh-CN" sz="2135" dirty="0"/>
              <a:t>for(</a:t>
            </a:r>
            <a:r>
              <a:rPr lang="en-US" altLang="zh-CN" sz="2135" dirty="0" err="1"/>
              <a:t>int</a:t>
            </a:r>
            <a:r>
              <a:rPr lang="en-US" altLang="zh-CN" sz="2135" dirty="0"/>
              <a:t> </a:t>
            </a:r>
            <a:r>
              <a:rPr lang="en-US" altLang="zh-CN" sz="2135" dirty="0" err="1"/>
              <a:t>i</a:t>
            </a:r>
            <a:r>
              <a:rPr lang="en-US" altLang="zh-CN" sz="2135" dirty="0"/>
              <a:t> = 0; </a:t>
            </a:r>
            <a:r>
              <a:rPr lang="en-US" altLang="zh-CN" sz="2135" dirty="0" err="1"/>
              <a:t>i</a:t>
            </a:r>
            <a:r>
              <a:rPr lang="en-US" altLang="zh-CN" sz="2135" dirty="0"/>
              <a:t> &lt; n; </a:t>
            </a:r>
            <a:r>
              <a:rPr lang="en-US" altLang="zh-CN" sz="2135" dirty="0" err="1"/>
              <a:t>i</a:t>
            </a:r>
            <a:r>
              <a:rPr lang="en-US" altLang="zh-CN" sz="2135" dirty="0"/>
              <a:t>+=64)</a:t>
            </a:r>
            <a:endParaRPr lang="en-US" altLang="zh-CN" sz="2135" dirty="0"/>
          </a:p>
          <a:p>
            <a:pPr>
              <a:buFont typeface="Wingdings" panose="05000000000000000000" pitchFamily="2" charset="2"/>
              <a:buNone/>
            </a:pPr>
            <a:r>
              <a:rPr lang="en-US" altLang="zh-CN" sz="2135" dirty="0"/>
              <a:t> for(</a:t>
            </a:r>
            <a:r>
              <a:rPr lang="en-US" altLang="zh-CN" sz="2135" dirty="0" err="1"/>
              <a:t>int</a:t>
            </a:r>
            <a:r>
              <a:rPr lang="en-US" altLang="zh-CN" sz="2135" dirty="0"/>
              <a:t> j = 0; j &lt; n; j+=64)</a:t>
            </a:r>
            <a:endParaRPr lang="en-US" altLang="zh-CN" sz="2135" dirty="0"/>
          </a:p>
          <a:p>
            <a:pPr>
              <a:buFont typeface="Wingdings" panose="05000000000000000000" pitchFamily="2" charset="2"/>
              <a:buNone/>
            </a:pPr>
            <a:r>
              <a:rPr lang="en-US" altLang="zh-CN" sz="2135" dirty="0"/>
              <a:t>  for(</a:t>
            </a:r>
            <a:r>
              <a:rPr lang="en-US" altLang="zh-CN" sz="2135" dirty="0" err="1"/>
              <a:t>int</a:t>
            </a:r>
            <a:r>
              <a:rPr lang="en-US" altLang="zh-CN" sz="2135" dirty="0"/>
              <a:t> l = </a:t>
            </a:r>
            <a:r>
              <a:rPr lang="en-US" altLang="zh-CN" sz="2135" dirty="0" err="1"/>
              <a:t>i</a:t>
            </a:r>
            <a:r>
              <a:rPr lang="en-US" altLang="zh-CN" sz="2135" dirty="0"/>
              <a:t>; l &lt; min((</a:t>
            </a:r>
            <a:r>
              <a:rPr lang="en-US" altLang="zh-CN" sz="2135" dirty="0" err="1"/>
              <a:t>i</a:t>
            </a:r>
            <a:r>
              <a:rPr lang="en-US" altLang="zh-CN" sz="2135" dirty="0"/>
              <a:t> + 63), n); l++)</a:t>
            </a:r>
            <a:endParaRPr lang="en-US" altLang="zh-CN" sz="2135" dirty="0"/>
          </a:p>
          <a:p>
            <a:pPr>
              <a:buFont typeface="Wingdings" panose="05000000000000000000" pitchFamily="2" charset="2"/>
              <a:buNone/>
            </a:pPr>
            <a:r>
              <a:rPr lang="en-US" altLang="zh-CN" sz="2135" dirty="0"/>
              <a:t>   for(</a:t>
            </a:r>
            <a:r>
              <a:rPr lang="en-US" altLang="zh-CN" sz="2135" dirty="0" err="1"/>
              <a:t>int</a:t>
            </a:r>
            <a:r>
              <a:rPr lang="en-US" altLang="zh-CN" sz="2135" dirty="0"/>
              <a:t> m = j; m &lt; min((m + 63), n); m++)</a:t>
            </a:r>
            <a:endParaRPr lang="en-US" altLang="zh-CN" sz="2135" dirty="0"/>
          </a:p>
          <a:p>
            <a:pPr>
              <a:buFont typeface="Wingdings" panose="05000000000000000000" pitchFamily="2" charset="2"/>
              <a:buNone/>
            </a:pPr>
            <a:r>
              <a:rPr lang="en-US" altLang="zh-CN" sz="2135" dirty="0"/>
              <a:t>       a[l][m] = b[l][m];</a:t>
            </a:r>
            <a:endParaRPr lang="zh-CN" altLang="en-US" sz="2135" dirty="0"/>
          </a:p>
        </p:txBody>
      </p:sp>
      <p:pic>
        <p:nvPicPr>
          <p:cNvPr id="15366" name="Picture 5"/>
          <p:cNvPicPr>
            <a:picLocks noChangeAspect="1" noChangeArrowheads="1"/>
          </p:cNvPicPr>
          <p:nvPr/>
        </p:nvPicPr>
        <p:blipFill>
          <a:blip r:embed="rId1">
            <a:extLst>
              <a:ext uri="{28A0092B-C50C-407E-A947-70E740481C1C}">
                <a14:useLocalDpi xmlns:a14="http://schemas.microsoft.com/office/drawing/2010/main" val="0"/>
              </a:ext>
            </a:extLst>
          </a:blip>
          <a:srcRect t="58963"/>
          <a:stretch>
            <a:fillRect/>
          </a:stretch>
        </p:blipFill>
        <p:spPr bwMode="auto">
          <a:xfrm>
            <a:off x="1055158" y="4940936"/>
            <a:ext cx="11146367" cy="1657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软件数字水印</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 calcmode="lin" valueType="num">
                                      <p:cBhvr additive="base">
                                        <p:cTn id="7" dur="500" fill="hold"/>
                                        <p:tgtEl>
                                          <p:spTgt spid="1536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36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363">
                                            <p:txEl>
                                              <p:pRg st="1" end="1"/>
                                            </p:txEl>
                                          </p:spTgt>
                                        </p:tgtEl>
                                        <p:attrNameLst>
                                          <p:attrName>style.visibility</p:attrName>
                                        </p:attrNameLst>
                                      </p:cBhvr>
                                      <p:to>
                                        <p:strVal val="visible"/>
                                      </p:to>
                                    </p:set>
                                    <p:anim calcmode="lin" valueType="num">
                                      <p:cBhvr additive="base">
                                        <p:cTn id="13" dur="500" fill="hold"/>
                                        <p:tgtEl>
                                          <p:spTgt spid="1536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36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363">
                                            <p:txEl>
                                              <p:pRg st="2" end="2"/>
                                            </p:txEl>
                                          </p:spTgt>
                                        </p:tgtEl>
                                        <p:attrNameLst>
                                          <p:attrName>style.visibility</p:attrName>
                                        </p:attrNameLst>
                                      </p:cBhvr>
                                      <p:to>
                                        <p:strVal val="visible"/>
                                      </p:to>
                                    </p:set>
                                    <p:anim calcmode="lin" valueType="num">
                                      <p:cBhvr additive="base">
                                        <p:cTn id="19" dur="500" fill="hold"/>
                                        <p:tgtEl>
                                          <p:spTgt spid="1536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36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5364">
                                            <p:txEl>
                                              <p:pRg st="0" end="0"/>
                                            </p:txEl>
                                          </p:spTgt>
                                        </p:tgtEl>
                                        <p:attrNameLst>
                                          <p:attrName>style.visibility</p:attrName>
                                        </p:attrNameLst>
                                      </p:cBhvr>
                                      <p:to>
                                        <p:strVal val="visible"/>
                                      </p:to>
                                    </p:set>
                                    <p:anim calcmode="lin" valueType="num">
                                      <p:cBhvr additive="base">
                                        <p:cTn id="25" dur="500" fill="hold"/>
                                        <p:tgtEl>
                                          <p:spTgt spid="15364">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536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5364">
                                            <p:txEl>
                                              <p:pRg st="1" end="1"/>
                                            </p:txEl>
                                          </p:spTgt>
                                        </p:tgtEl>
                                        <p:attrNameLst>
                                          <p:attrName>style.visibility</p:attrName>
                                        </p:attrNameLst>
                                      </p:cBhvr>
                                      <p:to>
                                        <p:strVal val="visible"/>
                                      </p:to>
                                    </p:set>
                                    <p:anim calcmode="lin" valueType="num">
                                      <p:cBhvr additive="base">
                                        <p:cTn id="31" dur="500" fill="hold"/>
                                        <p:tgtEl>
                                          <p:spTgt spid="15364">
                                            <p:txEl>
                                              <p:pRg st="1" end="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536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5364">
                                            <p:txEl>
                                              <p:pRg st="2" end="2"/>
                                            </p:txEl>
                                          </p:spTgt>
                                        </p:tgtEl>
                                        <p:attrNameLst>
                                          <p:attrName>style.visibility</p:attrName>
                                        </p:attrNameLst>
                                      </p:cBhvr>
                                      <p:to>
                                        <p:strVal val="visible"/>
                                      </p:to>
                                    </p:set>
                                    <p:anim calcmode="lin" valueType="num">
                                      <p:cBhvr additive="base">
                                        <p:cTn id="37" dur="500" fill="hold"/>
                                        <p:tgtEl>
                                          <p:spTgt spid="15364">
                                            <p:txEl>
                                              <p:pRg st="2" end="2"/>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536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5364">
                                            <p:txEl>
                                              <p:pRg st="3" end="3"/>
                                            </p:txEl>
                                          </p:spTgt>
                                        </p:tgtEl>
                                        <p:attrNameLst>
                                          <p:attrName>style.visibility</p:attrName>
                                        </p:attrNameLst>
                                      </p:cBhvr>
                                      <p:to>
                                        <p:strVal val="visible"/>
                                      </p:to>
                                    </p:set>
                                    <p:anim calcmode="lin" valueType="num">
                                      <p:cBhvr additive="base">
                                        <p:cTn id="43" dur="500" fill="hold"/>
                                        <p:tgtEl>
                                          <p:spTgt spid="15364">
                                            <p:txEl>
                                              <p:pRg st="3" end="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536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5364">
                                            <p:txEl>
                                              <p:pRg st="4" end="4"/>
                                            </p:txEl>
                                          </p:spTgt>
                                        </p:tgtEl>
                                        <p:attrNameLst>
                                          <p:attrName>style.visibility</p:attrName>
                                        </p:attrNameLst>
                                      </p:cBhvr>
                                      <p:to>
                                        <p:strVal val="visible"/>
                                      </p:to>
                                    </p:set>
                                    <p:anim calcmode="lin" valueType="num">
                                      <p:cBhvr additive="base">
                                        <p:cTn id="49" dur="500" fill="hold"/>
                                        <p:tgtEl>
                                          <p:spTgt spid="15364">
                                            <p:txEl>
                                              <p:pRg st="4" end="4"/>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536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15366"/>
                                        </p:tgtEl>
                                        <p:attrNameLst>
                                          <p:attrName>style.visibility</p:attrName>
                                        </p:attrNameLst>
                                      </p:cBhvr>
                                      <p:to>
                                        <p:strVal val="visible"/>
                                      </p:to>
                                    </p:set>
                                    <p:anim calcmode="lin" valueType="num">
                                      <p:cBhvr additive="base">
                                        <p:cTn id="55" dur="500" fill="hold"/>
                                        <p:tgtEl>
                                          <p:spTgt spid="15366"/>
                                        </p:tgtEl>
                                        <p:attrNameLst>
                                          <p:attrName>ppt_x</p:attrName>
                                        </p:attrNameLst>
                                      </p:cBhvr>
                                      <p:tavLst>
                                        <p:tav tm="0">
                                          <p:val>
                                            <p:strVal val="#ppt_x"/>
                                          </p:val>
                                        </p:tav>
                                        <p:tav tm="100000">
                                          <p:val>
                                            <p:strVal val="#ppt_x"/>
                                          </p:val>
                                        </p:tav>
                                      </p:tavLst>
                                    </p:anim>
                                    <p:anim calcmode="lin" valueType="num">
                                      <p:cBhvr additive="base">
                                        <p:cTn id="56" dur="500" fill="hold"/>
                                        <p:tgtEl>
                                          <p:spTgt spid="153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build="p"/>
      <p:bldP spid="15364"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4"/>
          <p:cNvSpPr>
            <a:spLocks noGrp="1" noChangeArrowheads="1"/>
          </p:cNvSpPr>
          <p:nvPr>
            <p:ph type="title"/>
          </p:nvPr>
        </p:nvSpPr>
        <p:spPr>
          <a:xfrm>
            <a:off x="1703494" y="332740"/>
            <a:ext cx="9751483" cy="1143000"/>
          </a:xfrm>
        </p:spPr>
        <p:txBody>
          <a:bodyPr/>
          <a:lstStyle/>
          <a:p>
            <a:pPr eaLnBrk="1" hangingPunct="1"/>
            <a:r>
              <a:rPr lang="zh-CN" altLang="en-US">
                <a:solidFill>
                  <a:srgbClr val="023B8C"/>
                </a:solidFill>
              </a:rPr>
              <a:t>内嵌技术</a:t>
            </a:r>
            <a:endParaRPr lang="zh-CN" altLang="en-US">
              <a:solidFill>
                <a:srgbClr val="023B8C"/>
              </a:solidFill>
            </a:endParaRPr>
          </a:p>
        </p:txBody>
      </p:sp>
      <p:pic>
        <p:nvPicPr>
          <p:cNvPr id="14340" name="Picture 6"/>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a:xfrm>
            <a:off x="263526" y="1700742"/>
            <a:ext cx="11521016" cy="4398433"/>
          </a:xfrm>
          <a:noFill/>
        </p:spPr>
      </p:pic>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软件数字水印</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a:xfrm>
            <a:off x="1702859" y="476885"/>
            <a:ext cx="9751483" cy="1143000"/>
          </a:xfrm>
        </p:spPr>
        <p:txBody>
          <a:bodyPr/>
          <a:lstStyle/>
          <a:p>
            <a:pPr eaLnBrk="1" hangingPunct="1"/>
            <a:r>
              <a:rPr lang="zh-CN" altLang="en-US">
                <a:solidFill>
                  <a:srgbClr val="023B8C"/>
                </a:solidFill>
              </a:rPr>
              <a:t>数据编码</a:t>
            </a:r>
            <a:endParaRPr lang="zh-CN" altLang="en-US">
              <a:solidFill>
                <a:srgbClr val="023B8C"/>
              </a:solidFill>
            </a:endParaRPr>
          </a:p>
        </p:txBody>
      </p:sp>
      <p:pic>
        <p:nvPicPr>
          <p:cNvPr id="15364" name="Picture 5"/>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a:xfrm>
            <a:off x="1415627" y="1917277"/>
            <a:ext cx="8305800" cy="3172884"/>
          </a:xfrm>
          <a:noFill/>
        </p:spPr>
      </p:pic>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软件数字水印</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1826049" y="476885"/>
            <a:ext cx="9751483" cy="1143000"/>
          </a:xfrm>
        </p:spPr>
        <p:txBody>
          <a:bodyPr/>
          <a:lstStyle/>
          <a:p>
            <a:pPr eaLnBrk="1" hangingPunct="1"/>
            <a:r>
              <a:rPr lang="zh-CN" altLang="en-US">
                <a:solidFill>
                  <a:srgbClr val="023B8C"/>
                </a:solidFill>
              </a:rPr>
              <a:t>剪裁、添加、失真攻击</a:t>
            </a:r>
            <a:endParaRPr lang="zh-CN" altLang="en-US">
              <a:solidFill>
                <a:srgbClr val="023B8C"/>
              </a:solidFill>
            </a:endParaRPr>
          </a:p>
        </p:txBody>
      </p:sp>
      <p:pic>
        <p:nvPicPr>
          <p:cNvPr id="16388" name="Picture 5"/>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a:xfrm>
            <a:off x="1487594" y="2420832"/>
            <a:ext cx="9751483" cy="2760133"/>
          </a:xfrm>
          <a:noFill/>
        </p:spPr>
      </p:pic>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软件数字水印</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a:xfrm>
            <a:off x="1826049" y="476885"/>
            <a:ext cx="9751483" cy="1143000"/>
          </a:xfrm>
        </p:spPr>
        <p:txBody>
          <a:bodyPr/>
          <a:lstStyle/>
          <a:p>
            <a:pPr eaLnBrk="1" hangingPunct="1"/>
            <a:r>
              <a:rPr lang="zh-CN" altLang="en-US">
                <a:solidFill>
                  <a:srgbClr val="023B8C"/>
                </a:solidFill>
              </a:rPr>
              <a:t>共谋攻击</a:t>
            </a:r>
            <a:endParaRPr lang="zh-CN" altLang="en-US">
              <a:solidFill>
                <a:srgbClr val="023B8C"/>
              </a:solidFill>
            </a:endParaRPr>
          </a:p>
        </p:txBody>
      </p:sp>
      <p:pic>
        <p:nvPicPr>
          <p:cNvPr id="19460" name="Picture 5"/>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a:xfrm>
            <a:off x="1102784" y="2061210"/>
            <a:ext cx="9751483" cy="1900767"/>
          </a:xfrm>
          <a:noFill/>
        </p:spPr>
      </p:pic>
      <p:sp>
        <p:nvSpPr>
          <p:cNvPr id="5" name="TextBox 4"/>
          <p:cNvSpPr txBox="1">
            <a:spLocks noChangeArrowheads="1"/>
          </p:cNvSpPr>
          <p:nvPr/>
        </p:nvSpPr>
        <p:spPr bwMode="auto">
          <a:xfrm>
            <a:off x="407670" y="4149090"/>
            <a:ext cx="11430000" cy="1732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665"/>
              <a:t>一种设计良好的水印方案，应该提供针对同一个水印的尽可能多的嵌入方式，最好能够找出同一种方案的水印库，其中含有尽可能多的水印嵌入方式的选择方案，这样可以在生成水印时随机的（或依照某些方案）选择其中一种，从而能够有效的抵抗此种攻击 </a:t>
            </a:r>
            <a:endParaRPr lang="zh-CN" altLang="en-US" sz="2665"/>
          </a:p>
        </p:txBody>
      </p:sp>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软件数字水印</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460"/>
                                        </p:tgtEl>
                                        <p:attrNameLst>
                                          <p:attrName>style.visibility</p:attrName>
                                        </p:attrNameLst>
                                      </p:cBhvr>
                                      <p:to>
                                        <p:strVal val="visible"/>
                                      </p:to>
                                    </p:set>
                                    <p:anim calcmode="lin" valueType="num">
                                      <p:cBhvr additive="base">
                                        <p:cTn id="7" dur="500" fill="hold"/>
                                        <p:tgtEl>
                                          <p:spTgt spid="19460"/>
                                        </p:tgtEl>
                                        <p:attrNameLst>
                                          <p:attrName>ppt_x</p:attrName>
                                        </p:attrNameLst>
                                      </p:cBhvr>
                                      <p:tavLst>
                                        <p:tav tm="0">
                                          <p:val>
                                            <p:strVal val="#ppt_x"/>
                                          </p:val>
                                        </p:tav>
                                        <p:tav tm="100000">
                                          <p:val>
                                            <p:strVal val="#ppt_x"/>
                                          </p:val>
                                        </p:tav>
                                      </p:tavLst>
                                    </p:anim>
                                    <p:anim calcmode="lin" valueType="num">
                                      <p:cBhvr additive="base">
                                        <p:cTn id="8" dur="500" fill="hold"/>
                                        <p:tgtEl>
                                          <p:spTgt spid="1946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idx="1"/>
          </p:nvPr>
        </p:nvSpPr>
        <p:spPr>
          <a:xfrm>
            <a:off x="1219624" y="1124268"/>
            <a:ext cx="9751483" cy="4114800"/>
          </a:xfrm>
        </p:spPr>
        <p:txBody>
          <a:bodyPr/>
          <a:lstStyle/>
          <a:p>
            <a:pPr>
              <a:lnSpc>
                <a:spcPct val="90000"/>
              </a:lnSpc>
              <a:spcBef>
                <a:spcPct val="15000"/>
              </a:spcBef>
            </a:pPr>
            <a:r>
              <a:rPr lang="zh-CN" altLang="en-US" sz="3200"/>
              <a:t>静态（</a:t>
            </a:r>
            <a:r>
              <a:rPr lang="en-US" altLang="zh-CN" sz="3200"/>
              <a:t>static</a:t>
            </a:r>
            <a:r>
              <a:rPr lang="zh-CN" altLang="en-US"/>
              <a:t>） </a:t>
            </a:r>
            <a:endParaRPr lang="zh-CN" altLang="en-US" sz="2800"/>
          </a:p>
          <a:p>
            <a:pPr lvl="1">
              <a:spcAft>
                <a:spcPct val="30000"/>
              </a:spcAft>
              <a:buFontTx/>
              <a:buChar char="•"/>
            </a:pPr>
            <a:r>
              <a:rPr lang="zh-CN" altLang="en-US" sz="2665"/>
              <a:t>生成时机在软件的编制过程，而不是运行过程</a:t>
            </a:r>
            <a:endParaRPr lang="en-US" altLang="zh-CN" sz="2665"/>
          </a:p>
          <a:p>
            <a:pPr lvl="1">
              <a:spcAft>
                <a:spcPct val="30000"/>
              </a:spcAft>
              <a:buFontTx/>
              <a:buChar char="•"/>
            </a:pPr>
            <a:r>
              <a:rPr lang="zh-CN" altLang="en-US" sz="2665"/>
              <a:t>一旦生成，就不再改变</a:t>
            </a:r>
            <a:endParaRPr lang="zh-CN" altLang="en-US" sz="2665"/>
          </a:p>
          <a:p>
            <a:pPr>
              <a:lnSpc>
                <a:spcPct val="90000"/>
              </a:lnSpc>
              <a:spcBef>
                <a:spcPct val="15000"/>
              </a:spcBef>
            </a:pPr>
            <a:r>
              <a:rPr lang="zh-CN" altLang="en-US" sz="3200"/>
              <a:t>优点</a:t>
            </a:r>
            <a:endParaRPr lang="zh-CN" altLang="en-US" sz="3200"/>
          </a:p>
          <a:p>
            <a:pPr lvl="1">
              <a:spcAft>
                <a:spcPct val="30000"/>
              </a:spcAft>
              <a:buFontTx/>
              <a:buChar char="•"/>
            </a:pPr>
            <a:r>
              <a:rPr lang="zh-CN" altLang="en-US" sz="2665"/>
              <a:t>验证方便、快速</a:t>
            </a:r>
            <a:endParaRPr lang="en-US" altLang="zh-CN" sz="2665"/>
          </a:p>
          <a:p>
            <a:pPr lvl="1">
              <a:spcAft>
                <a:spcPct val="30000"/>
              </a:spcAft>
              <a:buFontTx/>
              <a:buChar char="•"/>
            </a:pPr>
            <a:r>
              <a:rPr lang="zh-CN" altLang="en-US" sz="2665"/>
              <a:t>生成方式多样和灵活</a:t>
            </a:r>
            <a:endParaRPr lang="zh-CN" altLang="en-US" sz="2665"/>
          </a:p>
          <a:p>
            <a:pPr>
              <a:lnSpc>
                <a:spcPct val="90000"/>
              </a:lnSpc>
              <a:spcBef>
                <a:spcPct val="15000"/>
              </a:spcBef>
            </a:pPr>
            <a:r>
              <a:rPr lang="zh-CN" altLang="en-US" sz="3200"/>
              <a:t>缺点</a:t>
            </a:r>
            <a:r>
              <a:rPr lang="zh-CN" altLang="en-US"/>
              <a:t> </a:t>
            </a:r>
            <a:endParaRPr lang="zh-CN" altLang="en-US" sz="2800"/>
          </a:p>
          <a:p>
            <a:pPr lvl="1">
              <a:spcAft>
                <a:spcPct val="30000"/>
              </a:spcAft>
              <a:buFontTx/>
              <a:buChar char="•"/>
            </a:pPr>
            <a:r>
              <a:rPr lang="zh-CN" altLang="en-US" sz="2665"/>
              <a:t>攻击者容易发现水印存放位置 </a:t>
            </a:r>
            <a:endParaRPr lang="zh-CN" altLang="en-US" sz="2665"/>
          </a:p>
          <a:p>
            <a:pPr lvl="1">
              <a:spcAft>
                <a:spcPct val="30000"/>
              </a:spcAft>
              <a:buFontTx/>
              <a:buChar char="•"/>
            </a:pPr>
            <a:r>
              <a:rPr lang="zh-CN" altLang="en-US" sz="2665"/>
              <a:t>通用性差：依赖于物理文件格式和具体的程序文件</a:t>
            </a:r>
            <a:endParaRPr lang="zh-CN" altLang="en-US" sz="2665"/>
          </a:p>
        </p:txBody>
      </p:sp>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软件数字水印</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静态软件水印</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 calcmode="lin" valueType="num">
                                      <p:cBhvr additive="base">
                                        <p:cTn id="7" dur="500" fill="hold"/>
                                        <p:tgtEl>
                                          <p:spTgt spid="2048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48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0483">
                                            <p:txEl>
                                              <p:pRg st="1" end="1"/>
                                            </p:txEl>
                                          </p:spTgt>
                                        </p:tgtEl>
                                        <p:attrNameLst>
                                          <p:attrName>style.visibility</p:attrName>
                                        </p:attrNameLst>
                                      </p:cBhvr>
                                      <p:to>
                                        <p:strVal val="visible"/>
                                      </p:to>
                                    </p:set>
                                    <p:anim calcmode="lin" valueType="num">
                                      <p:cBhvr additive="base">
                                        <p:cTn id="11" dur="500" fill="hold"/>
                                        <p:tgtEl>
                                          <p:spTgt spid="2048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048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0483">
                                            <p:txEl>
                                              <p:pRg st="2" end="2"/>
                                            </p:txEl>
                                          </p:spTgt>
                                        </p:tgtEl>
                                        <p:attrNameLst>
                                          <p:attrName>style.visibility</p:attrName>
                                        </p:attrNameLst>
                                      </p:cBhvr>
                                      <p:to>
                                        <p:strVal val="visible"/>
                                      </p:to>
                                    </p:set>
                                    <p:anim calcmode="lin" valueType="num">
                                      <p:cBhvr additive="base">
                                        <p:cTn id="15" dur="500" fill="hold"/>
                                        <p:tgtEl>
                                          <p:spTgt spid="2048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048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0483">
                                            <p:txEl>
                                              <p:pRg st="3" end="3"/>
                                            </p:txEl>
                                          </p:spTgt>
                                        </p:tgtEl>
                                        <p:attrNameLst>
                                          <p:attrName>style.visibility</p:attrName>
                                        </p:attrNameLst>
                                      </p:cBhvr>
                                      <p:to>
                                        <p:strVal val="visible"/>
                                      </p:to>
                                    </p:set>
                                    <p:anim calcmode="lin" valueType="num">
                                      <p:cBhvr additive="base">
                                        <p:cTn id="21" dur="500" fill="hold"/>
                                        <p:tgtEl>
                                          <p:spTgt spid="2048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048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20483">
                                            <p:txEl>
                                              <p:pRg st="4" end="4"/>
                                            </p:txEl>
                                          </p:spTgt>
                                        </p:tgtEl>
                                        <p:attrNameLst>
                                          <p:attrName>style.visibility</p:attrName>
                                        </p:attrNameLst>
                                      </p:cBhvr>
                                      <p:to>
                                        <p:strVal val="visible"/>
                                      </p:to>
                                    </p:set>
                                    <p:anim calcmode="lin" valueType="num">
                                      <p:cBhvr additive="base">
                                        <p:cTn id="25" dur="500" fill="hold"/>
                                        <p:tgtEl>
                                          <p:spTgt spid="2048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048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20483">
                                            <p:txEl>
                                              <p:pRg st="5" end="5"/>
                                            </p:txEl>
                                          </p:spTgt>
                                        </p:tgtEl>
                                        <p:attrNameLst>
                                          <p:attrName>style.visibility</p:attrName>
                                        </p:attrNameLst>
                                      </p:cBhvr>
                                      <p:to>
                                        <p:strVal val="visible"/>
                                      </p:to>
                                    </p:set>
                                    <p:anim calcmode="lin" valueType="num">
                                      <p:cBhvr additive="base">
                                        <p:cTn id="29" dur="500" fill="hold"/>
                                        <p:tgtEl>
                                          <p:spTgt spid="2048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048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20483">
                                            <p:txEl>
                                              <p:pRg st="6" end="6"/>
                                            </p:txEl>
                                          </p:spTgt>
                                        </p:tgtEl>
                                        <p:attrNameLst>
                                          <p:attrName>style.visibility</p:attrName>
                                        </p:attrNameLst>
                                      </p:cBhvr>
                                      <p:to>
                                        <p:strVal val="visible"/>
                                      </p:to>
                                    </p:set>
                                    <p:anim calcmode="lin" valueType="num">
                                      <p:cBhvr additive="base">
                                        <p:cTn id="35" dur="500" fill="hold"/>
                                        <p:tgtEl>
                                          <p:spTgt spid="2048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0483">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20483">
                                            <p:txEl>
                                              <p:pRg st="7" end="7"/>
                                            </p:txEl>
                                          </p:spTgt>
                                        </p:tgtEl>
                                        <p:attrNameLst>
                                          <p:attrName>style.visibility</p:attrName>
                                        </p:attrNameLst>
                                      </p:cBhvr>
                                      <p:to>
                                        <p:strVal val="visible"/>
                                      </p:to>
                                    </p:set>
                                    <p:anim calcmode="lin" valueType="num">
                                      <p:cBhvr additive="base">
                                        <p:cTn id="39" dur="500" fill="hold"/>
                                        <p:tgtEl>
                                          <p:spTgt spid="2048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20483">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20483">
                                            <p:txEl>
                                              <p:pRg st="8" end="8"/>
                                            </p:txEl>
                                          </p:spTgt>
                                        </p:tgtEl>
                                        <p:attrNameLst>
                                          <p:attrName>style.visibility</p:attrName>
                                        </p:attrNameLst>
                                      </p:cBhvr>
                                      <p:to>
                                        <p:strVal val="visible"/>
                                      </p:to>
                                    </p:set>
                                    <p:anim calcmode="lin" valueType="num">
                                      <p:cBhvr additive="base">
                                        <p:cTn id="43" dur="500" fill="hold"/>
                                        <p:tgtEl>
                                          <p:spTgt spid="2048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048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3"/>
          <p:cNvSpPr>
            <a:spLocks noGrp="1" noChangeArrowheads="1"/>
          </p:cNvSpPr>
          <p:nvPr>
            <p:ph idx="1"/>
          </p:nvPr>
        </p:nvSpPr>
        <p:spPr>
          <a:xfrm>
            <a:off x="1271059" y="1556703"/>
            <a:ext cx="9751483" cy="4114800"/>
          </a:xfrm>
        </p:spPr>
        <p:txBody>
          <a:bodyPr/>
          <a:lstStyle/>
          <a:p>
            <a:pPr eaLnBrk="1" hangingPunct="1">
              <a:lnSpc>
                <a:spcPct val="150000"/>
              </a:lnSpc>
            </a:pPr>
            <a:r>
              <a:rPr lang="zh-CN" altLang="en-US">
                <a:latin typeface="宋体" panose="02010600030101010101" pitchFamily="2" charset="-122"/>
              </a:rPr>
              <a:t>静态数据水印</a:t>
            </a:r>
            <a:r>
              <a:rPr lang="zh-CN" altLang="en-US"/>
              <a:t> </a:t>
            </a:r>
            <a:endParaRPr lang="zh-CN" altLang="en-US"/>
          </a:p>
          <a:p>
            <a:pPr lvl="1" eaLnBrk="1" hangingPunct="1">
              <a:lnSpc>
                <a:spcPct val="150000"/>
              </a:lnSpc>
            </a:pPr>
            <a:r>
              <a:rPr lang="zh-CN" altLang="en-US">
                <a:latin typeface="宋体" panose="02010600030101010101" pitchFamily="2" charset="-122"/>
              </a:rPr>
              <a:t>将水印信息嵌入在程序的一些数据中，但是它很容易被迷乱攻击破坏。</a:t>
            </a:r>
            <a:endParaRPr lang="zh-CN" altLang="en-US"/>
          </a:p>
          <a:p>
            <a:pPr lvl="1" eaLnBrk="1" hangingPunct="1">
              <a:lnSpc>
                <a:spcPct val="150000"/>
              </a:lnSpc>
            </a:pPr>
            <a:r>
              <a:rPr lang="zh-CN" altLang="en-US">
                <a:latin typeface="宋体" panose="02010600030101010101" pitchFamily="2" charset="-122"/>
              </a:rPr>
              <a:t>例：把所有的数据分解成一系列数据，然后散布到整个程序中，这样代表水印信息的数据也被分解，增加了水印检测的困难程度。</a:t>
            </a:r>
            <a:endParaRPr lang="en-US" altLang="zh-CN">
              <a:latin typeface="宋体" panose="02010600030101010101" pitchFamily="2" charset="-122"/>
            </a:endParaRPr>
          </a:p>
        </p:txBody>
      </p:sp>
      <p:sp>
        <p:nvSpPr>
          <p:cNvPr id="2" name="矩形 1"/>
          <p:cNvSpPr/>
          <p:nvPr/>
        </p:nvSpPr>
        <p:spPr>
          <a:xfrm>
            <a:off x="893379" y="249350"/>
            <a:ext cx="9470058" cy="953135"/>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软件数字水印</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静态软件水印</a:t>
            </a:r>
            <a:endParaRPr lang="zh-CN" altLang="en-US" sz="2800" b="1" dirty="0">
              <a:solidFill>
                <a:srgbClr val="023B8C"/>
              </a:solidFill>
              <a:latin typeface="微软雅黑" panose="020B0503020204020204" charset="-122"/>
              <a:ea typeface="微软雅黑" panose="020B0503020204020204" charset="-122"/>
              <a:sym typeface="+mn-ea"/>
            </a:endParaRPr>
          </a:p>
          <a:p>
            <a:pPr algn="l">
              <a:buClrTx/>
              <a:buSzTx/>
              <a:buFontTx/>
            </a:pP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508">
                                            <p:txEl>
                                              <p:pRg st="0" end="0"/>
                                            </p:txEl>
                                          </p:spTgt>
                                        </p:tgtEl>
                                        <p:attrNameLst>
                                          <p:attrName>style.visibility</p:attrName>
                                        </p:attrNameLst>
                                      </p:cBhvr>
                                      <p:to>
                                        <p:strVal val="visible"/>
                                      </p:to>
                                    </p:set>
                                    <p:anim calcmode="lin" valueType="num">
                                      <p:cBhvr additive="base">
                                        <p:cTn id="7" dur="500" fill="hold"/>
                                        <p:tgtEl>
                                          <p:spTgt spid="2150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150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1508">
                                            <p:txEl>
                                              <p:pRg st="1" end="1"/>
                                            </p:txEl>
                                          </p:spTgt>
                                        </p:tgtEl>
                                        <p:attrNameLst>
                                          <p:attrName>style.visibility</p:attrName>
                                        </p:attrNameLst>
                                      </p:cBhvr>
                                      <p:to>
                                        <p:strVal val="visible"/>
                                      </p:to>
                                    </p:set>
                                    <p:anim calcmode="lin" valueType="num">
                                      <p:cBhvr additive="base">
                                        <p:cTn id="13" dur="500" fill="hold"/>
                                        <p:tgtEl>
                                          <p:spTgt spid="2150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150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1508">
                                            <p:txEl>
                                              <p:pRg st="2" end="2"/>
                                            </p:txEl>
                                          </p:spTgt>
                                        </p:tgtEl>
                                        <p:attrNameLst>
                                          <p:attrName>style.visibility</p:attrName>
                                        </p:attrNameLst>
                                      </p:cBhvr>
                                      <p:to>
                                        <p:strVal val="visible"/>
                                      </p:to>
                                    </p:set>
                                    <p:anim calcmode="lin" valueType="num">
                                      <p:cBhvr additive="base">
                                        <p:cTn id="19" dur="500" fill="hold"/>
                                        <p:tgtEl>
                                          <p:spTgt spid="2150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150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8"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3"/>
          <p:cNvSpPr>
            <a:spLocks noGrp="1" noChangeArrowheads="1"/>
          </p:cNvSpPr>
          <p:nvPr>
            <p:ph idx="1"/>
          </p:nvPr>
        </p:nvSpPr>
        <p:spPr>
          <a:xfrm>
            <a:off x="1271059" y="1556703"/>
            <a:ext cx="9751483" cy="4114800"/>
          </a:xfrm>
        </p:spPr>
        <p:txBody>
          <a:bodyPr/>
          <a:lstStyle/>
          <a:p>
            <a:pPr eaLnBrk="1" hangingPunct="1">
              <a:lnSpc>
                <a:spcPct val="150000"/>
              </a:lnSpc>
            </a:pPr>
            <a:r>
              <a:rPr lang="zh-CN" altLang="en-US">
                <a:latin typeface="宋体" panose="02010600030101010101" pitchFamily="2" charset="-122"/>
              </a:rPr>
              <a:t>静态数据水印</a:t>
            </a:r>
            <a:r>
              <a:rPr lang="zh-CN" altLang="en-US"/>
              <a:t> </a:t>
            </a:r>
            <a:endParaRPr lang="zh-CN" altLang="en-US"/>
          </a:p>
          <a:p>
            <a:pPr lvl="1" eaLnBrk="1" hangingPunct="1">
              <a:lnSpc>
                <a:spcPct val="150000"/>
              </a:lnSpc>
            </a:pPr>
            <a:r>
              <a:rPr lang="zh-CN" altLang="en-US">
                <a:latin typeface="宋体" panose="02010600030101010101" pitchFamily="2" charset="-122"/>
              </a:rPr>
              <a:t>例：用一个产生这些数据的子程序来代替这些数据，这样在程序中就找不到该数据的原型，也就无法检测水印</a:t>
            </a:r>
            <a:r>
              <a:rPr lang="zh-CN" altLang="en-US"/>
              <a:t> 。</a:t>
            </a:r>
            <a:endParaRPr lang="zh-CN" altLang="en-US"/>
          </a:p>
        </p:txBody>
      </p:sp>
      <p:sp>
        <p:nvSpPr>
          <p:cNvPr id="2" name="矩形 1"/>
          <p:cNvSpPr/>
          <p:nvPr/>
        </p:nvSpPr>
        <p:spPr>
          <a:xfrm>
            <a:off x="893379" y="249350"/>
            <a:ext cx="9470058" cy="953135"/>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软件数字水印</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静态软件水印</a:t>
            </a:r>
            <a:endParaRPr lang="zh-CN" altLang="en-US" sz="2800" b="1" dirty="0">
              <a:solidFill>
                <a:srgbClr val="023B8C"/>
              </a:solidFill>
              <a:latin typeface="微软雅黑" panose="020B0503020204020204" charset="-122"/>
              <a:ea typeface="微软雅黑" panose="020B0503020204020204" charset="-122"/>
              <a:sym typeface="+mn-ea"/>
            </a:endParaRPr>
          </a:p>
          <a:p>
            <a:pPr algn="l">
              <a:buClrTx/>
              <a:buSzTx/>
              <a:buFontTx/>
            </a:pP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508">
                                            <p:txEl>
                                              <p:pRg st="0" end="0"/>
                                            </p:txEl>
                                          </p:spTgt>
                                        </p:tgtEl>
                                        <p:attrNameLst>
                                          <p:attrName>style.visibility</p:attrName>
                                        </p:attrNameLst>
                                      </p:cBhvr>
                                      <p:to>
                                        <p:strVal val="visible"/>
                                      </p:to>
                                    </p:set>
                                    <p:anim calcmode="lin" valueType="num">
                                      <p:cBhvr additive="base">
                                        <p:cTn id="7" dur="500" fill="hold"/>
                                        <p:tgtEl>
                                          <p:spTgt spid="2150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150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1508">
                                            <p:txEl>
                                              <p:pRg st="1" end="1"/>
                                            </p:txEl>
                                          </p:spTgt>
                                        </p:tgtEl>
                                        <p:attrNameLst>
                                          <p:attrName>style.visibility</p:attrName>
                                        </p:attrNameLst>
                                      </p:cBhvr>
                                      <p:to>
                                        <p:strVal val="visible"/>
                                      </p:to>
                                    </p:set>
                                    <p:anim calcmode="lin" valueType="num">
                                      <p:cBhvr additive="base">
                                        <p:cTn id="13" dur="500" fill="hold"/>
                                        <p:tgtEl>
                                          <p:spTgt spid="2150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1508">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8"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8" name="Picture 5"/>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a:xfrm>
            <a:off x="1657351" y="2948517"/>
            <a:ext cx="8856133" cy="1488016"/>
          </a:xfrm>
          <a:noFill/>
        </p:spPr>
      </p:pic>
      <p:sp>
        <p:nvSpPr>
          <p:cNvPr id="2" name="TextBox 1"/>
          <p:cNvSpPr txBox="1"/>
          <p:nvPr/>
        </p:nvSpPr>
        <p:spPr>
          <a:xfrm>
            <a:off x="2256367" y="1989667"/>
            <a:ext cx="5278967" cy="583565"/>
          </a:xfrm>
          <a:prstGeom prst="rect">
            <a:avLst/>
          </a:prstGeom>
          <a:noFill/>
        </p:spPr>
        <p:txBody>
          <a:bodyPr>
            <a:spAutoFit/>
          </a:bodyPr>
          <a:lstStyle/>
          <a:p>
            <a:pPr>
              <a:defRPr/>
            </a:pPr>
            <a:r>
              <a:rPr lang="zh-CN" altLang="en-US" sz="3200" dirty="0">
                <a:latin typeface="+mn-ea"/>
                <a:ea typeface="+mn-ea"/>
              </a:rPr>
              <a:t>静态数据水印例：</a:t>
            </a:r>
            <a:endParaRPr lang="zh-CN" altLang="en-US" sz="3200" dirty="0">
              <a:latin typeface="+mn-ea"/>
              <a:ea typeface="+mn-ea"/>
            </a:endParaRPr>
          </a:p>
        </p:txBody>
      </p:sp>
      <p:sp>
        <p:nvSpPr>
          <p:cNvPr id="3" name="矩形 2"/>
          <p:cNvSpPr/>
          <p:nvPr/>
        </p:nvSpPr>
        <p:spPr>
          <a:xfrm>
            <a:off x="893379" y="249350"/>
            <a:ext cx="9470058" cy="953135"/>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软件数字水印</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静态软件水印</a:t>
            </a:r>
            <a:endParaRPr lang="zh-CN" altLang="en-US" sz="2800" b="1" dirty="0">
              <a:solidFill>
                <a:srgbClr val="023B8C"/>
              </a:solidFill>
              <a:latin typeface="微软雅黑" panose="020B0503020204020204" charset="-122"/>
              <a:ea typeface="微软雅黑" panose="020B0503020204020204" charset="-122"/>
              <a:sym typeface="+mn-ea"/>
            </a:endParaRPr>
          </a:p>
          <a:p>
            <a:pPr algn="l">
              <a:buClrTx/>
              <a:buSzTx/>
              <a:buFontTx/>
            </a:pP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3"/>
          <p:cNvSpPr>
            <a:spLocks noGrp="1" noChangeArrowheads="1"/>
          </p:cNvSpPr>
          <p:nvPr>
            <p:ph type="body" idx="1"/>
          </p:nvPr>
        </p:nvSpPr>
        <p:spPr>
          <a:xfrm>
            <a:off x="1343449" y="1412558"/>
            <a:ext cx="9751483" cy="4114800"/>
          </a:xfrm>
        </p:spPr>
        <p:txBody>
          <a:bodyPr/>
          <a:lstStyle/>
          <a:p>
            <a:pPr eaLnBrk="1" hangingPunct="1">
              <a:lnSpc>
                <a:spcPct val="150000"/>
              </a:lnSpc>
            </a:pPr>
            <a:r>
              <a:rPr lang="zh-CN" altLang="en-US" dirty="0"/>
              <a:t>静态代码水印</a:t>
            </a:r>
            <a:endParaRPr lang="zh-CN" altLang="en-US" dirty="0"/>
          </a:p>
          <a:p>
            <a:pPr lvl="1" eaLnBrk="1" hangingPunct="1">
              <a:lnSpc>
                <a:spcPct val="150000"/>
              </a:lnSpc>
            </a:pPr>
            <a:r>
              <a:rPr lang="zh-CN" altLang="en-US" dirty="0">
                <a:latin typeface="宋体" panose="02010600030101010101" pitchFamily="2" charset="-122"/>
              </a:rPr>
              <a:t>利用目标代码中包含冗余信息嵌入水印。</a:t>
            </a:r>
            <a:r>
              <a:rPr lang="zh-CN" altLang="en-US" dirty="0"/>
              <a:t> </a:t>
            </a:r>
            <a:endParaRPr lang="zh-CN" altLang="en-US" dirty="0"/>
          </a:p>
          <a:p>
            <a:pPr lvl="1" eaLnBrk="1" hangingPunct="1">
              <a:lnSpc>
                <a:spcPct val="150000"/>
              </a:lnSpc>
            </a:pPr>
            <a:r>
              <a:rPr lang="zh-CN" altLang="en-US" dirty="0">
                <a:latin typeface="宋体" panose="02010600030101010101" pitchFamily="2" charset="-122"/>
              </a:rPr>
              <a:t>比如：通过调整两条无依赖关系指令的顺序可以嵌</a:t>
            </a:r>
            <a:r>
              <a:rPr lang="zh-CN" altLang="en-US" dirty="0"/>
              <a:t>1</a:t>
            </a:r>
            <a:r>
              <a:rPr lang="en-US" altLang="zh-CN" dirty="0"/>
              <a:t>bit</a:t>
            </a:r>
            <a:r>
              <a:rPr lang="zh-CN" altLang="en-US" dirty="0">
                <a:latin typeface="宋体" panose="02010600030101010101" pitchFamily="2" charset="-122"/>
              </a:rPr>
              <a:t>的水印信息。</a:t>
            </a:r>
            <a:endParaRPr lang="en-US" altLang="zh-CN" dirty="0">
              <a:latin typeface="宋体" panose="02010600030101010101" pitchFamily="2" charset="-122"/>
            </a:endParaRPr>
          </a:p>
          <a:p>
            <a:pPr lvl="1" eaLnBrk="1" hangingPunct="1">
              <a:lnSpc>
                <a:spcPct val="150000"/>
              </a:lnSpc>
            </a:pPr>
            <a:r>
              <a:rPr lang="en-US" altLang="zh-CN" dirty="0"/>
              <a:t>IBM</a:t>
            </a:r>
            <a:r>
              <a:rPr lang="zh-CN" altLang="en-US" dirty="0">
                <a:latin typeface="宋体" panose="02010600030101010101" pitchFamily="2" charset="-122"/>
              </a:rPr>
              <a:t>提出了一种把寄存器出入栈的顺序作为水印的方法，同样可以通过排列有</a:t>
            </a:r>
            <a:r>
              <a:rPr lang="en-US" altLang="zh-CN" i="1" dirty="0"/>
              <a:t>m</a:t>
            </a:r>
            <a:r>
              <a:rPr lang="zh-CN" altLang="en-US" dirty="0">
                <a:latin typeface="宋体" panose="02010600030101010101" pitchFamily="2" charset="-122"/>
              </a:rPr>
              <a:t>个分支的</a:t>
            </a:r>
            <a:r>
              <a:rPr lang="en-US" altLang="zh-CN" dirty="0"/>
              <a:t>case</a:t>
            </a:r>
            <a:r>
              <a:rPr lang="zh-CN" altLang="en-US" dirty="0">
                <a:latin typeface="宋体" panose="02010600030101010101" pitchFamily="2" charset="-122"/>
              </a:rPr>
              <a:t>语句的顺序来编码比特信息。</a:t>
            </a:r>
            <a:endParaRPr lang="zh-CN" altLang="en-US" dirty="0">
              <a:latin typeface="宋体" panose="02010600030101010101" pitchFamily="2" charset="-122"/>
            </a:endParaRPr>
          </a:p>
        </p:txBody>
      </p:sp>
      <p:sp>
        <p:nvSpPr>
          <p:cNvPr id="2" name="矩形 1"/>
          <p:cNvSpPr/>
          <p:nvPr/>
        </p:nvSpPr>
        <p:spPr>
          <a:xfrm>
            <a:off x="893379" y="249350"/>
            <a:ext cx="9470058" cy="953135"/>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软件数字水印</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静态软件水印</a:t>
            </a:r>
            <a:endParaRPr lang="zh-CN" altLang="en-US" sz="2800" b="1" dirty="0">
              <a:solidFill>
                <a:srgbClr val="023B8C"/>
              </a:solidFill>
              <a:latin typeface="微软雅黑" panose="020B0503020204020204" charset="-122"/>
              <a:ea typeface="微软雅黑" panose="020B0503020204020204" charset="-122"/>
              <a:sym typeface="+mn-ea"/>
            </a:endParaRPr>
          </a:p>
          <a:p>
            <a:pPr algn="l">
              <a:buClrTx/>
              <a:buSzTx/>
              <a:buFontTx/>
            </a:pP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3556">
                                            <p:txEl>
                                              <p:pRg st="0" end="0"/>
                                            </p:txEl>
                                          </p:spTgt>
                                        </p:tgtEl>
                                        <p:attrNameLst>
                                          <p:attrName>style.visibility</p:attrName>
                                        </p:attrNameLst>
                                      </p:cBhvr>
                                      <p:to>
                                        <p:strVal val="visible"/>
                                      </p:to>
                                    </p:set>
                                    <p:anim calcmode="lin" valueType="num">
                                      <p:cBhvr additive="base">
                                        <p:cTn id="7" dur="500" fill="hold"/>
                                        <p:tgtEl>
                                          <p:spTgt spid="2355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355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3556">
                                            <p:txEl>
                                              <p:pRg st="1" end="1"/>
                                            </p:txEl>
                                          </p:spTgt>
                                        </p:tgtEl>
                                        <p:attrNameLst>
                                          <p:attrName>style.visibility</p:attrName>
                                        </p:attrNameLst>
                                      </p:cBhvr>
                                      <p:to>
                                        <p:strVal val="visible"/>
                                      </p:to>
                                    </p:set>
                                    <p:anim calcmode="lin" valueType="num">
                                      <p:cBhvr additive="base">
                                        <p:cTn id="13" dur="500" fill="hold"/>
                                        <p:tgtEl>
                                          <p:spTgt spid="2355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355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3556">
                                            <p:txEl>
                                              <p:pRg st="2" end="2"/>
                                            </p:txEl>
                                          </p:spTgt>
                                        </p:tgtEl>
                                        <p:attrNameLst>
                                          <p:attrName>style.visibility</p:attrName>
                                        </p:attrNameLst>
                                      </p:cBhvr>
                                      <p:to>
                                        <p:strVal val="visible"/>
                                      </p:to>
                                    </p:set>
                                    <p:anim calcmode="lin" valueType="num">
                                      <p:cBhvr additive="base">
                                        <p:cTn id="19" dur="500" fill="hold"/>
                                        <p:tgtEl>
                                          <p:spTgt spid="2355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3556">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3556">
                                            <p:txEl>
                                              <p:pRg st="3" end="3"/>
                                            </p:txEl>
                                          </p:spTgt>
                                        </p:tgtEl>
                                        <p:attrNameLst>
                                          <p:attrName>style.visibility</p:attrName>
                                        </p:attrNameLst>
                                      </p:cBhvr>
                                      <p:to>
                                        <p:strVal val="visible"/>
                                      </p:to>
                                    </p:set>
                                    <p:anim calcmode="lin" valueType="num">
                                      <p:cBhvr additive="base">
                                        <p:cTn id="23" dur="500" fill="hold"/>
                                        <p:tgtEl>
                                          <p:spTgt spid="23556">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3556">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6"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3"/>
          <p:cNvSpPr>
            <a:spLocks noGrp="1" noChangeArrowheads="1"/>
          </p:cNvSpPr>
          <p:nvPr>
            <p:ph type="body" idx="1"/>
          </p:nvPr>
        </p:nvSpPr>
        <p:spPr>
          <a:xfrm>
            <a:off x="1271059" y="1124268"/>
            <a:ext cx="9751483" cy="4114800"/>
          </a:xfrm>
        </p:spPr>
        <p:txBody>
          <a:bodyPr/>
          <a:lstStyle/>
          <a:p>
            <a:pPr eaLnBrk="1" hangingPunct="1">
              <a:lnSpc>
                <a:spcPct val="150000"/>
              </a:lnSpc>
            </a:pPr>
            <a:r>
              <a:rPr lang="zh-CN" altLang="en-US" dirty="0"/>
              <a:t>静态代码水印</a:t>
            </a:r>
            <a:endParaRPr lang="zh-CN" altLang="en-US" dirty="0"/>
          </a:p>
          <a:p>
            <a:pPr lvl="1" eaLnBrk="1" hangingPunct="1">
              <a:lnSpc>
                <a:spcPct val="150000"/>
              </a:lnSpc>
            </a:pPr>
            <a:endParaRPr lang="en-US" altLang="zh-CN" dirty="0">
              <a:latin typeface="宋体" panose="02010600030101010101" pitchFamily="2" charset="-122"/>
            </a:endParaRPr>
          </a:p>
          <a:p>
            <a:pPr lvl="1" eaLnBrk="1" hangingPunct="1">
              <a:lnSpc>
                <a:spcPct val="150000"/>
              </a:lnSpc>
            </a:pPr>
            <a:endParaRPr lang="en-US" altLang="zh-CN" dirty="0">
              <a:latin typeface="宋体" panose="02010600030101010101" pitchFamily="2" charset="-122"/>
            </a:endParaRPr>
          </a:p>
          <a:p>
            <a:pPr lvl="1" eaLnBrk="1" hangingPunct="1">
              <a:lnSpc>
                <a:spcPct val="150000"/>
              </a:lnSpc>
            </a:pPr>
            <a:endParaRPr lang="en-US" altLang="zh-CN" dirty="0">
              <a:latin typeface="宋体" panose="02010600030101010101" pitchFamily="2" charset="-122"/>
            </a:endParaRPr>
          </a:p>
          <a:p>
            <a:pPr lvl="1" eaLnBrk="1" hangingPunct="1">
              <a:lnSpc>
                <a:spcPct val="150000"/>
              </a:lnSpc>
            </a:pPr>
            <a:endParaRPr lang="en-US" altLang="zh-CN" dirty="0">
              <a:latin typeface="宋体" panose="02010600030101010101" pitchFamily="2" charset="-122"/>
            </a:endParaRPr>
          </a:p>
          <a:p>
            <a:pPr lvl="1" eaLnBrk="1" hangingPunct="1">
              <a:lnSpc>
                <a:spcPct val="150000"/>
              </a:lnSpc>
            </a:pPr>
            <a:endParaRPr lang="zh-CN" altLang="en-US" dirty="0">
              <a:latin typeface="宋体" panose="02010600030101010101" pitchFamily="2" charset="-122"/>
            </a:endParaRPr>
          </a:p>
          <a:p>
            <a:pPr lvl="1" eaLnBrk="1" hangingPunct="1">
              <a:lnSpc>
                <a:spcPct val="150000"/>
              </a:lnSpc>
            </a:pPr>
            <a:endParaRPr lang="zh-CN" altLang="en-US" dirty="0">
              <a:latin typeface="宋体" panose="02010600030101010101" pitchFamily="2" charset="-122"/>
            </a:endParaRPr>
          </a:p>
          <a:p>
            <a:pPr lvl="1" eaLnBrk="1" hangingPunct="1">
              <a:lnSpc>
                <a:spcPct val="150000"/>
              </a:lnSpc>
            </a:pPr>
            <a:r>
              <a:rPr lang="zh-CN" altLang="en-US" dirty="0">
                <a:latin typeface="宋体" panose="02010600030101010101" pitchFamily="2" charset="-122"/>
              </a:rPr>
              <a:t>经不起一些简单的攻击，如调整指令的顺序。</a:t>
            </a:r>
            <a:endParaRPr lang="zh-CN" altLang="en-US" dirty="0"/>
          </a:p>
        </p:txBody>
      </p:sp>
      <p:sp>
        <p:nvSpPr>
          <p:cNvPr id="2" name="文本框 1"/>
          <p:cNvSpPr txBox="1"/>
          <p:nvPr/>
        </p:nvSpPr>
        <p:spPr>
          <a:xfrm>
            <a:off x="2207895" y="1772920"/>
            <a:ext cx="4275455" cy="2886075"/>
          </a:xfrm>
          <a:prstGeom prst="rect">
            <a:avLst/>
          </a:prstGeom>
          <a:noFill/>
        </p:spPr>
        <p:txBody>
          <a:bodyPr wrap="square" rtlCol="0">
            <a:noAutofit/>
          </a:bodyPr>
          <a:lstStyle/>
          <a:p>
            <a:pPr lvl="1" eaLnBrk="1" hangingPunct="1">
              <a:lnSpc>
                <a:spcPct val="150000"/>
              </a:lnSpc>
            </a:pPr>
            <a:r>
              <a:rPr lang="en-US" altLang="zh-CN" sz="1865" dirty="0">
                <a:latin typeface="+mn-lt"/>
              </a:rPr>
              <a:t>switch(i%10){</a:t>
            </a:r>
            <a:endParaRPr lang="en-US" altLang="zh-CN" sz="1865" dirty="0">
              <a:latin typeface="+mn-lt"/>
            </a:endParaRPr>
          </a:p>
          <a:p>
            <a:pPr lvl="1" eaLnBrk="1" hangingPunct="1">
              <a:lnSpc>
                <a:spcPct val="150000"/>
              </a:lnSpc>
            </a:pPr>
            <a:r>
              <a:rPr lang="en-US" altLang="zh-CN" sz="1865" dirty="0">
                <a:latin typeface="+mn-lt"/>
              </a:rPr>
              <a:t>   case 0://do something</a:t>
            </a:r>
            <a:endParaRPr lang="en-US" altLang="zh-CN" sz="1865" dirty="0">
              <a:latin typeface="+mn-lt"/>
            </a:endParaRPr>
          </a:p>
          <a:p>
            <a:pPr lvl="1" eaLnBrk="1" hangingPunct="1">
              <a:lnSpc>
                <a:spcPct val="150000"/>
              </a:lnSpc>
            </a:pPr>
            <a:r>
              <a:rPr lang="en-US" altLang="zh-CN" sz="1865" dirty="0">
                <a:latin typeface="+mn-lt"/>
              </a:rPr>
              <a:t>          break;</a:t>
            </a:r>
            <a:endParaRPr lang="en-US" altLang="zh-CN" sz="1865" dirty="0">
              <a:latin typeface="+mn-lt"/>
            </a:endParaRPr>
          </a:p>
          <a:p>
            <a:pPr lvl="1" eaLnBrk="1" hangingPunct="1">
              <a:lnSpc>
                <a:spcPct val="150000"/>
              </a:lnSpc>
            </a:pPr>
            <a:r>
              <a:rPr lang="en-US" altLang="zh-CN" sz="1865" dirty="0">
                <a:latin typeface="+mn-lt"/>
              </a:rPr>
              <a:t>   case 1://do something</a:t>
            </a:r>
            <a:endParaRPr lang="en-US" altLang="zh-CN" sz="1865" dirty="0">
              <a:latin typeface="+mn-lt"/>
            </a:endParaRPr>
          </a:p>
          <a:p>
            <a:pPr lvl="1" eaLnBrk="1" hangingPunct="1">
              <a:lnSpc>
                <a:spcPct val="150000"/>
              </a:lnSpc>
            </a:pPr>
            <a:r>
              <a:rPr lang="en-US" altLang="zh-CN" sz="1865" dirty="0">
                <a:latin typeface="+mn-lt"/>
              </a:rPr>
              <a:t>          break;</a:t>
            </a:r>
            <a:endParaRPr lang="en-US" altLang="zh-CN" sz="1865" dirty="0">
              <a:latin typeface="+mn-lt"/>
            </a:endParaRPr>
          </a:p>
          <a:p>
            <a:pPr lvl="1" eaLnBrk="1" hangingPunct="1">
              <a:lnSpc>
                <a:spcPct val="150000"/>
              </a:lnSpc>
            </a:pPr>
            <a:r>
              <a:rPr lang="en-US" altLang="zh-CN" sz="1865" dirty="0">
                <a:latin typeface="+mn-lt"/>
              </a:rPr>
              <a:t>    …..</a:t>
            </a:r>
            <a:endParaRPr lang="en-US" altLang="zh-CN" sz="1865" dirty="0">
              <a:latin typeface="+mn-lt"/>
            </a:endParaRPr>
          </a:p>
          <a:p>
            <a:pPr lvl="1" eaLnBrk="1" hangingPunct="1">
              <a:lnSpc>
                <a:spcPct val="150000"/>
              </a:lnSpc>
            </a:pPr>
            <a:r>
              <a:rPr lang="en-US" altLang="zh-CN" sz="1865" dirty="0">
                <a:latin typeface="+mn-lt"/>
              </a:rPr>
              <a:t>   case 9://do something </a:t>
            </a:r>
            <a:endParaRPr lang="en-US" altLang="zh-CN" sz="1865" dirty="0">
              <a:latin typeface="+mn-lt"/>
            </a:endParaRPr>
          </a:p>
          <a:p>
            <a:pPr lvl="1" eaLnBrk="1" hangingPunct="1">
              <a:lnSpc>
                <a:spcPct val="150000"/>
              </a:lnSpc>
            </a:pPr>
            <a:r>
              <a:rPr lang="en-US" altLang="zh-CN" sz="1865" dirty="0">
                <a:latin typeface="+mn-lt"/>
              </a:rPr>
              <a:t>};</a:t>
            </a:r>
            <a:endParaRPr lang="en-US" altLang="zh-CN" sz="1865" dirty="0">
              <a:latin typeface="+mn-lt"/>
            </a:endParaRPr>
          </a:p>
          <a:p>
            <a:pPr lvl="1" eaLnBrk="1" hangingPunct="1">
              <a:lnSpc>
                <a:spcPct val="150000"/>
              </a:lnSpc>
            </a:pPr>
            <a:r>
              <a:rPr lang="en-US" altLang="zh-CN" sz="1865" dirty="0">
                <a:latin typeface="+mn-lt"/>
              </a:rPr>
              <a:t>//(0,1,2…..9)</a:t>
            </a:r>
            <a:endParaRPr lang="en-US" altLang="zh-CN" sz="1865" dirty="0">
              <a:latin typeface="+mn-lt"/>
            </a:endParaRPr>
          </a:p>
        </p:txBody>
      </p:sp>
      <p:sp>
        <p:nvSpPr>
          <p:cNvPr id="8" name="文本框 7"/>
          <p:cNvSpPr txBox="1"/>
          <p:nvPr/>
        </p:nvSpPr>
        <p:spPr>
          <a:xfrm>
            <a:off x="6024483" y="1700437"/>
            <a:ext cx="4032448" cy="3975100"/>
          </a:xfrm>
          <a:prstGeom prst="rect">
            <a:avLst/>
          </a:prstGeom>
          <a:noFill/>
        </p:spPr>
        <p:txBody>
          <a:bodyPr wrap="square" rtlCol="0">
            <a:spAutoFit/>
          </a:bodyPr>
          <a:lstStyle/>
          <a:p>
            <a:pPr lvl="1" eaLnBrk="1" hangingPunct="1">
              <a:lnSpc>
                <a:spcPct val="150000"/>
              </a:lnSpc>
            </a:pPr>
            <a:r>
              <a:rPr lang="en-US" altLang="zh-CN" sz="1865" dirty="0">
                <a:latin typeface="+mn-lt"/>
              </a:rPr>
              <a:t>switch(i%10){</a:t>
            </a:r>
            <a:endParaRPr lang="en-US" altLang="zh-CN" sz="1865" dirty="0">
              <a:latin typeface="+mn-lt"/>
            </a:endParaRPr>
          </a:p>
          <a:p>
            <a:pPr lvl="1" eaLnBrk="1" hangingPunct="1">
              <a:lnSpc>
                <a:spcPct val="150000"/>
              </a:lnSpc>
            </a:pPr>
            <a:r>
              <a:rPr lang="en-US" altLang="zh-CN" sz="1865" dirty="0">
                <a:latin typeface="+mn-lt"/>
              </a:rPr>
              <a:t>   case 8://do something</a:t>
            </a:r>
            <a:endParaRPr lang="en-US" altLang="zh-CN" sz="1865" dirty="0">
              <a:latin typeface="+mn-lt"/>
            </a:endParaRPr>
          </a:p>
          <a:p>
            <a:pPr lvl="1" eaLnBrk="1" hangingPunct="1">
              <a:lnSpc>
                <a:spcPct val="150000"/>
              </a:lnSpc>
            </a:pPr>
            <a:r>
              <a:rPr lang="en-US" altLang="zh-CN" sz="1865" dirty="0">
                <a:latin typeface="+mn-lt"/>
              </a:rPr>
              <a:t>          break;</a:t>
            </a:r>
            <a:endParaRPr lang="en-US" altLang="zh-CN" sz="1865" dirty="0">
              <a:latin typeface="+mn-lt"/>
            </a:endParaRPr>
          </a:p>
          <a:p>
            <a:pPr lvl="1" eaLnBrk="1" hangingPunct="1">
              <a:lnSpc>
                <a:spcPct val="150000"/>
              </a:lnSpc>
            </a:pPr>
            <a:r>
              <a:rPr lang="en-US" altLang="zh-CN" sz="1865" dirty="0">
                <a:latin typeface="+mn-lt"/>
              </a:rPr>
              <a:t>   case 1://do something</a:t>
            </a:r>
            <a:endParaRPr lang="en-US" altLang="zh-CN" sz="1865" dirty="0">
              <a:latin typeface="+mn-lt"/>
            </a:endParaRPr>
          </a:p>
          <a:p>
            <a:pPr lvl="1" eaLnBrk="1" hangingPunct="1">
              <a:lnSpc>
                <a:spcPct val="150000"/>
              </a:lnSpc>
            </a:pPr>
            <a:r>
              <a:rPr lang="en-US" altLang="zh-CN" sz="1865" dirty="0">
                <a:latin typeface="+mn-lt"/>
              </a:rPr>
              <a:t>          break;</a:t>
            </a:r>
            <a:endParaRPr lang="en-US" altLang="zh-CN" sz="1865" dirty="0">
              <a:latin typeface="+mn-lt"/>
            </a:endParaRPr>
          </a:p>
          <a:p>
            <a:pPr lvl="1" eaLnBrk="1" hangingPunct="1">
              <a:lnSpc>
                <a:spcPct val="150000"/>
              </a:lnSpc>
            </a:pPr>
            <a:r>
              <a:rPr lang="en-US" altLang="zh-CN" sz="1865" dirty="0">
                <a:latin typeface="+mn-lt"/>
              </a:rPr>
              <a:t>    …..</a:t>
            </a:r>
            <a:endParaRPr lang="en-US" altLang="zh-CN" sz="1865" dirty="0">
              <a:latin typeface="+mn-lt"/>
            </a:endParaRPr>
          </a:p>
          <a:p>
            <a:pPr lvl="1" eaLnBrk="1" hangingPunct="1">
              <a:lnSpc>
                <a:spcPct val="150000"/>
              </a:lnSpc>
            </a:pPr>
            <a:r>
              <a:rPr lang="en-US" altLang="zh-CN" sz="1865" dirty="0">
                <a:latin typeface="+mn-lt"/>
              </a:rPr>
              <a:t>   case 6://do something </a:t>
            </a:r>
            <a:endParaRPr lang="en-US" altLang="zh-CN" sz="1865" dirty="0">
              <a:latin typeface="+mn-lt"/>
            </a:endParaRPr>
          </a:p>
          <a:p>
            <a:pPr lvl="1" eaLnBrk="1" hangingPunct="1">
              <a:lnSpc>
                <a:spcPct val="150000"/>
              </a:lnSpc>
            </a:pPr>
            <a:r>
              <a:rPr lang="en-US" altLang="zh-CN" sz="1865" dirty="0">
                <a:latin typeface="+mn-lt"/>
              </a:rPr>
              <a:t>};</a:t>
            </a:r>
            <a:endParaRPr lang="en-US" altLang="zh-CN" sz="1865" dirty="0">
              <a:latin typeface="+mn-lt"/>
            </a:endParaRPr>
          </a:p>
          <a:p>
            <a:pPr lvl="1" eaLnBrk="1" hangingPunct="1">
              <a:lnSpc>
                <a:spcPct val="150000"/>
              </a:lnSpc>
            </a:pPr>
            <a:r>
              <a:rPr lang="en-US" altLang="zh-CN" sz="1865" dirty="0">
                <a:latin typeface="+mn-lt"/>
              </a:rPr>
              <a:t>//(8,1,2…..6)</a:t>
            </a:r>
            <a:endParaRPr lang="en-US" altLang="zh-CN" sz="1865" dirty="0">
              <a:latin typeface="+mn-lt"/>
            </a:endParaRPr>
          </a:p>
        </p:txBody>
      </p:sp>
      <p:sp>
        <p:nvSpPr>
          <p:cNvPr id="3" name="矩形 2"/>
          <p:cNvSpPr/>
          <p:nvPr/>
        </p:nvSpPr>
        <p:spPr>
          <a:xfrm>
            <a:off x="893379" y="249350"/>
            <a:ext cx="9470058" cy="953135"/>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软件数字水印</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静态软件水印</a:t>
            </a:r>
            <a:endParaRPr lang="zh-CN" altLang="en-US" sz="2800" b="1" dirty="0">
              <a:solidFill>
                <a:srgbClr val="023B8C"/>
              </a:solidFill>
              <a:latin typeface="微软雅黑" panose="020B0503020204020204" charset="-122"/>
              <a:ea typeface="微软雅黑" panose="020B0503020204020204" charset="-122"/>
              <a:sym typeface="+mn-ea"/>
            </a:endParaRPr>
          </a:p>
          <a:p>
            <a:pPr algn="l">
              <a:buClrTx/>
              <a:buSzTx/>
              <a:buFontTx/>
            </a:pP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4" name="平行四边形 3"/>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3556">
                                            <p:txEl>
                                              <p:pRg st="0" end="0"/>
                                            </p:txEl>
                                          </p:spTgt>
                                        </p:tgtEl>
                                        <p:attrNameLst>
                                          <p:attrName>style.visibility</p:attrName>
                                        </p:attrNameLst>
                                      </p:cBhvr>
                                      <p:to>
                                        <p:strVal val="visible"/>
                                      </p:to>
                                    </p:set>
                                    <p:anim calcmode="lin" valueType="num">
                                      <p:cBhvr additive="base">
                                        <p:cTn id="7" dur="500" fill="hold"/>
                                        <p:tgtEl>
                                          <p:spTgt spid="2355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355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1000"/>
                                        <p:tgtEl>
                                          <p:spTgt spid="2"/>
                                        </p:tgtEl>
                                      </p:cBhvr>
                                    </p:animEffect>
                                    <p:anim calcmode="lin" valueType="num">
                                      <p:cBhvr>
                                        <p:cTn id="14" dur="1000" fill="hold"/>
                                        <p:tgtEl>
                                          <p:spTgt spid="2"/>
                                        </p:tgtEl>
                                        <p:attrNameLst>
                                          <p:attrName>ppt_x</p:attrName>
                                        </p:attrNameLst>
                                      </p:cBhvr>
                                      <p:tavLst>
                                        <p:tav tm="0">
                                          <p:val>
                                            <p:strVal val="#ppt_x"/>
                                          </p:val>
                                        </p:tav>
                                        <p:tav tm="100000">
                                          <p:val>
                                            <p:strVal val="#ppt_x"/>
                                          </p:val>
                                        </p:tav>
                                      </p:tavLst>
                                    </p:anim>
                                    <p:anim calcmode="lin" valueType="num">
                                      <p:cBhvr>
                                        <p:cTn id="15"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1000"/>
                                        <p:tgtEl>
                                          <p:spTgt spid="8"/>
                                        </p:tgtEl>
                                      </p:cBhvr>
                                    </p:animEffect>
                                    <p:anim calcmode="lin" valueType="num">
                                      <p:cBhvr>
                                        <p:cTn id="21" dur="1000" fill="hold"/>
                                        <p:tgtEl>
                                          <p:spTgt spid="8"/>
                                        </p:tgtEl>
                                        <p:attrNameLst>
                                          <p:attrName>ppt_x</p:attrName>
                                        </p:attrNameLst>
                                      </p:cBhvr>
                                      <p:tavLst>
                                        <p:tav tm="0">
                                          <p:val>
                                            <p:strVal val="#ppt_x"/>
                                          </p:val>
                                        </p:tav>
                                        <p:tav tm="100000">
                                          <p:val>
                                            <p:strVal val="#ppt_x"/>
                                          </p:val>
                                        </p:tav>
                                      </p:tavLst>
                                    </p:anim>
                                    <p:anim calcmode="lin" valueType="num">
                                      <p:cBhvr>
                                        <p:cTn id="22"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23556">
                                            <p:txEl>
                                              <p:pRg st="7" end="7"/>
                                            </p:txEl>
                                          </p:spTgt>
                                        </p:tgtEl>
                                        <p:attrNameLst>
                                          <p:attrName>style.visibility</p:attrName>
                                        </p:attrNameLst>
                                      </p:cBhvr>
                                      <p:to>
                                        <p:strVal val="visible"/>
                                      </p:to>
                                    </p:set>
                                    <p:anim calcmode="lin" valueType="num">
                                      <p:cBhvr additive="base">
                                        <p:cTn id="27" dur="500" fill="hold"/>
                                        <p:tgtEl>
                                          <p:spTgt spid="23556">
                                            <p:txEl>
                                              <p:pRg st="7" end="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3556">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6" grpId="0" uiExpand="1" build="p"/>
      <p:bldP spid="2" grpId="0"/>
      <p:bldP spid="8"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idx="1"/>
          </p:nvPr>
        </p:nvSpPr>
        <p:spPr>
          <a:xfrm>
            <a:off x="1826684" y="1628458"/>
            <a:ext cx="9751483" cy="4114800"/>
          </a:xfrm>
        </p:spPr>
        <p:txBody>
          <a:bodyPr/>
          <a:lstStyle/>
          <a:p>
            <a:pPr eaLnBrk="1" hangingPunct="1">
              <a:lnSpc>
                <a:spcPct val="90000"/>
              </a:lnSpc>
            </a:pPr>
            <a:r>
              <a:rPr lang="zh-CN" altLang="en-US"/>
              <a:t>静态代码水印特点</a:t>
            </a:r>
            <a:endParaRPr lang="zh-CN" altLang="en-US"/>
          </a:p>
          <a:p>
            <a:pPr lvl="1">
              <a:spcAft>
                <a:spcPct val="30000"/>
              </a:spcAft>
              <a:buFontTx/>
              <a:buChar char="•"/>
            </a:pPr>
            <a:r>
              <a:rPr lang="zh-CN" altLang="en-US"/>
              <a:t>水印嵌入软件代码 </a:t>
            </a:r>
            <a:endParaRPr lang="en-US" altLang="zh-CN"/>
          </a:p>
          <a:p>
            <a:pPr lvl="1">
              <a:spcAft>
                <a:spcPct val="30000"/>
              </a:spcAft>
              <a:buFontTx/>
              <a:buChar char="•"/>
            </a:pPr>
            <a:r>
              <a:rPr lang="zh-CN" altLang="en-US"/>
              <a:t>抗分析性能强于静态数据软件水印</a:t>
            </a:r>
            <a:endParaRPr lang="en-US" altLang="zh-CN"/>
          </a:p>
          <a:p>
            <a:pPr eaLnBrk="1" hangingPunct="1">
              <a:lnSpc>
                <a:spcPct val="90000"/>
              </a:lnSpc>
            </a:pPr>
            <a:r>
              <a:rPr lang="zh-CN" altLang="en-US"/>
              <a:t>静态代码水印嵌入位置</a:t>
            </a:r>
            <a:endParaRPr lang="zh-CN" altLang="en-US"/>
          </a:p>
          <a:p>
            <a:pPr lvl="1">
              <a:spcAft>
                <a:spcPct val="30000"/>
              </a:spcAft>
              <a:buFontTx/>
              <a:buChar char="•"/>
            </a:pPr>
            <a:r>
              <a:rPr lang="zh-CN" altLang="en-US"/>
              <a:t>中间代码</a:t>
            </a:r>
            <a:endParaRPr lang="zh-CN" altLang="en-US"/>
          </a:p>
          <a:p>
            <a:pPr lvl="1">
              <a:spcAft>
                <a:spcPct val="30000"/>
              </a:spcAft>
              <a:buFontTx/>
              <a:buChar char="•"/>
            </a:pPr>
            <a:r>
              <a:rPr lang="zh-CN" altLang="en-US"/>
              <a:t>源代码</a:t>
            </a:r>
            <a:endParaRPr lang="zh-CN" altLang="en-US"/>
          </a:p>
        </p:txBody>
      </p:sp>
      <p:sp>
        <p:nvSpPr>
          <p:cNvPr id="2" name="矩形 1"/>
          <p:cNvSpPr/>
          <p:nvPr/>
        </p:nvSpPr>
        <p:spPr>
          <a:xfrm>
            <a:off x="893379" y="249350"/>
            <a:ext cx="9470058" cy="953135"/>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软件数字水印</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静态软件水印</a:t>
            </a:r>
            <a:endParaRPr lang="zh-CN" altLang="en-US" sz="2800" b="1" dirty="0">
              <a:solidFill>
                <a:srgbClr val="023B8C"/>
              </a:solidFill>
              <a:latin typeface="微软雅黑" panose="020B0503020204020204" charset="-122"/>
              <a:ea typeface="微软雅黑" panose="020B0503020204020204" charset="-122"/>
              <a:sym typeface="+mn-ea"/>
            </a:endParaRPr>
          </a:p>
          <a:p>
            <a:pPr algn="l">
              <a:buClrTx/>
              <a:buSzTx/>
              <a:buFontTx/>
            </a:pP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anim calcmode="lin" valueType="num">
                                      <p:cBhvr additive="base">
                                        <p:cTn id="7" dur="500" fill="hold"/>
                                        <p:tgtEl>
                                          <p:spTgt spid="2457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579">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4579">
                                            <p:txEl>
                                              <p:pRg st="1" end="1"/>
                                            </p:txEl>
                                          </p:spTgt>
                                        </p:tgtEl>
                                        <p:attrNameLst>
                                          <p:attrName>style.visibility</p:attrName>
                                        </p:attrNameLst>
                                      </p:cBhvr>
                                      <p:to>
                                        <p:strVal val="visible"/>
                                      </p:to>
                                    </p:set>
                                    <p:anim calcmode="lin" valueType="num">
                                      <p:cBhvr additive="base">
                                        <p:cTn id="11" dur="500" fill="hold"/>
                                        <p:tgtEl>
                                          <p:spTgt spid="24579">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4579">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4579">
                                            <p:txEl>
                                              <p:pRg st="2" end="2"/>
                                            </p:txEl>
                                          </p:spTgt>
                                        </p:tgtEl>
                                        <p:attrNameLst>
                                          <p:attrName>style.visibility</p:attrName>
                                        </p:attrNameLst>
                                      </p:cBhvr>
                                      <p:to>
                                        <p:strVal val="visible"/>
                                      </p:to>
                                    </p:set>
                                    <p:anim calcmode="lin" valueType="num">
                                      <p:cBhvr additive="base">
                                        <p:cTn id="15" dur="500" fill="hold"/>
                                        <p:tgtEl>
                                          <p:spTgt spid="24579">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457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4579">
                                            <p:txEl>
                                              <p:pRg st="3" end="3"/>
                                            </p:txEl>
                                          </p:spTgt>
                                        </p:tgtEl>
                                        <p:attrNameLst>
                                          <p:attrName>style.visibility</p:attrName>
                                        </p:attrNameLst>
                                      </p:cBhvr>
                                      <p:to>
                                        <p:strVal val="visible"/>
                                      </p:to>
                                    </p:set>
                                    <p:anim calcmode="lin" valueType="num">
                                      <p:cBhvr additive="base">
                                        <p:cTn id="21" dur="500" fill="hold"/>
                                        <p:tgtEl>
                                          <p:spTgt spid="24579">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4579">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24579">
                                            <p:txEl>
                                              <p:pRg st="4" end="4"/>
                                            </p:txEl>
                                          </p:spTgt>
                                        </p:tgtEl>
                                        <p:attrNameLst>
                                          <p:attrName>style.visibility</p:attrName>
                                        </p:attrNameLst>
                                      </p:cBhvr>
                                      <p:to>
                                        <p:strVal val="visible"/>
                                      </p:to>
                                    </p:set>
                                    <p:anim calcmode="lin" valueType="num">
                                      <p:cBhvr additive="base">
                                        <p:cTn id="25" dur="500" fill="hold"/>
                                        <p:tgtEl>
                                          <p:spTgt spid="24579">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4579">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24579">
                                            <p:txEl>
                                              <p:pRg st="5" end="5"/>
                                            </p:txEl>
                                          </p:spTgt>
                                        </p:tgtEl>
                                        <p:attrNameLst>
                                          <p:attrName>style.visibility</p:attrName>
                                        </p:attrNameLst>
                                      </p:cBhvr>
                                      <p:to>
                                        <p:strVal val="visible"/>
                                      </p:to>
                                    </p:set>
                                    <p:anim calcmode="lin" valueType="num">
                                      <p:cBhvr additive="base">
                                        <p:cTn id="29" dur="500" fill="hold"/>
                                        <p:tgtEl>
                                          <p:spTgt spid="24579">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4579">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Content Placeholder 2"/>
          <p:cNvSpPr>
            <a:spLocks noGrp="1"/>
          </p:cNvSpPr>
          <p:nvPr>
            <p:ph idx="1"/>
          </p:nvPr>
        </p:nvSpPr>
        <p:spPr>
          <a:xfrm>
            <a:off x="1826049" y="1484313"/>
            <a:ext cx="9751483" cy="4114800"/>
          </a:xfrm>
        </p:spPr>
        <p:txBody>
          <a:bodyPr/>
          <a:lstStyle/>
          <a:p>
            <a:r>
              <a:rPr lang="zh-CN" altLang="en-US"/>
              <a:t>例：中间代码软件水印</a:t>
            </a:r>
            <a:endParaRPr lang="en-US" altLang="zh-CN"/>
          </a:p>
          <a:p>
            <a:r>
              <a:rPr lang="zh-CN" altLang="en-US"/>
              <a:t>嵌入水印</a:t>
            </a:r>
            <a:endParaRPr lang="en-US" altLang="zh-CN"/>
          </a:p>
          <a:p>
            <a:pPr lvl="1"/>
            <a:r>
              <a:rPr lang="zh-CN" altLang="en-US"/>
              <a:t>程序中设计不会执行的“死流程”（</a:t>
            </a:r>
            <a:r>
              <a:rPr lang="en-US" altLang="zh-CN"/>
              <a:t>dummy procedure</a:t>
            </a:r>
            <a:r>
              <a:rPr lang="zh-CN" altLang="en-US"/>
              <a:t>）</a:t>
            </a:r>
            <a:endParaRPr lang="en-US" altLang="zh-CN"/>
          </a:p>
          <a:p>
            <a:pPr lvl="1"/>
            <a:r>
              <a:rPr lang="zh-CN" altLang="en-US"/>
              <a:t>用合法语句填充死流程</a:t>
            </a:r>
            <a:endParaRPr lang="en-US" altLang="zh-CN"/>
          </a:p>
          <a:p>
            <a:pPr lvl="1"/>
            <a:r>
              <a:rPr lang="zh-CN" altLang="en-US"/>
              <a:t>编译源代码</a:t>
            </a:r>
            <a:endParaRPr lang="en-US" altLang="zh-CN"/>
          </a:p>
          <a:p>
            <a:pPr lvl="1"/>
            <a:r>
              <a:rPr lang="zh-CN" altLang="en-US"/>
              <a:t>用水印替换死流程对应的中间代码</a:t>
            </a:r>
            <a:endParaRPr lang="en-US" altLang="zh-CN"/>
          </a:p>
          <a:p>
            <a:r>
              <a:rPr lang="zh-CN" altLang="en-US"/>
              <a:t>提取水印</a:t>
            </a:r>
            <a:endParaRPr lang="en-US" altLang="zh-CN"/>
          </a:p>
          <a:p>
            <a:pPr lvl="1"/>
            <a:r>
              <a:rPr lang="zh-CN" altLang="en-US"/>
              <a:t>找到死流程对应位置，提取水印</a:t>
            </a:r>
            <a:endParaRPr lang="zh-CN" altLang="en-US"/>
          </a:p>
        </p:txBody>
      </p:sp>
      <p:sp>
        <p:nvSpPr>
          <p:cNvPr id="2" name="矩形 1"/>
          <p:cNvSpPr/>
          <p:nvPr/>
        </p:nvSpPr>
        <p:spPr>
          <a:xfrm>
            <a:off x="893379" y="249350"/>
            <a:ext cx="9470058" cy="953135"/>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软件数字水印</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静态软件水印</a:t>
            </a:r>
            <a:endParaRPr lang="zh-CN" altLang="en-US" sz="2800" b="1" dirty="0">
              <a:solidFill>
                <a:srgbClr val="023B8C"/>
              </a:solidFill>
              <a:latin typeface="微软雅黑" panose="020B0503020204020204" charset="-122"/>
              <a:ea typeface="微软雅黑" panose="020B0503020204020204" charset="-122"/>
              <a:sym typeface="+mn-ea"/>
            </a:endParaRPr>
          </a:p>
          <a:p>
            <a:pPr algn="l">
              <a:buClrTx/>
              <a:buSzTx/>
              <a:buFontTx/>
            </a:pP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anim calcmode="lin" valueType="num">
                                      <p:cBhvr additive="base">
                                        <p:cTn id="7" dur="500" fill="hold"/>
                                        <p:tgtEl>
                                          <p:spTgt spid="2560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560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5603">
                                            <p:txEl>
                                              <p:pRg st="1" end="1"/>
                                            </p:txEl>
                                          </p:spTgt>
                                        </p:tgtEl>
                                        <p:attrNameLst>
                                          <p:attrName>style.visibility</p:attrName>
                                        </p:attrNameLst>
                                      </p:cBhvr>
                                      <p:to>
                                        <p:strVal val="visible"/>
                                      </p:to>
                                    </p:set>
                                    <p:anim calcmode="lin" valueType="num">
                                      <p:cBhvr additive="base">
                                        <p:cTn id="13" dur="500" fill="hold"/>
                                        <p:tgtEl>
                                          <p:spTgt spid="2560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560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5603">
                                            <p:txEl>
                                              <p:pRg st="2" end="2"/>
                                            </p:txEl>
                                          </p:spTgt>
                                        </p:tgtEl>
                                        <p:attrNameLst>
                                          <p:attrName>style.visibility</p:attrName>
                                        </p:attrNameLst>
                                      </p:cBhvr>
                                      <p:to>
                                        <p:strVal val="visible"/>
                                      </p:to>
                                    </p:set>
                                    <p:anim calcmode="lin" valueType="num">
                                      <p:cBhvr additive="base">
                                        <p:cTn id="19" dur="500" fill="hold"/>
                                        <p:tgtEl>
                                          <p:spTgt spid="2560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560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5603">
                                            <p:txEl>
                                              <p:pRg st="3" end="3"/>
                                            </p:txEl>
                                          </p:spTgt>
                                        </p:tgtEl>
                                        <p:attrNameLst>
                                          <p:attrName>style.visibility</p:attrName>
                                        </p:attrNameLst>
                                      </p:cBhvr>
                                      <p:to>
                                        <p:strVal val="visible"/>
                                      </p:to>
                                    </p:set>
                                    <p:anim calcmode="lin" valueType="num">
                                      <p:cBhvr additive="base">
                                        <p:cTn id="25" dur="500" fill="hold"/>
                                        <p:tgtEl>
                                          <p:spTgt spid="2560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560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5603">
                                            <p:txEl>
                                              <p:pRg st="4" end="4"/>
                                            </p:txEl>
                                          </p:spTgt>
                                        </p:tgtEl>
                                        <p:attrNameLst>
                                          <p:attrName>style.visibility</p:attrName>
                                        </p:attrNameLst>
                                      </p:cBhvr>
                                      <p:to>
                                        <p:strVal val="visible"/>
                                      </p:to>
                                    </p:set>
                                    <p:anim calcmode="lin" valueType="num">
                                      <p:cBhvr additive="base">
                                        <p:cTn id="31" dur="500" fill="hold"/>
                                        <p:tgtEl>
                                          <p:spTgt spid="2560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560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5603">
                                            <p:txEl>
                                              <p:pRg st="5" end="5"/>
                                            </p:txEl>
                                          </p:spTgt>
                                        </p:tgtEl>
                                        <p:attrNameLst>
                                          <p:attrName>style.visibility</p:attrName>
                                        </p:attrNameLst>
                                      </p:cBhvr>
                                      <p:to>
                                        <p:strVal val="visible"/>
                                      </p:to>
                                    </p:set>
                                    <p:anim calcmode="lin" valueType="num">
                                      <p:cBhvr additive="base">
                                        <p:cTn id="37" dur="500" fill="hold"/>
                                        <p:tgtEl>
                                          <p:spTgt spid="2560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560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5603">
                                            <p:txEl>
                                              <p:pRg st="6" end="6"/>
                                            </p:txEl>
                                          </p:spTgt>
                                        </p:tgtEl>
                                        <p:attrNameLst>
                                          <p:attrName>style.visibility</p:attrName>
                                        </p:attrNameLst>
                                      </p:cBhvr>
                                      <p:to>
                                        <p:strVal val="visible"/>
                                      </p:to>
                                    </p:set>
                                    <p:anim calcmode="lin" valueType="num">
                                      <p:cBhvr additive="base">
                                        <p:cTn id="43" dur="500" fill="hold"/>
                                        <p:tgtEl>
                                          <p:spTgt spid="2560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560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5603">
                                            <p:txEl>
                                              <p:pRg st="7" end="7"/>
                                            </p:txEl>
                                          </p:spTgt>
                                        </p:tgtEl>
                                        <p:attrNameLst>
                                          <p:attrName>style.visibility</p:attrName>
                                        </p:attrNameLst>
                                      </p:cBhvr>
                                      <p:to>
                                        <p:strVal val="visible"/>
                                      </p:to>
                                    </p:set>
                                    <p:anim calcmode="lin" valueType="num">
                                      <p:cBhvr additive="base">
                                        <p:cTn id="49" dur="500" fill="hold"/>
                                        <p:tgtEl>
                                          <p:spTgt spid="2560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560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Content Placeholder 2"/>
          <p:cNvSpPr>
            <a:spLocks noGrp="1"/>
          </p:cNvSpPr>
          <p:nvPr>
            <p:ph idx="1"/>
          </p:nvPr>
        </p:nvSpPr>
        <p:spPr/>
        <p:txBody>
          <a:bodyPr/>
          <a:lstStyle/>
          <a:p>
            <a:r>
              <a:rPr lang="zh-CN" altLang="en-US"/>
              <a:t>例：中间代码软件水印</a:t>
            </a:r>
            <a:endParaRPr lang="en-US" altLang="zh-CN"/>
          </a:p>
          <a:p>
            <a:r>
              <a:rPr lang="zh-CN" altLang="en-US"/>
              <a:t>死流程示例：</a:t>
            </a:r>
            <a:endParaRPr lang="zh-CN" altLang="en-US"/>
          </a:p>
        </p:txBody>
      </p:sp>
      <p:sp>
        <p:nvSpPr>
          <p:cNvPr id="6" name="Rectangle 14"/>
          <p:cNvSpPr txBox="1">
            <a:spLocks noChangeArrowheads="1"/>
          </p:cNvSpPr>
          <p:nvPr/>
        </p:nvSpPr>
        <p:spPr bwMode="auto">
          <a:xfrm>
            <a:off x="1845733" y="2611967"/>
            <a:ext cx="6631517" cy="5905500"/>
          </a:xfrm>
          <a:prstGeom prst="rect">
            <a:avLst/>
          </a:prstGeom>
          <a:noFill/>
          <a:ln w="9525">
            <a:noFill/>
            <a:miter lim="800000"/>
          </a:ln>
        </p:spPr>
        <p:txBody>
          <a:bodyPr/>
          <a:lstStyle/>
          <a:p>
            <a:pPr marL="342900" indent="-342900" eaLnBrk="0" hangingPunct="0">
              <a:spcBef>
                <a:spcPct val="20000"/>
              </a:spcBef>
              <a:buClr>
                <a:schemeClr val="tx2"/>
              </a:buClr>
              <a:buSzPct val="70000"/>
              <a:buFont typeface="Wingdings" panose="05000000000000000000" pitchFamily="2" charset="2"/>
              <a:buNone/>
              <a:defRPr/>
            </a:pPr>
            <a:r>
              <a:rPr lang="en-US" altLang="zh-CN" sz="100" kern="0" dirty="0">
                <a:latin typeface="+mn-lt"/>
              </a:rPr>
              <a:t>Switch(2*n+1) //</a:t>
            </a:r>
            <a:r>
              <a:rPr lang="zh-CN" altLang="en-US" sz="100" kern="0" dirty="0">
                <a:latin typeface="+mn-lt"/>
              </a:rPr>
              <a:t>将原来的</a:t>
            </a:r>
            <a:r>
              <a:rPr lang="en-US" altLang="zh-CN" sz="100" kern="0" dirty="0">
                <a:latin typeface="+mn-lt"/>
              </a:rPr>
              <a:t>n</a:t>
            </a:r>
            <a:r>
              <a:rPr lang="zh-CN" altLang="en-US" sz="100" kern="0" dirty="0">
                <a:latin typeface="+mn-lt"/>
              </a:rPr>
              <a:t>扩展出条件式</a:t>
            </a:r>
            <a:endParaRPr lang="zh-CN" altLang="en-US" sz="100" kern="0" dirty="0">
              <a:latin typeface="+mn-lt"/>
            </a:endParaRPr>
          </a:p>
          <a:p>
            <a:pPr marL="342900" indent="-342900" eaLnBrk="0" hangingPunct="0">
              <a:spcBef>
                <a:spcPct val="20000"/>
              </a:spcBef>
              <a:buClr>
                <a:schemeClr val="tx2"/>
              </a:buClr>
              <a:buSzPct val="70000"/>
              <a:buFont typeface="Wingdings" panose="05000000000000000000" pitchFamily="2" charset="2"/>
              <a:buNone/>
              <a:defRPr/>
            </a:pPr>
            <a:r>
              <a:rPr lang="en-US" altLang="zh-CN" sz="100" kern="0" dirty="0">
                <a:latin typeface="+mn-lt"/>
              </a:rPr>
              <a:t>{</a:t>
            </a:r>
            <a:endParaRPr lang="en-US" altLang="zh-CN" sz="100" kern="0" dirty="0">
              <a:latin typeface="+mn-lt"/>
            </a:endParaRPr>
          </a:p>
          <a:p>
            <a:pPr marL="342900" indent="-342900" eaLnBrk="0" hangingPunct="0">
              <a:spcBef>
                <a:spcPct val="20000"/>
              </a:spcBef>
              <a:buClr>
                <a:schemeClr val="tx2"/>
              </a:buClr>
              <a:buSzPct val="70000"/>
              <a:buFont typeface="Wingdings" panose="05000000000000000000" pitchFamily="2" charset="2"/>
              <a:buNone/>
              <a:defRPr/>
            </a:pPr>
            <a:r>
              <a:rPr lang="en-US" altLang="zh-CN" sz="100" kern="0" dirty="0">
                <a:latin typeface="+mn-lt"/>
              </a:rPr>
              <a:t> case 0: v = ‘C’;</a:t>
            </a:r>
            <a:endParaRPr lang="en-US" altLang="zh-CN" sz="100" kern="0" dirty="0">
              <a:latin typeface="+mn-lt"/>
            </a:endParaRPr>
          </a:p>
          <a:p>
            <a:pPr marL="342900" indent="-342900" eaLnBrk="0" hangingPunct="0">
              <a:spcBef>
                <a:spcPct val="20000"/>
              </a:spcBef>
              <a:buClr>
                <a:schemeClr val="tx2"/>
              </a:buClr>
              <a:buSzPct val="70000"/>
              <a:buFont typeface="Wingdings" panose="05000000000000000000" pitchFamily="2" charset="2"/>
              <a:buNone/>
              <a:defRPr/>
            </a:pPr>
            <a:r>
              <a:rPr lang="en-US" altLang="zh-CN" sz="100" kern="0" dirty="0">
                <a:latin typeface="+mn-lt"/>
              </a:rPr>
              <a:t>       break;</a:t>
            </a:r>
            <a:endParaRPr lang="en-US" altLang="zh-CN" sz="100" kern="0" dirty="0">
              <a:latin typeface="+mn-lt"/>
            </a:endParaRPr>
          </a:p>
          <a:p>
            <a:pPr marL="342900" indent="-342900" eaLnBrk="0" hangingPunct="0">
              <a:spcBef>
                <a:spcPct val="20000"/>
              </a:spcBef>
              <a:buClr>
                <a:schemeClr val="tx2"/>
              </a:buClr>
              <a:buSzPct val="70000"/>
              <a:buFont typeface="Wingdings" panose="05000000000000000000" pitchFamily="2" charset="2"/>
              <a:buNone/>
              <a:defRPr/>
            </a:pPr>
            <a:r>
              <a:rPr lang="en-US" altLang="zh-CN" sz="100" kern="0" dirty="0">
                <a:latin typeface="+mn-lt"/>
              </a:rPr>
              <a:t> case 1: //</a:t>
            </a:r>
            <a:r>
              <a:rPr lang="zh-CN" altLang="en-US" sz="100" kern="0" dirty="0">
                <a:latin typeface="+mn-lt"/>
              </a:rPr>
              <a:t>一些正常的执行指令</a:t>
            </a:r>
            <a:endParaRPr lang="zh-CN" altLang="en-US" sz="100" kern="0" dirty="0">
              <a:latin typeface="+mn-lt"/>
            </a:endParaRPr>
          </a:p>
          <a:p>
            <a:pPr marL="342900" indent="-342900" eaLnBrk="0" hangingPunct="0">
              <a:spcBef>
                <a:spcPct val="20000"/>
              </a:spcBef>
              <a:buClr>
                <a:schemeClr val="tx2"/>
              </a:buClr>
              <a:buSzPct val="70000"/>
              <a:buFont typeface="Wingdings" panose="05000000000000000000" pitchFamily="2" charset="2"/>
              <a:buNone/>
              <a:defRPr/>
            </a:pPr>
            <a:r>
              <a:rPr lang="zh-CN" altLang="en-US" sz="100" kern="0" dirty="0">
                <a:latin typeface="+mn-lt"/>
              </a:rPr>
              <a:t>       </a:t>
            </a:r>
            <a:r>
              <a:rPr lang="en-US" altLang="zh-CN" sz="100" kern="0" dirty="0">
                <a:latin typeface="+mn-lt"/>
              </a:rPr>
              <a:t>break;</a:t>
            </a:r>
            <a:endParaRPr lang="en-US" altLang="zh-CN" sz="100" kern="0" dirty="0">
              <a:latin typeface="+mn-lt"/>
            </a:endParaRPr>
          </a:p>
          <a:p>
            <a:pPr marL="342900" indent="-342900" eaLnBrk="0" hangingPunct="0">
              <a:spcBef>
                <a:spcPct val="20000"/>
              </a:spcBef>
              <a:buClr>
                <a:schemeClr val="tx2"/>
              </a:buClr>
              <a:buSzPct val="70000"/>
              <a:buFont typeface="Wingdings" panose="05000000000000000000" pitchFamily="2" charset="2"/>
              <a:buNone/>
              <a:defRPr/>
            </a:pPr>
            <a:r>
              <a:rPr lang="en-US" altLang="zh-CN" sz="100" kern="0" dirty="0">
                <a:latin typeface="+mn-lt"/>
              </a:rPr>
              <a:t> case 2: v = ‘o’;</a:t>
            </a:r>
            <a:endParaRPr lang="en-US" altLang="zh-CN" sz="100" kern="0" dirty="0">
              <a:latin typeface="+mn-lt"/>
            </a:endParaRPr>
          </a:p>
          <a:p>
            <a:pPr marL="342900" indent="-342900" eaLnBrk="0" hangingPunct="0">
              <a:spcBef>
                <a:spcPct val="20000"/>
              </a:spcBef>
              <a:buClr>
                <a:schemeClr val="tx2"/>
              </a:buClr>
              <a:buSzPct val="70000"/>
              <a:buFont typeface="Wingdings" panose="05000000000000000000" pitchFamily="2" charset="2"/>
              <a:buNone/>
              <a:defRPr/>
            </a:pPr>
            <a:r>
              <a:rPr lang="en-US" altLang="zh-CN" sz="100" kern="0" dirty="0">
                <a:latin typeface="+mn-lt"/>
              </a:rPr>
              <a:t>       break;</a:t>
            </a:r>
            <a:endParaRPr lang="en-US" altLang="zh-CN" sz="100" kern="0" dirty="0">
              <a:latin typeface="+mn-lt"/>
            </a:endParaRPr>
          </a:p>
          <a:p>
            <a:pPr marL="342900" indent="-342900" eaLnBrk="0" hangingPunct="0">
              <a:spcBef>
                <a:spcPct val="20000"/>
              </a:spcBef>
              <a:buClr>
                <a:schemeClr val="tx2"/>
              </a:buClr>
              <a:buSzPct val="70000"/>
              <a:buFont typeface="Wingdings" panose="05000000000000000000" pitchFamily="2" charset="2"/>
              <a:buNone/>
              <a:defRPr/>
            </a:pPr>
            <a:r>
              <a:rPr lang="en-US" altLang="zh-CN" sz="100" kern="0" dirty="0">
                <a:latin typeface="+mn-lt"/>
              </a:rPr>
              <a:t> case 3: //</a:t>
            </a:r>
            <a:r>
              <a:rPr lang="zh-CN" altLang="en-US" sz="100" kern="0" dirty="0">
                <a:latin typeface="+mn-lt"/>
              </a:rPr>
              <a:t>正常指令</a:t>
            </a:r>
            <a:endParaRPr lang="zh-CN" altLang="en-US" sz="100" kern="0" dirty="0">
              <a:latin typeface="+mn-lt"/>
            </a:endParaRPr>
          </a:p>
          <a:p>
            <a:pPr marL="342900" indent="-342900" eaLnBrk="0" hangingPunct="0">
              <a:spcBef>
                <a:spcPct val="20000"/>
              </a:spcBef>
              <a:buClr>
                <a:schemeClr val="tx2"/>
              </a:buClr>
              <a:buSzPct val="70000"/>
              <a:buFont typeface="Wingdings" panose="05000000000000000000" pitchFamily="2" charset="2"/>
              <a:buNone/>
              <a:defRPr/>
            </a:pPr>
            <a:r>
              <a:rPr lang="zh-CN" altLang="en-US" sz="100" kern="0" dirty="0">
                <a:latin typeface="+mn-lt"/>
              </a:rPr>
              <a:t>       </a:t>
            </a:r>
            <a:r>
              <a:rPr lang="en-US" altLang="zh-CN" sz="100" kern="0" dirty="0">
                <a:latin typeface="+mn-lt"/>
              </a:rPr>
              <a:t>break;</a:t>
            </a:r>
            <a:endParaRPr lang="en-US" altLang="zh-CN" sz="100" kern="0" dirty="0">
              <a:latin typeface="+mn-lt"/>
            </a:endParaRPr>
          </a:p>
          <a:p>
            <a:pPr marL="342900" indent="-342900" eaLnBrk="0" hangingPunct="0">
              <a:spcBef>
                <a:spcPct val="20000"/>
              </a:spcBef>
              <a:buClr>
                <a:schemeClr val="tx2"/>
              </a:buClr>
              <a:buSzPct val="70000"/>
              <a:buFont typeface="Wingdings" panose="05000000000000000000" pitchFamily="2" charset="2"/>
              <a:buNone/>
              <a:defRPr/>
            </a:pPr>
            <a:r>
              <a:rPr lang="en-US" altLang="zh-CN" sz="100" kern="0" dirty="0">
                <a:latin typeface="+mn-lt"/>
              </a:rPr>
              <a:t> case 4: v = ‘p’;    …</a:t>
            </a:r>
            <a:endParaRPr lang="en-US" altLang="zh-CN" sz="100" kern="0" dirty="0">
              <a:latin typeface="+mn-lt"/>
            </a:endParaRPr>
          </a:p>
          <a:p>
            <a:pPr marL="342900" indent="-342900" eaLnBrk="0" hangingPunct="0">
              <a:spcBef>
                <a:spcPct val="20000"/>
              </a:spcBef>
              <a:buClr>
                <a:schemeClr val="tx2"/>
              </a:buClr>
              <a:buSzPct val="70000"/>
              <a:buFont typeface="Wingdings" panose="05000000000000000000" pitchFamily="2" charset="2"/>
              <a:buNone/>
              <a:defRPr/>
            </a:pPr>
            <a:r>
              <a:rPr lang="en-US" altLang="zh-CN" sz="100" kern="0" dirty="0">
                <a:latin typeface="+mn-lt"/>
              </a:rPr>
              <a:t>}</a:t>
            </a:r>
            <a:endParaRPr lang="zh-CN" altLang="en-US" sz="100" kern="0" dirty="0">
              <a:latin typeface="+mn-lt"/>
            </a:endParaRPr>
          </a:p>
        </p:txBody>
      </p:sp>
      <p:sp>
        <p:nvSpPr>
          <p:cNvPr id="2" name="矩形 1"/>
          <p:cNvSpPr/>
          <p:nvPr/>
        </p:nvSpPr>
        <p:spPr>
          <a:xfrm>
            <a:off x="893379" y="249350"/>
            <a:ext cx="9470058" cy="953135"/>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软件数字水印</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静态软件水印</a:t>
            </a:r>
            <a:endParaRPr lang="zh-CN" altLang="en-US" sz="2800" b="1" dirty="0">
              <a:solidFill>
                <a:srgbClr val="023B8C"/>
              </a:solidFill>
              <a:latin typeface="微软雅黑" panose="020B0503020204020204" charset="-122"/>
              <a:ea typeface="微软雅黑" panose="020B0503020204020204" charset="-122"/>
              <a:sym typeface="+mn-ea"/>
            </a:endParaRPr>
          </a:p>
          <a:p>
            <a:pPr algn="l">
              <a:buClrTx/>
              <a:buSzTx/>
              <a:buFontTx/>
            </a:pP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anim calcmode="lin" valueType="num">
                                      <p:cBhvr additive="base">
                                        <p:cTn id="7" dur="500" fill="hold"/>
                                        <p:tgtEl>
                                          <p:spTgt spid="2662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662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6627">
                                            <p:txEl>
                                              <p:pRg st="1" end="1"/>
                                            </p:txEl>
                                          </p:spTgt>
                                        </p:tgtEl>
                                        <p:attrNameLst>
                                          <p:attrName>style.visibility</p:attrName>
                                        </p:attrNameLst>
                                      </p:cBhvr>
                                      <p:to>
                                        <p:strVal val="visible"/>
                                      </p:to>
                                    </p:set>
                                    <p:anim calcmode="lin" valueType="num">
                                      <p:cBhvr additive="base">
                                        <p:cTn id="13" dur="500" fill="hold"/>
                                        <p:tgtEl>
                                          <p:spTgt spid="2662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662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build="p"/>
      <p:bldP spid="6"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Content Placeholder 2"/>
          <p:cNvSpPr>
            <a:spLocks noGrp="1"/>
          </p:cNvSpPr>
          <p:nvPr>
            <p:ph idx="1"/>
          </p:nvPr>
        </p:nvSpPr>
        <p:spPr>
          <a:xfrm>
            <a:off x="911014" y="692997"/>
            <a:ext cx="9751483" cy="6134100"/>
          </a:xfrm>
        </p:spPr>
        <p:txBody>
          <a:bodyPr/>
          <a:lstStyle/>
          <a:p>
            <a:r>
              <a:rPr lang="zh-CN" altLang="en-US"/>
              <a:t>例：中间代码软件水印</a:t>
            </a:r>
            <a:endParaRPr lang="en-US" altLang="zh-CN"/>
          </a:p>
          <a:p>
            <a:r>
              <a:rPr lang="zh-CN" altLang="en-US"/>
              <a:t>死流程示例：</a:t>
            </a:r>
            <a:endParaRPr lang="zh-CN" altLang="en-US"/>
          </a:p>
        </p:txBody>
      </p:sp>
      <p:sp>
        <p:nvSpPr>
          <p:cNvPr id="5" name="Rectangle 3"/>
          <p:cNvSpPr txBox="1">
            <a:spLocks noChangeArrowheads="1"/>
          </p:cNvSpPr>
          <p:nvPr/>
        </p:nvSpPr>
        <p:spPr bwMode="auto">
          <a:xfrm>
            <a:off x="3647440" y="1124585"/>
            <a:ext cx="5099050" cy="4334510"/>
          </a:xfrm>
          <a:prstGeom prst="rect">
            <a:avLst/>
          </a:prstGeom>
          <a:noFill/>
          <a:ln w="9525">
            <a:noFill/>
            <a:miter lim="800000"/>
          </a:ln>
        </p:spPr>
        <p:txBody>
          <a:bodyPr/>
          <a:lstStyle/>
          <a:p>
            <a:pPr marL="342900" indent="-342900" eaLnBrk="0" hangingPunct="0">
              <a:spcBef>
                <a:spcPct val="20000"/>
              </a:spcBef>
              <a:buClr>
                <a:schemeClr val="tx2"/>
              </a:buClr>
              <a:buSzPct val="70000"/>
              <a:buFont typeface="Wingdings" panose="05000000000000000000" pitchFamily="2" charset="2"/>
              <a:buNone/>
              <a:defRPr/>
            </a:pPr>
            <a:r>
              <a:rPr lang="en-US" altLang="zh-CN" sz="2665" kern="0" dirty="0">
                <a:latin typeface="+mn-lt"/>
              </a:rPr>
              <a:t>//</a:t>
            </a:r>
            <a:r>
              <a:rPr lang="zh-CN" altLang="en-US" sz="2665" kern="0" dirty="0">
                <a:latin typeface="+mn-lt"/>
              </a:rPr>
              <a:t>利用永假式来构造不会执行到的死流程</a:t>
            </a:r>
            <a:endParaRPr lang="zh-CN" altLang="en-US" sz="2665" kern="0" dirty="0">
              <a:latin typeface="+mn-lt"/>
            </a:endParaRPr>
          </a:p>
          <a:p>
            <a:pPr marL="342900" indent="-342900" eaLnBrk="0" hangingPunct="0">
              <a:spcBef>
                <a:spcPct val="20000"/>
              </a:spcBef>
              <a:buClr>
                <a:schemeClr val="tx2"/>
              </a:buClr>
              <a:buSzPct val="70000"/>
              <a:buFont typeface="Wingdings" panose="05000000000000000000" pitchFamily="2" charset="2"/>
              <a:buNone/>
              <a:defRPr/>
            </a:pPr>
            <a:r>
              <a:rPr lang="en-US" altLang="zh-CN" sz="2665" kern="0" dirty="0">
                <a:latin typeface="+mn-lt"/>
              </a:rPr>
              <a:t>if ((7*n*n+1)%7)</a:t>
            </a:r>
            <a:endParaRPr lang="en-US" altLang="zh-CN" sz="2665" kern="0" dirty="0">
              <a:latin typeface="+mn-lt"/>
            </a:endParaRPr>
          </a:p>
          <a:p>
            <a:pPr marL="342900" indent="-342900" eaLnBrk="0" hangingPunct="0">
              <a:spcBef>
                <a:spcPct val="20000"/>
              </a:spcBef>
              <a:buClr>
                <a:schemeClr val="tx2"/>
              </a:buClr>
              <a:buSzPct val="70000"/>
              <a:buFont typeface="Wingdings" panose="05000000000000000000" pitchFamily="2" charset="2"/>
              <a:buNone/>
              <a:defRPr/>
            </a:pPr>
            <a:r>
              <a:rPr lang="en-US" altLang="zh-CN" sz="2665" kern="0" dirty="0">
                <a:latin typeface="+mn-lt"/>
              </a:rPr>
              <a:t>{</a:t>
            </a:r>
            <a:endParaRPr lang="en-US" altLang="zh-CN" sz="2665" kern="0" dirty="0">
              <a:latin typeface="+mn-lt"/>
            </a:endParaRPr>
          </a:p>
          <a:p>
            <a:pPr marL="342900" indent="-342900" eaLnBrk="0" hangingPunct="0">
              <a:spcBef>
                <a:spcPct val="20000"/>
              </a:spcBef>
              <a:buClr>
                <a:schemeClr val="tx2"/>
              </a:buClr>
              <a:buSzPct val="70000"/>
              <a:buFont typeface="Wingdings" panose="05000000000000000000" pitchFamily="2" charset="2"/>
              <a:buNone/>
              <a:defRPr/>
            </a:pPr>
            <a:r>
              <a:rPr lang="en-US" altLang="zh-CN" sz="2665" kern="0" dirty="0">
                <a:latin typeface="+mn-lt"/>
              </a:rPr>
              <a:t>  //</a:t>
            </a:r>
            <a:r>
              <a:rPr lang="zh-CN" altLang="en-US" sz="2665" kern="0" dirty="0">
                <a:latin typeface="+mn-lt"/>
              </a:rPr>
              <a:t>一些正常的执行指令</a:t>
            </a:r>
            <a:endParaRPr lang="zh-CN" altLang="en-US" sz="2665" kern="0" dirty="0">
              <a:latin typeface="+mn-lt"/>
            </a:endParaRPr>
          </a:p>
          <a:p>
            <a:pPr marL="342900" indent="-342900" eaLnBrk="0" hangingPunct="0">
              <a:spcBef>
                <a:spcPct val="20000"/>
              </a:spcBef>
              <a:buClr>
                <a:schemeClr val="tx2"/>
              </a:buClr>
              <a:buSzPct val="70000"/>
              <a:buFont typeface="Wingdings" panose="05000000000000000000" pitchFamily="2" charset="2"/>
              <a:buNone/>
              <a:defRPr/>
            </a:pPr>
            <a:r>
              <a:rPr lang="en-US" altLang="zh-CN" sz="2665" kern="0" dirty="0">
                <a:latin typeface="+mn-lt"/>
              </a:rPr>
              <a:t>}</a:t>
            </a:r>
            <a:endParaRPr lang="en-US" altLang="zh-CN" sz="2665" kern="0" dirty="0">
              <a:latin typeface="+mn-lt"/>
            </a:endParaRPr>
          </a:p>
          <a:p>
            <a:pPr marL="342900" indent="-342900" eaLnBrk="0" hangingPunct="0">
              <a:spcBef>
                <a:spcPct val="20000"/>
              </a:spcBef>
              <a:buClr>
                <a:schemeClr val="tx2"/>
              </a:buClr>
              <a:buSzPct val="70000"/>
              <a:buFont typeface="Wingdings" panose="05000000000000000000" pitchFamily="2" charset="2"/>
              <a:buNone/>
              <a:defRPr/>
            </a:pPr>
            <a:r>
              <a:rPr lang="en-US" altLang="zh-CN" sz="2665" kern="0" dirty="0">
                <a:latin typeface="+mn-lt"/>
              </a:rPr>
              <a:t>else</a:t>
            </a:r>
            <a:endParaRPr lang="en-US" altLang="zh-CN" sz="2665" kern="0" dirty="0">
              <a:latin typeface="+mn-lt"/>
            </a:endParaRPr>
          </a:p>
          <a:p>
            <a:pPr marL="342900" indent="-342900" eaLnBrk="0" hangingPunct="0">
              <a:spcBef>
                <a:spcPct val="20000"/>
              </a:spcBef>
              <a:buClr>
                <a:schemeClr val="tx2"/>
              </a:buClr>
              <a:buSzPct val="70000"/>
              <a:buFont typeface="Wingdings" panose="05000000000000000000" pitchFamily="2" charset="2"/>
              <a:buNone/>
              <a:defRPr/>
            </a:pPr>
            <a:r>
              <a:rPr lang="en-US" altLang="zh-CN" sz="2665" kern="0" dirty="0">
                <a:latin typeface="+mn-lt"/>
              </a:rPr>
              <a:t>{</a:t>
            </a:r>
            <a:endParaRPr lang="en-US" altLang="zh-CN" sz="2665" kern="0" dirty="0">
              <a:latin typeface="+mn-lt"/>
            </a:endParaRPr>
          </a:p>
          <a:p>
            <a:pPr marL="342900" indent="-342900" eaLnBrk="0" hangingPunct="0">
              <a:spcBef>
                <a:spcPct val="20000"/>
              </a:spcBef>
              <a:buClr>
                <a:schemeClr val="tx2"/>
              </a:buClr>
              <a:buSzPct val="70000"/>
              <a:buFont typeface="Wingdings" panose="05000000000000000000" pitchFamily="2" charset="2"/>
              <a:buNone/>
              <a:defRPr/>
            </a:pPr>
            <a:r>
              <a:rPr lang="en-US" altLang="zh-CN" sz="2665" kern="0" dirty="0">
                <a:latin typeface="+mn-lt"/>
              </a:rPr>
              <a:t>  char v[]=”copy”;</a:t>
            </a:r>
            <a:endParaRPr lang="en-US" altLang="zh-CN" sz="2665" kern="0" dirty="0">
              <a:latin typeface="+mn-lt"/>
            </a:endParaRPr>
          </a:p>
          <a:p>
            <a:pPr marL="342900" indent="-342900" eaLnBrk="0" hangingPunct="0">
              <a:spcBef>
                <a:spcPct val="20000"/>
              </a:spcBef>
              <a:buClr>
                <a:schemeClr val="tx2"/>
              </a:buClr>
              <a:buSzPct val="70000"/>
              <a:buFont typeface="Wingdings" panose="05000000000000000000" pitchFamily="2" charset="2"/>
              <a:buNone/>
              <a:defRPr/>
            </a:pPr>
            <a:r>
              <a:rPr lang="en-US" altLang="zh-CN" sz="2665" kern="0" dirty="0">
                <a:latin typeface="+mn-lt"/>
              </a:rPr>
              <a:t>  char k1 = ‘r’;</a:t>
            </a:r>
            <a:endParaRPr lang="en-US" altLang="zh-CN" sz="2665" kern="0" dirty="0">
              <a:latin typeface="+mn-lt"/>
            </a:endParaRPr>
          </a:p>
          <a:p>
            <a:pPr marL="342900" indent="-342900" eaLnBrk="0" hangingPunct="0">
              <a:spcBef>
                <a:spcPct val="20000"/>
              </a:spcBef>
              <a:buClr>
                <a:schemeClr val="tx2"/>
              </a:buClr>
              <a:buSzPct val="70000"/>
              <a:buFont typeface="Wingdings" panose="05000000000000000000" pitchFamily="2" charset="2"/>
              <a:buNone/>
              <a:defRPr/>
            </a:pPr>
            <a:r>
              <a:rPr lang="en-US" altLang="zh-CN" sz="2665" kern="0" dirty="0">
                <a:latin typeface="+mn-lt"/>
              </a:rPr>
              <a:t>  …</a:t>
            </a:r>
            <a:endParaRPr lang="en-US" altLang="zh-CN" sz="2665" kern="0" dirty="0">
              <a:latin typeface="+mn-lt"/>
            </a:endParaRPr>
          </a:p>
          <a:p>
            <a:pPr marL="342900" indent="-342900" eaLnBrk="0" hangingPunct="0">
              <a:spcBef>
                <a:spcPct val="20000"/>
              </a:spcBef>
              <a:buClr>
                <a:schemeClr val="tx2"/>
              </a:buClr>
              <a:buSzPct val="70000"/>
              <a:buFont typeface="Wingdings" panose="05000000000000000000" pitchFamily="2" charset="2"/>
              <a:buNone/>
              <a:defRPr/>
            </a:pPr>
            <a:r>
              <a:rPr lang="en-US" altLang="zh-CN" sz="2665" kern="0" dirty="0">
                <a:latin typeface="+mn-lt"/>
              </a:rPr>
              <a:t>}</a:t>
            </a:r>
            <a:endParaRPr lang="zh-CN" altLang="en-US" sz="2665" kern="0" dirty="0">
              <a:latin typeface="+mn-lt"/>
            </a:endParaRPr>
          </a:p>
        </p:txBody>
      </p:sp>
      <p:sp>
        <p:nvSpPr>
          <p:cNvPr id="2" name="矩形 1"/>
          <p:cNvSpPr/>
          <p:nvPr/>
        </p:nvSpPr>
        <p:spPr>
          <a:xfrm>
            <a:off x="893379" y="249350"/>
            <a:ext cx="9470058" cy="953135"/>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软件数字水印</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静态软件水印</a:t>
            </a:r>
            <a:endParaRPr lang="zh-CN" altLang="en-US" sz="2800" b="1" dirty="0">
              <a:solidFill>
                <a:srgbClr val="023B8C"/>
              </a:solidFill>
              <a:latin typeface="微软雅黑" panose="020B0503020204020204" charset="-122"/>
              <a:ea typeface="微软雅黑" panose="020B0503020204020204" charset="-122"/>
              <a:sym typeface="+mn-ea"/>
            </a:endParaRPr>
          </a:p>
          <a:p>
            <a:pPr algn="l">
              <a:buClrTx/>
              <a:buSzTx/>
              <a:buFontTx/>
            </a:pP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anim calcmode="lin" valueType="num">
                                      <p:cBhvr additive="base">
                                        <p:cTn id="7" dur="500" fill="hold"/>
                                        <p:tgtEl>
                                          <p:spTgt spid="2765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65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7651">
                                            <p:txEl>
                                              <p:pRg st="1" end="1"/>
                                            </p:txEl>
                                          </p:spTgt>
                                        </p:tgtEl>
                                        <p:attrNameLst>
                                          <p:attrName>style.visibility</p:attrName>
                                        </p:attrNameLst>
                                      </p:cBhvr>
                                      <p:to>
                                        <p:strVal val="visible"/>
                                      </p:to>
                                    </p:set>
                                    <p:anim calcmode="lin" valueType="num">
                                      <p:cBhvr additive="base">
                                        <p:cTn id="13" dur="500" fill="hold"/>
                                        <p:tgtEl>
                                          <p:spTgt spid="2765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765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p:bldP spid="5"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Content Placeholder 2"/>
          <p:cNvSpPr>
            <a:spLocks noGrp="1"/>
          </p:cNvSpPr>
          <p:nvPr>
            <p:ph idx="1"/>
          </p:nvPr>
        </p:nvSpPr>
        <p:spPr>
          <a:xfrm>
            <a:off x="1631104" y="1052619"/>
            <a:ext cx="9751483" cy="5943600"/>
          </a:xfrm>
        </p:spPr>
        <p:txBody>
          <a:bodyPr/>
          <a:lstStyle/>
          <a:p>
            <a:r>
              <a:rPr lang="zh-CN" altLang="en-US"/>
              <a:t>例：中间代码软件水印</a:t>
            </a:r>
            <a:endParaRPr lang="en-US" altLang="zh-CN"/>
          </a:p>
          <a:p>
            <a:r>
              <a:rPr lang="zh-CN" altLang="en-US"/>
              <a:t>水印示例：</a:t>
            </a:r>
            <a:endParaRPr lang="en-US" altLang="zh-CN"/>
          </a:p>
        </p:txBody>
      </p:sp>
      <p:graphicFrame>
        <p:nvGraphicFramePr>
          <p:cNvPr id="5" name="Table 4"/>
          <p:cNvGraphicFramePr>
            <a:graphicFrameLocks noGrp="1"/>
          </p:cNvGraphicFramePr>
          <p:nvPr/>
        </p:nvGraphicFramePr>
        <p:xfrm>
          <a:off x="2120900" y="2319655"/>
          <a:ext cx="8128000" cy="2473325"/>
        </p:xfrm>
        <a:graphic>
          <a:graphicData uri="http://schemas.openxmlformats.org/drawingml/2006/table">
            <a:tbl>
              <a:tblPr firstRow="1" bandRow="1">
                <a:tableStyleId>{5C22544A-7EE6-4342-B048-85BDC9FD1C3A}</a:tableStyleId>
              </a:tblPr>
              <a:tblGrid>
                <a:gridCol w="2032000"/>
                <a:gridCol w="2032000"/>
                <a:gridCol w="2032000"/>
                <a:gridCol w="2032000"/>
              </a:tblGrid>
              <a:tr h="494665">
                <a:tc>
                  <a:txBody>
                    <a:bodyPr/>
                    <a:lstStyle/>
                    <a:p>
                      <a:r>
                        <a:rPr lang="zh-CN" altLang="en-US" sz="2400" dirty="0"/>
                        <a:t>指令</a:t>
                      </a:r>
                      <a:endParaRPr lang="zh-CN" altLang="en-US" sz="2400" dirty="0"/>
                    </a:p>
                  </a:txBody>
                  <a:tcPr marL="121920" marR="121920" marT="60960" marB="60960"/>
                </a:tc>
                <a:tc>
                  <a:txBody>
                    <a:bodyPr/>
                    <a:lstStyle/>
                    <a:p>
                      <a:r>
                        <a:rPr lang="zh-CN" altLang="en-US" sz="2400" dirty="0"/>
                        <a:t>编码</a:t>
                      </a:r>
                      <a:endParaRPr lang="zh-CN" altLang="en-US" sz="2400" dirty="0"/>
                    </a:p>
                  </a:txBody>
                  <a:tcPr marL="121920" marR="121920" marT="60960" marB="60960"/>
                </a:tc>
                <a:tc>
                  <a:txBody>
                    <a:bodyPr/>
                    <a:lstStyle/>
                    <a:p>
                      <a:r>
                        <a:rPr lang="zh-CN" altLang="en-US" sz="2400" dirty="0"/>
                        <a:t>指令</a:t>
                      </a:r>
                      <a:endParaRPr lang="zh-CN" altLang="en-US" sz="2400" dirty="0"/>
                    </a:p>
                  </a:txBody>
                  <a:tcPr marL="121920" marR="121920" marT="60960" marB="60960"/>
                </a:tc>
                <a:tc>
                  <a:txBody>
                    <a:bodyPr/>
                    <a:lstStyle/>
                    <a:p>
                      <a:r>
                        <a:rPr lang="zh-CN" altLang="en-US" sz="2400" dirty="0"/>
                        <a:t>编码</a:t>
                      </a:r>
                      <a:endParaRPr lang="zh-CN" altLang="en-US" sz="2400" dirty="0"/>
                    </a:p>
                  </a:txBody>
                  <a:tcPr marL="121920" marR="121920" marT="60960" marB="60960"/>
                </a:tc>
              </a:tr>
              <a:tr h="494665">
                <a:tc>
                  <a:txBody>
                    <a:bodyPr/>
                    <a:lstStyle/>
                    <a:p>
                      <a:r>
                        <a:rPr lang="en-US" altLang="zh-CN" sz="2400" dirty="0" err="1"/>
                        <a:t>iadd</a:t>
                      </a:r>
                      <a:endParaRPr lang="zh-CN" altLang="en-US" sz="2400" dirty="0"/>
                    </a:p>
                  </a:txBody>
                  <a:tcPr marL="121920" marR="121920" marT="60960" marB="60960"/>
                </a:tc>
                <a:tc>
                  <a:txBody>
                    <a:bodyPr/>
                    <a:lstStyle/>
                    <a:p>
                      <a:r>
                        <a:rPr lang="en-US" altLang="zh-CN" sz="2400" dirty="0"/>
                        <a:t>0</a:t>
                      </a:r>
                      <a:endParaRPr lang="zh-CN" altLang="en-US" sz="2400" dirty="0"/>
                    </a:p>
                  </a:txBody>
                  <a:tcPr marL="121920" marR="121920" marT="60960" marB="60960"/>
                </a:tc>
                <a:tc>
                  <a:txBody>
                    <a:bodyPr/>
                    <a:lstStyle/>
                    <a:p>
                      <a:r>
                        <a:rPr lang="en-US" altLang="zh-CN" sz="2400" dirty="0" err="1"/>
                        <a:t>irem</a:t>
                      </a:r>
                      <a:endParaRPr lang="zh-CN" altLang="en-US" sz="2400" dirty="0"/>
                    </a:p>
                  </a:txBody>
                  <a:tcPr marL="121920" marR="121920" marT="60960" marB="60960"/>
                </a:tc>
                <a:tc>
                  <a:txBody>
                    <a:bodyPr/>
                    <a:lstStyle/>
                    <a:p>
                      <a:r>
                        <a:rPr lang="en-US" altLang="zh-CN" sz="2400" dirty="0"/>
                        <a:t>4</a:t>
                      </a:r>
                      <a:endParaRPr lang="zh-CN" altLang="en-US" sz="2400" dirty="0"/>
                    </a:p>
                  </a:txBody>
                  <a:tcPr marL="121920" marR="121920" marT="60960" marB="60960"/>
                </a:tc>
              </a:tr>
              <a:tr h="494665">
                <a:tc>
                  <a:txBody>
                    <a:bodyPr/>
                    <a:lstStyle/>
                    <a:p>
                      <a:r>
                        <a:rPr lang="en-US" altLang="zh-CN" sz="2400" dirty="0" err="1"/>
                        <a:t>isub</a:t>
                      </a:r>
                      <a:endParaRPr lang="zh-CN" altLang="en-US" sz="2400" dirty="0"/>
                    </a:p>
                  </a:txBody>
                  <a:tcPr marL="121920" marR="121920" marT="60960" marB="60960"/>
                </a:tc>
                <a:tc>
                  <a:txBody>
                    <a:bodyPr/>
                    <a:lstStyle/>
                    <a:p>
                      <a:r>
                        <a:rPr lang="en-US" altLang="zh-CN" sz="2400" dirty="0"/>
                        <a:t>1</a:t>
                      </a:r>
                      <a:endParaRPr lang="zh-CN" altLang="en-US" sz="2400" dirty="0"/>
                    </a:p>
                  </a:txBody>
                  <a:tcPr marL="121920" marR="121920" marT="60960" marB="60960"/>
                </a:tc>
                <a:tc>
                  <a:txBody>
                    <a:bodyPr/>
                    <a:lstStyle/>
                    <a:p>
                      <a:r>
                        <a:rPr lang="en-US" altLang="zh-CN" sz="2400" dirty="0" err="1"/>
                        <a:t>iand</a:t>
                      </a:r>
                      <a:endParaRPr lang="zh-CN" altLang="en-US" sz="2400" dirty="0"/>
                    </a:p>
                  </a:txBody>
                  <a:tcPr marL="121920" marR="121920" marT="60960" marB="60960"/>
                </a:tc>
                <a:tc>
                  <a:txBody>
                    <a:bodyPr/>
                    <a:lstStyle/>
                    <a:p>
                      <a:r>
                        <a:rPr lang="en-US" altLang="zh-CN" sz="2400" dirty="0"/>
                        <a:t>5</a:t>
                      </a:r>
                      <a:endParaRPr lang="zh-CN" altLang="en-US" sz="2400" dirty="0"/>
                    </a:p>
                  </a:txBody>
                  <a:tcPr marL="121920" marR="121920" marT="60960" marB="60960"/>
                </a:tc>
              </a:tr>
              <a:tr h="494665">
                <a:tc>
                  <a:txBody>
                    <a:bodyPr/>
                    <a:lstStyle/>
                    <a:p>
                      <a:r>
                        <a:rPr lang="en-US" altLang="zh-CN" sz="2400" dirty="0" err="1"/>
                        <a:t>imul</a:t>
                      </a:r>
                      <a:endParaRPr lang="zh-CN" altLang="en-US" sz="2400" dirty="0"/>
                    </a:p>
                  </a:txBody>
                  <a:tcPr marL="121920" marR="121920" marT="60960" marB="60960"/>
                </a:tc>
                <a:tc>
                  <a:txBody>
                    <a:bodyPr/>
                    <a:lstStyle/>
                    <a:p>
                      <a:r>
                        <a:rPr lang="en-US" altLang="zh-CN" sz="2400" dirty="0"/>
                        <a:t>2</a:t>
                      </a:r>
                      <a:endParaRPr lang="zh-CN" altLang="en-US" sz="2400" dirty="0"/>
                    </a:p>
                  </a:txBody>
                  <a:tcPr marL="121920" marR="121920" marT="60960" marB="60960"/>
                </a:tc>
                <a:tc>
                  <a:txBody>
                    <a:bodyPr/>
                    <a:lstStyle/>
                    <a:p>
                      <a:r>
                        <a:rPr lang="en-US" altLang="zh-CN" sz="2400" dirty="0" err="1"/>
                        <a:t>ior</a:t>
                      </a:r>
                      <a:endParaRPr lang="zh-CN" altLang="en-US" sz="2400" dirty="0"/>
                    </a:p>
                  </a:txBody>
                  <a:tcPr marL="121920" marR="121920" marT="60960" marB="60960"/>
                </a:tc>
                <a:tc>
                  <a:txBody>
                    <a:bodyPr/>
                    <a:lstStyle/>
                    <a:p>
                      <a:r>
                        <a:rPr lang="en-US" altLang="zh-CN" sz="2400" dirty="0"/>
                        <a:t>6</a:t>
                      </a:r>
                      <a:endParaRPr lang="zh-CN" altLang="en-US" sz="2400" dirty="0"/>
                    </a:p>
                  </a:txBody>
                  <a:tcPr marL="121920" marR="121920" marT="60960" marB="60960"/>
                </a:tc>
              </a:tr>
              <a:tr h="494665">
                <a:tc>
                  <a:txBody>
                    <a:bodyPr/>
                    <a:lstStyle/>
                    <a:p>
                      <a:r>
                        <a:rPr lang="en-US" altLang="zh-CN" sz="2400" dirty="0" err="1"/>
                        <a:t>idiv</a:t>
                      </a:r>
                      <a:endParaRPr lang="zh-CN" altLang="en-US" sz="2400" dirty="0"/>
                    </a:p>
                  </a:txBody>
                  <a:tcPr marL="121920" marR="121920" marT="60960" marB="60960"/>
                </a:tc>
                <a:tc>
                  <a:txBody>
                    <a:bodyPr/>
                    <a:lstStyle/>
                    <a:p>
                      <a:r>
                        <a:rPr lang="en-US" altLang="zh-CN" sz="2400" dirty="0"/>
                        <a:t>3</a:t>
                      </a:r>
                      <a:endParaRPr lang="zh-CN" altLang="en-US" sz="2400" dirty="0"/>
                    </a:p>
                  </a:txBody>
                  <a:tcPr marL="121920" marR="121920" marT="60960" marB="60960"/>
                </a:tc>
                <a:tc>
                  <a:txBody>
                    <a:bodyPr/>
                    <a:lstStyle/>
                    <a:p>
                      <a:r>
                        <a:rPr lang="en-US" altLang="zh-CN" sz="2400" dirty="0" err="1"/>
                        <a:t>ixor</a:t>
                      </a:r>
                      <a:endParaRPr lang="zh-CN" altLang="en-US" sz="2400" dirty="0"/>
                    </a:p>
                  </a:txBody>
                  <a:tcPr marL="121920" marR="121920" marT="60960" marB="60960"/>
                </a:tc>
                <a:tc>
                  <a:txBody>
                    <a:bodyPr/>
                    <a:lstStyle/>
                    <a:p>
                      <a:r>
                        <a:rPr lang="en-US" altLang="zh-CN" sz="2400" dirty="0"/>
                        <a:t>7</a:t>
                      </a:r>
                      <a:endParaRPr lang="zh-CN" altLang="en-US" sz="2400" dirty="0"/>
                    </a:p>
                  </a:txBody>
                  <a:tcPr marL="121920" marR="121920" marT="60960" marB="60960"/>
                </a:tc>
              </a:tr>
            </a:tbl>
          </a:graphicData>
        </a:graphic>
      </p:graphicFrame>
      <p:sp>
        <p:nvSpPr>
          <p:cNvPr id="28709" name="TextBox 5"/>
          <p:cNvSpPr txBox="1">
            <a:spLocks noChangeArrowheads="1"/>
          </p:cNvSpPr>
          <p:nvPr/>
        </p:nvSpPr>
        <p:spPr bwMode="auto">
          <a:xfrm>
            <a:off x="2095500" y="4857751"/>
            <a:ext cx="3714751" cy="106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100"/>
              <a:t>(2003)D-&gt;(3723)O-&gt;</a:t>
            </a:r>
            <a:endParaRPr lang="zh-CN" altLang="en-US" sz="100"/>
          </a:p>
        </p:txBody>
      </p:sp>
      <p:sp>
        <p:nvSpPr>
          <p:cNvPr id="28710" name="TextBox 7"/>
          <p:cNvSpPr txBox="1">
            <a:spLocks noChangeArrowheads="1"/>
          </p:cNvSpPr>
          <p:nvPr/>
        </p:nvSpPr>
        <p:spPr bwMode="auto">
          <a:xfrm>
            <a:off x="5619751" y="4972051"/>
            <a:ext cx="20955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100"/>
              <a:t>idiv   …</a:t>
            </a:r>
            <a:endParaRPr lang="en-US" altLang="zh-CN" sz="100"/>
          </a:p>
          <a:p>
            <a:pPr eaLnBrk="1" hangingPunct="1"/>
            <a:r>
              <a:rPr lang="en-US" altLang="zh-CN" sz="100"/>
              <a:t>ixor  …</a:t>
            </a:r>
            <a:endParaRPr lang="en-US" altLang="zh-CN" sz="100"/>
          </a:p>
          <a:p>
            <a:pPr eaLnBrk="1" hangingPunct="1"/>
            <a:r>
              <a:rPr lang="en-US" altLang="zh-CN" sz="100"/>
              <a:t>imul  …</a:t>
            </a:r>
            <a:endParaRPr lang="en-US" altLang="zh-CN" sz="100"/>
          </a:p>
          <a:p>
            <a:pPr eaLnBrk="1" hangingPunct="1"/>
            <a:r>
              <a:rPr lang="en-US" altLang="zh-CN" sz="100"/>
              <a:t>idiv   …</a:t>
            </a:r>
            <a:endParaRPr lang="zh-CN" altLang="en-US" sz="100"/>
          </a:p>
        </p:txBody>
      </p:sp>
      <p:sp>
        <p:nvSpPr>
          <p:cNvPr id="2" name="矩形 1"/>
          <p:cNvSpPr/>
          <p:nvPr/>
        </p:nvSpPr>
        <p:spPr>
          <a:xfrm>
            <a:off x="893379" y="249350"/>
            <a:ext cx="9470058" cy="953135"/>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软件数字水印</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静态软件水印</a:t>
            </a:r>
            <a:endParaRPr lang="zh-CN" altLang="en-US" sz="2800" b="1" dirty="0">
              <a:solidFill>
                <a:srgbClr val="023B8C"/>
              </a:solidFill>
              <a:latin typeface="微软雅黑" panose="020B0503020204020204" charset="-122"/>
              <a:ea typeface="微软雅黑" panose="020B0503020204020204" charset="-122"/>
              <a:sym typeface="+mn-ea"/>
            </a:endParaRPr>
          </a:p>
          <a:p>
            <a:pPr algn="l">
              <a:buClrTx/>
              <a:buSzTx/>
              <a:buFontTx/>
            </a:pP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anim calcmode="lin" valueType="num">
                                      <p:cBhvr additive="base">
                                        <p:cTn id="7" dur="500" fill="hold"/>
                                        <p:tgtEl>
                                          <p:spTgt spid="2867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867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8675">
                                            <p:txEl>
                                              <p:pRg st="1" end="1"/>
                                            </p:txEl>
                                          </p:spTgt>
                                        </p:tgtEl>
                                        <p:attrNameLst>
                                          <p:attrName>style.visibility</p:attrName>
                                        </p:attrNameLst>
                                      </p:cBhvr>
                                      <p:to>
                                        <p:strVal val="visible"/>
                                      </p:to>
                                    </p:set>
                                    <p:anim calcmode="lin" valueType="num">
                                      <p:cBhvr additive="base">
                                        <p:cTn id="13" dur="500" fill="hold"/>
                                        <p:tgtEl>
                                          <p:spTgt spid="2867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867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8709"/>
                                        </p:tgtEl>
                                        <p:attrNameLst>
                                          <p:attrName>style.visibility</p:attrName>
                                        </p:attrNameLst>
                                      </p:cBhvr>
                                      <p:to>
                                        <p:strVal val="visible"/>
                                      </p:to>
                                    </p:set>
                                    <p:anim calcmode="lin" valueType="num">
                                      <p:cBhvr additive="base">
                                        <p:cTn id="25" dur="500" fill="hold"/>
                                        <p:tgtEl>
                                          <p:spTgt spid="28709"/>
                                        </p:tgtEl>
                                        <p:attrNameLst>
                                          <p:attrName>ppt_x</p:attrName>
                                        </p:attrNameLst>
                                      </p:cBhvr>
                                      <p:tavLst>
                                        <p:tav tm="0">
                                          <p:val>
                                            <p:strVal val="#ppt_x"/>
                                          </p:val>
                                        </p:tav>
                                        <p:tav tm="100000">
                                          <p:val>
                                            <p:strVal val="#ppt_x"/>
                                          </p:val>
                                        </p:tav>
                                      </p:tavLst>
                                    </p:anim>
                                    <p:anim calcmode="lin" valueType="num">
                                      <p:cBhvr additive="base">
                                        <p:cTn id="26" dur="500" fill="hold"/>
                                        <p:tgtEl>
                                          <p:spTgt spid="2870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8710"/>
                                        </p:tgtEl>
                                        <p:attrNameLst>
                                          <p:attrName>style.visibility</p:attrName>
                                        </p:attrNameLst>
                                      </p:cBhvr>
                                      <p:to>
                                        <p:strVal val="visible"/>
                                      </p:to>
                                    </p:set>
                                    <p:anim calcmode="lin" valueType="num">
                                      <p:cBhvr additive="base">
                                        <p:cTn id="31" dur="500" fill="hold"/>
                                        <p:tgtEl>
                                          <p:spTgt spid="28710"/>
                                        </p:tgtEl>
                                        <p:attrNameLst>
                                          <p:attrName>ppt_x</p:attrName>
                                        </p:attrNameLst>
                                      </p:cBhvr>
                                      <p:tavLst>
                                        <p:tav tm="0">
                                          <p:val>
                                            <p:strVal val="#ppt_x"/>
                                          </p:val>
                                        </p:tav>
                                        <p:tav tm="100000">
                                          <p:val>
                                            <p:strVal val="#ppt_x"/>
                                          </p:val>
                                        </p:tav>
                                      </p:tavLst>
                                    </p:anim>
                                    <p:anim calcmode="lin" valueType="num">
                                      <p:cBhvr additive="base">
                                        <p:cTn id="32" dur="500" fill="hold"/>
                                        <p:tgtEl>
                                          <p:spTgt spid="287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build="p"/>
      <p:bldP spid="28709" grpId="0"/>
      <p:bldP spid="28710"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1703494" y="620395"/>
            <a:ext cx="9751483" cy="1143000"/>
          </a:xfrm>
        </p:spPr>
        <p:txBody>
          <a:bodyPr/>
          <a:lstStyle/>
          <a:p>
            <a:r>
              <a:rPr lang="zh-CN" altLang="en-US" sz="4265">
                <a:solidFill>
                  <a:srgbClr val="023B8C"/>
                </a:solidFill>
                <a:latin typeface="宋体" panose="02010600030101010101" pitchFamily="2" charset="-122"/>
              </a:rPr>
              <a:t>针对静态代码软件水印的攻击</a:t>
            </a:r>
            <a:r>
              <a:rPr lang="zh-CN" altLang="en-US">
                <a:solidFill>
                  <a:srgbClr val="023B8C"/>
                </a:solidFill>
              </a:rPr>
              <a:t> </a:t>
            </a:r>
            <a:endParaRPr lang="zh-CN" altLang="en-US">
              <a:solidFill>
                <a:srgbClr val="023B8C"/>
              </a:solidFill>
            </a:endParaRPr>
          </a:p>
        </p:txBody>
      </p:sp>
      <p:sp>
        <p:nvSpPr>
          <p:cNvPr id="29699" name="Rectangle 3"/>
          <p:cNvSpPr>
            <a:spLocks noGrp="1" noChangeArrowheads="1"/>
          </p:cNvSpPr>
          <p:nvPr>
            <p:ph idx="1"/>
          </p:nvPr>
        </p:nvSpPr>
        <p:spPr/>
        <p:txBody>
          <a:bodyPr/>
          <a:lstStyle/>
          <a:p>
            <a:pPr eaLnBrk="1" hangingPunct="1">
              <a:lnSpc>
                <a:spcPct val="90000"/>
              </a:lnSpc>
            </a:pPr>
            <a:r>
              <a:rPr lang="zh-CN" altLang="en-US"/>
              <a:t>自动化的攻击</a:t>
            </a:r>
            <a:endParaRPr lang="en-US" altLang="zh-CN"/>
          </a:p>
          <a:p>
            <a:pPr lvl="1" eaLnBrk="1" hangingPunct="1">
              <a:lnSpc>
                <a:spcPct val="90000"/>
              </a:lnSpc>
            </a:pPr>
            <a:r>
              <a:rPr lang="en-US" altLang="zh-CN"/>
              <a:t>Profiling</a:t>
            </a:r>
            <a:endParaRPr lang="en-US" altLang="zh-CN"/>
          </a:p>
          <a:p>
            <a:pPr lvl="2" eaLnBrk="1" hangingPunct="1">
              <a:lnSpc>
                <a:spcPct val="90000"/>
              </a:lnSpc>
            </a:pPr>
            <a:r>
              <a:rPr lang="zh-CN" altLang="en-US"/>
              <a:t>列举出所有函数的执行时间，定位从未执行的函数</a:t>
            </a:r>
            <a:endParaRPr lang="en-US" altLang="zh-CN"/>
          </a:p>
          <a:p>
            <a:pPr lvl="1" eaLnBrk="1" hangingPunct="1">
              <a:lnSpc>
                <a:spcPct val="90000"/>
              </a:lnSpc>
            </a:pPr>
            <a:r>
              <a:rPr lang="zh-CN" altLang="en-US"/>
              <a:t>指令乱序攻击</a:t>
            </a:r>
            <a:endParaRPr lang="en-US" altLang="zh-CN"/>
          </a:p>
          <a:p>
            <a:pPr lvl="2" eaLnBrk="1" hangingPunct="1">
              <a:lnSpc>
                <a:spcPct val="90000"/>
              </a:lnSpc>
            </a:pPr>
            <a:r>
              <a:rPr lang="zh-CN" altLang="en-US"/>
              <a:t>在不影响软件功能的情况下调整指令的顺序</a:t>
            </a:r>
            <a:endParaRPr lang="en-US" altLang="zh-CN"/>
          </a:p>
          <a:p>
            <a:pPr lvl="1" eaLnBrk="1" hangingPunct="1">
              <a:lnSpc>
                <a:spcPct val="90000"/>
              </a:lnSpc>
            </a:pPr>
            <a:r>
              <a:rPr lang="zh-CN" altLang="en-US"/>
              <a:t>统计分析攻击</a:t>
            </a:r>
            <a:endParaRPr lang="en-US" altLang="zh-CN"/>
          </a:p>
          <a:p>
            <a:pPr lvl="2" eaLnBrk="1" hangingPunct="1">
              <a:lnSpc>
                <a:spcPct val="90000"/>
              </a:lnSpc>
            </a:pPr>
            <a:r>
              <a:rPr lang="zh-CN" altLang="en-US"/>
              <a:t>水印多位于不会执行指令，根据软件多次执行的时间分布信息，可以很有效地猜测出水印的隐藏位置，进而加以破坏，甚至篡改</a:t>
            </a:r>
            <a:endParaRPr lang="zh-CN" altLang="en-US"/>
          </a:p>
          <a:p>
            <a:pPr eaLnBrk="1" hangingPunct="1">
              <a:lnSpc>
                <a:spcPct val="90000"/>
              </a:lnSpc>
            </a:pPr>
            <a:r>
              <a:rPr lang="zh-CN" altLang="en-US"/>
              <a:t>手工攻击</a:t>
            </a:r>
            <a:endParaRPr lang="en-US" altLang="zh-CN"/>
          </a:p>
          <a:p>
            <a:pPr lvl="1" eaLnBrk="1" hangingPunct="1">
              <a:lnSpc>
                <a:spcPct val="90000"/>
              </a:lnSpc>
            </a:pPr>
            <a:r>
              <a:rPr lang="zh-CN" altLang="en-US"/>
              <a:t>相对比较困难，需要对整个程序的理解</a:t>
            </a:r>
            <a:endParaRPr lang="zh-CN" altLang="en-US"/>
          </a:p>
        </p:txBody>
      </p:sp>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软件数字水印</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9699">
                                            <p:txEl>
                                              <p:pRg st="0" end="0"/>
                                            </p:txEl>
                                          </p:spTgt>
                                        </p:tgtEl>
                                        <p:attrNameLst>
                                          <p:attrName>style.visibility</p:attrName>
                                        </p:attrNameLst>
                                      </p:cBhvr>
                                      <p:to>
                                        <p:strVal val="visible"/>
                                      </p:to>
                                    </p:set>
                                    <p:anim calcmode="lin" valueType="num">
                                      <p:cBhvr additive="base">
                                        <p:cTn id="7" dur="500" fill="hold"/>
                                        <p:tgtEl>
                                          <p:spTgt spid="2969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969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9699">
                                            <p:txEl>
                                              <p:pRg st="1" end="1"/>
                                            </p:txEl>
                                          </p:spTgt>
                                        </p:tgtEl>
                                        <p:attrNameLst>
                                          <p:attrName>style.visibility</p:attrName>
                                        </p:attrNameLst>
                                      </p:cBhvr>
                                      <p:to>
                                        <p:strVal val="visible"/>
                                      </p:to>
                                    </p:set>
                                    <p:anim calcmode="lin" valueType="num">
                                      <p:cBhvr additive="base">
                                        <p:cTn id="13" dur="500" fill="hold"/>
                                        <p:tgtEl>
                                          <p:spTgt spid="2969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9699">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29699">
                                            <p:txEl>
                                              <p:pRg st="2" end="2"/>
                                            </p:txEl>
                                          </p:spTgt>
                                        </p:tgtEl>
                                        <p:attrNameLst>
                                          <p:attrName>style.visibility</p:attrName>
                                        </p:attrNameLst>
                                      </p:cBhvr>
                                      <p:to>
                                        <p:strVal val="visible"/>
                                      </p:to>
                                    </p:set>
                                    <p:anim calcmode="lin" valueType="num">
                                      <p:cBhvr additive="base">
                                        <p:cTn id="17" dur="500" fill="hold"/>
                                        <p:tgtEl>
                                          <p:spTgt spid="29699">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969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29699">
                                            <p:txEl>
                                              <p:pRg st="3" end="3"/>
                                            </p:txEl>
                                          </p:spTgt>
                                        </p:tgtEl>
                                        <p:attrNameLst>
                                          <p:attrName>style.visibility</p:attrName>
                                        </p:attrNameLst>
                                      </p:cBhvr>
                                      <p:to>
                                        <p:strVal val="visible"/>
                                      </p:to>
                                    </p:set>
                                    <p:anim calcmode="lin" valueType="num">
                                      <p:cBhvr additive="base">
                                        <p:cTn id="23" dur="500" fill="hold"/>
                                        <p:tgtEl>
                                          <p:spTgt spid="29699">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9699">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9699">
                                            <p:txEl>
                                              <p:pRg st="4" end="4"/>
                                            </p:txEl>
                                          </p:spTgt>
                                        </p:tgtEl>
                                        <p:attrNameLst>
                                          <p:attrName>style.visibility</p:attrName>
                                        </p:attrNameLst>
                                      </p:cBhvr>
                                      <p:to>
                                        <p:strVal val="visible"/>
                                      </p:to>
                                    </p:set>
                                    <p:anim calcmode="lin" valueType="num">
                                      <p:cBhvr additive="base">
                                        <p:cTn id="27" dur="500" fill="hold"/>
                                        <p:tgtEl>
                                          <p:spTgt spid="29699">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969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29699">
                                            <p:txEl>
                                              <p:pRg st="5" end="5"/>
                                            </p:txEl>
                                          </p:spTgt>
                                        </p:tgtEl>
                                        <p:attrNameLst>
                                          <p:attrName>style.visibility</p:attrName>
                                        </p:attrNameLst>
                                      </p:cBhvr>
                                      <p:to>
                                        <p:strVal val="visible"/>
                                      </p:to>
                                    </p:set>
                                    <p:anim calcmode="lin" valueType="num">
                                      <p:cBhvr additive="base">
                                        <p:cTn id="33" dur="500" fill="hold"/>
                                        <p:tgtEl>
                                          <p:spTgt spid="29699">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9699">
                                            <p:txEl>
                                              <p:pRg st="5" end="5"/>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29699">
                                            <p:txEl>
                                              <p:pRg st="6" end="6"/>
                                            </p:txEl>
                                          </p:spTgt>
                                        </p:tgtEl>
                                        <p:attrNameLst>
                                          <p:attrName>style.visibility</p:attrName>
                                        </p:attrNameLst>
                                      </p:cBhvr>
                                      <p:to>
                                        <p:strVal val="visible"/>
                                      </p:to>
                                    </p:set>
                                    <p:anim calcmode="lin" valueType="num">
                                      <p:cBhvr additive="base">
                                        <p:cTn id="37" dur="500" fill="hold"/>
                                        <p:tgtEl>
                                          <p:spTgt spid="29699">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9699">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9699">
                                            <p:txEl>
                                              <p:pRg st="7" end="7"/>
                                            </p:txEl>
                                          </p:spTgt>
                                        </p:tgtEl>
                                        <p:attrNameLst>
                                          <p:attrName>style.visibility</p:attrName>
                                        </p:attrNameLst>
                                      </p:cBhvr>
                                      <p:to>
                                        <p:strVal val="visible"/>
                                      </p:to>
                                    </p:set>
                                    <p:anim calcmode="lin" valueType="num">
                                      <p:cBhvr additive="base">
                                        <p:cTn id="43" dur="500" fill="hold"/>
                                        <p:tgtEl>
                                          <p:spTgt spid="29699">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9699">
                                            <p:txEl>
                                              <p:pRg st="7" end="7"/>
                                            </p:tx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29699">
                                            <p:txEl>
                                              <p:pRg st="8" end="8"/>
                                            </p:txEl>
                                          </p:spTgt>
                                        </p:tgtEl>
                                        <p:attrNameLst>
                                          <p:attrName>style.visibility</p:attrName>
                                        </p:attrNameLst>
                                      </p:cBhvr>
                                      <p:to>
                                        <p:strVal val="visible"/>
                                      </p:to>
                                    </p:set>
                                    <p:anim calcmode="lin" valueType="num">
                                      <p:cBhvr additive="base">
                                        <p:cTn id="47" dur="500" fill="hold"/>
                                        <p:tgtEl>
                                          <p:spTgt spid="29699">
                                            <p:txEl>
                                              <p:pRg st="8" end="8"/>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29699">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noChangeArrowheads="1"/>
          </p:cNvSpPr>
          <p:nvPr>
            <p:ph idx="1"/>
          </p:nvPr>
        </p:nvSpPr>
        <p:spPr>
          <a:xfrm>
            <a:off x="1559349" y="1556703"/>
            <a:ext cx="9751483" cy="4114800"/>
          </a:xfrm>
        </p:spPr>
        <p:txBody>
          <a:bodyPr/>
          <a:lstStyle/>
          <a:p>
            <a:pPr>
              <a:lnSpc>
                <a:spcPct val="90000"/>
              </a:lnSpc>
              <a:spcBef>
                <a:spcPct val="15000"/>
              </a:spcBef>
            </a:pPr>
            <a:r>
              <a:rPr lang="zh-CN" altLang="en-US"/>
              <a:t>动态（</a:t>
            </a:r>
            <a:r>
              <a:rPr lang="en-US" altLang="zh-CN"/>
              <a:t>dynamic</a:t>
            </a:r>
            <a:r>
              <a:rPr lang="zh-CN" altLang="en-US"/>
              <a:t>） </a:t>
            </a:r>
            <a:endParaRPr lang="zh-CN" altLang="en-US" sz="2800"/>
          </a:p>
          <a:p>
            <a:pPr lvl="1">
              <a:spcAft>
                <a:spcPct val="30000"/>
              </a:spcAft>
              <a:buFontTx/>
              <a:buChar char="•"/>
            </a:pPr>
            <a:r>
              <a:rPr lang="zh-CN" altLang="en-US"/>
              <a:t>生成时机在软件的执行过程中</a:t>
            </a:r>
            <a:endParaRPr lang="en-US" altLang="zh-CN"/>
          </a:p>
          <a:p>
            <a:pPr lvl="1">
              <a:spcAft>
                <a:spcPct val="30000"/>
              </a:spcAft>
              <a:buFontTx/>
              <a:buChar char="•"/>
            </a:pPr>
            <a:r>
              <a:rPr lang="zh-CN" altLang="en-US"/>
              <a:t>动态软件水印随着程序运行状态的改变而改变</a:t>
            </a:r>
            <a:endParaRPr lang="zh-CN" altLang="en-US"/>
          </a:p>
          <a:p>
            <a:pPr lvl="1">
              <a:spcAft>
                <a:spcPct val="30000"/>
              </a:spcAft>
              <a:buFontTx/>
              <a:buChar char="•"/>
            </a:pPr>
            <a:r>
              <a:rPr lang="zh-CN" altLang="en-US"/>
              <a:t>软件水印的验证和提取必须依赖于软件的具体运行状态，而跟软件文件的内容或存储不相关</a:t>
            </a:r>
            <a:endParaRPr lang="zh-CN" altLang="en-US"/>
          </a:p>
          <a:p>
            <a:pPr lvl="1">
              <a:spcAft>
                <a:spcPct val="30000"/>
              </a:spcAft>
              <a:buFontTx/>
              <a:buChar char="•"/>
            </a:pPr>
            <a:r>
              <a:rPr lang="zh-CN" altLang="en-US"/>
              <a:t>生成困难、验证困难、攻击也困难</a:t>
            </a:r>
            <a:endParaRPr lang="zh-CN" altLang="en-US"/>
          </a:p>
        </p:txBody>
      </p:sp>
      <p:sp>
        <p:nvSpPr>
          <p:cNvPr id="2" name="矩形 1"/>
          <p:cNvSpPr/>
          <p:nvPr/>
        </p:nvSpPr>
        <p:spPr>
          <a:xfrm>
            <a:off x="893379" y="249350"/>
            <a:ext cx="9470058" cy="953135"/>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软件数字水印</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动态软件水印</a:t>
            </a:r>
            <a:endParaRPr lang="zh-CN" altLang="en-US" sz="2800"/>
          </a:p>
          <a:p>
            <a:pPr algn="l">
              <a:buClrTx/>
              <a:buSzTx/>
              <a:buFontTx/>
            </a:pPr>
            <a:endParaRPr lang="en-US" altLang="zh-CN"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anim calcmode="lin" valueType="num">
                                      <p:cBhvr additive="base">
                                        <p:cTn id="7" dur="500" fill="hold"/>
                                        <p:tgtEl>
                                          <p:spTgt spid="3174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174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1747">
                                            <p:txEl>
                                              <p:pRg st="1" end="1"/>
                                            </p:txEl>
                                          </p:spTgt>
                                        </p:tgtEl>
                                        <p:attrNameLst>
                                          <p:attrName>style.visibility</p:attrName>
                                        </p:attrNameLst>
                                      </p:cBhvr>
                                      <p:to>
                                        <p:strVal val="visible"/>
                                      </p:to>
                                    </p:set>
                                    <p:anim calcmode="lin" valueType="num">
                                      <p:cBhvr additive="base">
                                        <p:cTn id="13" dur="500" fill="hold"/>
                                        <p:tgtEl>
                                          <p:spTgt spid="3174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174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1747">
                                            <p:txEl>
                                              <p:pRg st="2" end="2"/>
                                            </p:txEl>
                                          </p:spTgt>
                                        </p:tgtEl>
                                        <p:attrNameLst>
                                          <p:attrName>style.visibility</p:attrName>
                                        </p:attrNameLst>
                                      </p:cBhvr>
                                      <p:to>
                                        <p:strVal val="visible"/>
                                      </p:to>
                                    </p:set>
                                    <p:anim calcmode="lin" valueType="num">
                                      <p:cBhvr additive="base">
                                        <p:cTn id="19" dur="500" fill="hold"/>
                                        <p:tgtEl>
                                          <p:spTgt spid="3174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174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1747">
                                            <p:txEl>
                                              <p:pRg st="3" end="3"/>
                                            </p:txEl>
                                          </p:spTgt>
                                        </p:tgtEl>
                                        <p:attrNameLst>
                                          <p:attrName>style.visibility</p:attrName>
                                        </p:attrNameLst>
                                      </p:cBhvr>
                                      <p:to>
                                        <p:strVal val="visible"/>
                                      </p:to>
                                    </p:set>
                                    <p:anim calcmode="lin" valueType="num">
                                      <p:cBhvr additive="base">
                                        <p:cTn id="25" dur="500" fill="hold"/>
                                        <p:tgtEl>
                                          <p:spTgt spid="3174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174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1747">
                                            <p:txEl>
                                              <p:pRg st="4" end="4"/>
                                            </p:txEl>
                                          </p:spTgt>
                                        </p:tgtEl>
                                        <p:attrNameLst>
                                          <p:attrName>style.visibility</p:attrName>
                                        </p:attrNameLst>
                                      </p:cBhvr>
                                      <p:to>
                                        <p:strVal val="visible"/>
                                      </p:to>
                                    </p:set>
                                    <p:anim calcmode="lin" valueType="num">
                                      <p:cBhvr additive="base">
                                        <p:cTn id="31" dur="500" fill="hold"/>
                                        <p:tgtEl>
                                          <p:spTgt spid="3174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174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3"/>
          <p:cNvSpPr>
            <a:spLocks noGrp="1" noChangeArrowheads="1"/>
          </p:cNvSpPr>
          <p:nvPr>
            <p:ph type="body" idx="1"/>
          </p:nvPr>
        </p:nvSpPr>
        <p:spPr>
          <a:xfrm>
            <a:off x="1487594" y="1772603"/>
            <a:ext cx="9751483" cy="4114800"/>
          </a:xfrm>
        </p:spPr>
        <p:txBody>
          <a:bodyPr/>
          <a:lstStyle/>
          <a:p>
            <a:pPr eaLnBrk="1" hangingPunct="1">
              <a:lnSpc>
                <a:spcPct val="150000"/>
              </a:lnSpc>
            </a:pPr>
            <a:r>
              <a:rPr lang="en-US" altLang="zh-CN"/>
              <a:t>Easter Egg</a:t>
            </a:r>
            <a:r>
              <a:rPr lang="zh-CN" altLang="en-US">
                <a:latin typeface="宋体" panose="02010600030101010101" pitchFamily="2" charset="-122"/>
              </a:rPr>
              <a:t>水印</a:t>
            </a:r>
            <a:r>
              <a:rPr lang="zh-CN" altLang="en-US"/>
              <a:t> </a:t>
            </a:r>
            <a:endParaRPr lang="zh-CN" altLang="en-US"/>
          </a:p>
          <a:p>
            <a:pPr lvl="1" eaLnBrk="1" hangingPunct="1">
              <a:lnSpc>
                <a:spcPct val="150000"/>
              </a:lnSpc>
            </a:pPr>
            <a:r>
              <a:rPr lang="zh-CN" altLang="en-US">
                <a:latin typeface="宋体" panose="02010600030101010101" pitchFamily="2" charset="-122"/>
              </a:rPr>
              <a:t>通过一个输入产生输出。</a:t>
            </a:r>
            <a:endParaRPr lang="zh-CN" altLang="en-US">
              <a:latin typeface="宋体" panose="02010600030101010101" pitchFamily="2" charset="-122"/>
            </a:endParaRPr>
          </a:p>
          <a:p>
            <a:pPr lvl="1" eaLnBrk="1" hangingPunct="1">
              <a:lnSpc>
                <a:spcPct val="150000"/>
              </a:lnSpc>
            </a:pPr>
            <a:r>
              <a:rPr lang="zh-CN" altLang="en-US">
                <a:latin typeface="宋体" panose="02010600030101010101" pitchFamily="2" charset="-122"/>
              </a:rPr>
              <a:t>比如：输入一个字符串，屏幕上显示出版权信息或一幅图像。</a:t>
            </a:r>
            <a:endParaRPr lang="en-US" altLang="zh-CN">
              <a:latin typeface="宋体" panose="02010600030101010101" pitchFamily="2" charset="-122"/>
            </a:endParaRPr>
          </a:p>
        </p:txBody>
      </p:sp>
      <p:sp>
        <p:nvSpPr>
          <p:cNvPr id="2" name="矩形 1"/>
          <p:cNvSpPr/>
          <p:nvPr/>
        </p:nvSpPr>
        <p:spPr>
          <a:xfrm>
            <a:off x="893379" y="249350"/>
            <a:ext cx="9470058" cy="953135"/>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软件数字水印</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动态软件水印</a:t>
            </a:r>
            <a:endParaRPr lang="zh-CN" altLang="en-US" sz="2800" b="1" dirty="0">
              <a:solidFill>
                <a:srgbClr val="023B8C"/>
              </a:solidFill>
              <a:latin typeface="微软雅黑" panose="020B0503020204020204" charset="-122"/>
              <a:ea typeface="微软雅黑" panose="020B0503020204020204" charset="-122"/>
            </a:endParaRPr>
          </a:p>
          <a:p>
            <a:pPr algn="l">
              <a:buClrTx/>
              <a:buSzTx/>
              <a:buFontTx/>
            </a:pP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0724">
                                            <p:txEl>
                                              <p:pRg st="0" end="0"/>
                                            </p:txEl>
                                          </p:spTgt>
                                        </p:tgtEl>
                                        <p:attrNameLst>
                                          <p:attrName>style.visibility</p:attrName>
                                        </p:attrNameLst>
                                      </p:cBhvr>
                                      <p:to>
                                        <p:strVal val="visible"/>
                                      </p:to>
                                    </p:set>
                                    <p:anim calcmode="lin" valueType="num">
                                      <p:cBhvr additive="base">
                                        <p:cTn id="7" dur="500" fill="hold"/>
                                        <p:tgtEl>
                                          <p:spTgt spid="3072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072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0724">
                                            <p:txEl>
                                              <p:pRg st="1" end="1"/>
                                            </p:txEl>
                                          </p:spTgt>
                                        </p:tgtEl>
                                        <p:attrNameLst>
                                          <p:attrName>style.visibility</p:attrName>
                                        </p:attrNameLst>
                                      </p:cBhvr>
                                      <p:to>
                                        <p:strVal val="visible"/>
                                      </p:to>
                                    </p:set>
                                    <p:anim calcmode="lin" valueType="num">
                                      <p:cBhvr additive="base">
                                        <p:cTn id="13" dur="500" fill="hold"/>
                                        <p:tgtEl>
                                          <p:spTgt spid="3072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072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0724">
                                            <p:txEl>
                                              <p:pRg st="2" end="2"/>
                                            </p:txEl>
                                          </p:spTgt>
                                        </p:tgtEl>
                                        <p:attrNameLst>
                                          <p:attrName>style.visibility</p:attrName>
                                        </p:attrNameLst>
                                      </p:cBhvr>
                                      <p:to>
                                        <p:strVal val="visible"/>
                                      </p:to>
                                    </p:set>
                                    <p:anim calcmode="lin" valueType="num">
                                      <p:cBhvr additive="base">
                                        <p:cTn id="19" dur="500" fill="hold"/>
                                        <p:tgtEl>
                                          <p:spTgt spid="3072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072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4"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3"/>
          <p:cNvSpPr>
            <a:spLocks noGrp="1" noChangeArrowheads="1"/>
          </p:cNvSpPr>
          <p:nvPr>
            <p:ph type="body" idx="1"/>
          </p:nvPr>
        </p:nvSpPr>
        <p:spPr/>
        <p:txBody>
          <a:bodyPr/>
          <a:lstStyle/>
          <a:p>
            <a:pPr eaLnBrk="1" hangingPunct="1">
              <a:lnSpc>
                <a:spcPct val="150000"/>
              </a:lnSpc>
            </a:pPr>
            <a:r>
              <a:rPr lang="en-US" altLang="zh-CN" dirty="0"/>
              <a:t>Easter Egg</a:t>
            </a:r>
            <a:r>
              <a:rPr lang="zh-CN" altLang="en-US" dirty="0">
                <a:latin typeface="宋体" panose="02010600030101010101" pitchFamily="2" charset="-122"/>
              </a:rPr>
              <a:t>水印</a:t>
            </a:r>
            <a:r>
              <a:rPr lang="zh-CN" altLang="en-US" dirty="0"/>
              <a:t> </a:t>
            </a:r>
            <a:endParaRPr lang="zh-CN" altLang="en-US" dirty="0"/>
          </a:p>
          <a:p>
            <a:pPr lvl="1" eaLnBrk="1" hangingPunct="1">
              <a:lnSpc>
                <a:spcPct val="150000"/>
              </a:lnSpc>
            </a:pPr>
            <a:r>
              <a:rPr lang="zh-CN" altLang="en-US" dirty="0"/>
              <a:t>实例：基于</a:t>
            </a:r>
            <a:r>
              <a:rPr lang="en-US" altLang="zh-CN" dirty="0"/>
              <a:t>Mozilla</a:t>
            </a:r>
            <a:r>
              <a:rPr lang="zh-CN" altLang="en-US" dirty="0"/>
              <a:t>开放源代码系统的</a:t>
            </a:r>
            <a:r>
              <a:rPr lang="en-US" altLang="zh-CN" dirty="0" err="1"/>
              <a:t>NetScape</a:t>
            </a:r>
            <a:r>
              <a:rPr lang="en-US" altLang="zh-CN" dirty="0"/>
              <a:t> 4.0</a:t>
            </a:r>
            <a:r>
              <a:rPr lang="zh-CN" altLang="en-US" dirty="0"/>
              <a:t>，如果在浏览器的地址栏中输入</a:t>
            </a:r>
            <a:r>
              <a:rPr lang="en-US" altLang="zh-CN" dirty="0"/>
              <a:t>[</a:t>
            </a:r>
            <a:r>
              <a:rPr lang="en-US" altLang="zh-CN" dirty="0" err="1"/>
              <a:t>about:Mozilla</a:t>
            </a:r>
            <a:r>
              <a:rPr lang="en-US" altLang="zh-CN" dirty="0"/>
              <a:t>]</a:t>
            </a:r>
            <a:r>
              <a:rPr lang="zh-CN" altLang="en-US" dirty="0"/>
              <a:t>，就会出现一个喷火的怪兽图案。</a:t>
            </a:r>
            <a:endParaRPr lang="zh-CN" altLang="en-US" dirty="0">
              <a:latin typeface="宋体" panose="02010600030101010101" pitchFamily="2" charset="-122"/>
            </a:endParaRPr>
          </a:p>
        </p:txBody>
      </p:sp>
      <p:sp>
        <p:nvSpPr>
          <p:cNvPr id="2" name="矩形 1"/>
          <p:cNvSpPr/>
          <p:nvPr/>
        </p:nvSpPr>
        <p:spPr>
          <a:xfrm>
            <a:off x="893379" y="249350"/>
            <a:ext cx="9470058" cy="953135"/>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软件数字水印</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动态软件水印</a:t>
            </a:r>
            <a:endParaRPr lang="zh-CN" altLang="en-US" sz="2800" b="1" dirty="0">
              <a:solidFill>
                <a:srgbClr val="023B8C"/>
              </a:solidFill>
              <a:latin typeface="微软雅黑" panose="020B0503020204020204" charset="-122"/>
              <a:ea typeface="微软雅黑" panose="020B0503020204020204" charset="-122"/>
            </a:endParaRPr>
          </a:p>
          <a:p>
            <a:pPr algn="l">
              <a:buClrTx/>
              <a:buSzTx/>
              <a:buFontTx/>
            </a:pP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0724">
                                            <p:txEl>
                                              <p:pRg st="0" end="0"/>
                                            </p:txEl>
                                          </p:spTgt>
                                        </p:tgtEl>
                                        <p:attrNameLst>
                                          <p:attrName>style.visibility</p:attrName>
                                        </p:attrNameLst>
                                      </p:cBhvr>
                                      <p:to>
                                        <p:strVal val="visible"/>
                                      </p:to>
                                    </p:set>
                                    <p:anim calcmode="lin" valueType="num">
                                      <p:cBhvr additive="base">
                                        <p:cTn id="7" dur="500" fill="hold"/>
                                        <p:tgtEl>
                                          <p:spTgt spid="3072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072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0724">
                                            <p:txEl>
                                              <p:pRg st="1" end="1"/>
                                            </p:txEl>
                                          </p:spTgt>
                                        </p:tgtEl>
                                        <p:attrNameLst>
                                          <p:attrName>style.visibility</p:attrName>
                                        </p:attrNameLst>
                                      </p:cBhvr>
                                      <p:to>
                                        <p:strVal val="visible"/>
                                      </p:to>
                                    </p:set>
                                    <p:anim calcmode="lin" valueType="num">
                                      <p:cBhvr additive="base">
                                        <p:cTn id="11" dur="500" fill="hold"/>
                                        <p:tgtEl>
                                          <p:spTgt spid="3072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0724">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4"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3"/>
          <p:cNvSpPr>
            <a:spLocks noGrp="1" noChangeArrowheads="1"/>
          </p:cNvSpPr>
          <p:nvPr>
            <p:ph type="body" idx="1"/>
          </p:nvPr>
        </p:nvSpPr>
        <p:spPr/>
        <p:txBody>
          <a:bodyPr/>
          <a:lstStyle/>
          <a:p>
            <a:pPr eaLnBrk="1" hangingPunct="1">
              <a:lnSpc>
                <a:spcPct val="150000"/>
              </a:lnSpc>
            </a:pPr>
            <a:r>
              <a:rPr lang="en-US" altLang="zh-CN"/>
              <a:t>Easter Egg</a:t>
            </a:r>
            <a:r>
              <a:rPr lang="zh-CN" altLang="en-US">
                <a:latin typeface="宋体" panose="02010600030101010101" pitchFamily="2" charset="-122"/>
              </a:rPr>
              <a:t>水印</a:t>
            </a:r>
            <a:r>
              <a:rPr lang="zh-CN" altLang="en-US"/>
              <a:t> </a:t>
            </a:r>
            <a:endParaRPr lang="zh-CN" altLang="en-US"/>
          </a:p>
          <a:p>
            <a:pPr lvl="1" eaLnBrk="1" hangingPunct="1">
              <a:lnSpc>
                <a:spcPct val="150000"/>
              </a:lnSpc>
            </a:pPr>
            <a:r>
              <a:rPr lang="zh-CN" altLang="en-US">
                <a:latin typeface="宋体" panose="02010600030101010101" pitchFamily="2" charset="-122"/>
              </a:rPr>
              <a:t>主要问题：水印在程序中的位置容易找到，一旦输入正确信息，用调试软件就可以跟踪程序执行情况，进而找到水印的位置，所以这种水印不是很安全。</a:t>
            </a:r>
            <a:endParaRPr lang="en-US" altLang="zh-CN">
              <a:latin typeface="宋体" panose="02010600030101010101" pitchFamily="2" charset="-122"/>
            </a:endParaRPr>
          </a:p>
        </p:txBody>
      </p:sp>
      <p:sp>
        <p:nvSpPr>
          <p:cNvPr id="2" name="矩形 1"/>
          <p:cNvSpPr/>
          <p:nvPr/>
        </p:nvSpPr>
        <p:spPr>
          <a:xfrm>
            <a:off x="893379" y="249350"/>
            <a:ext cx="9470058" cy="953135"/>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软件数字水印</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动态软件水印</a:t>
            </a:r>
            <a:endParaRPr lang="zh-CN" altLang="en-US" sz="2800" b="1" dirty="0">
              <a:solidFill>
                <a:srgbClr val="023B8C"/>
              </a:solidFill>
              <a:latin typeface="微软雅黑" panose="020B0503020204020204" charset="-122"/>
              <a:ea typeface="微软雅黑" panose="020B0503020204020204" charset="-122"/>
            </a:endParaRPr>
          </a:p>
          <a:p>
            <a:pPr algn="l">
              <a:buClrTx/>
              <a:buSzTx/>
              <a:buFontTx/>
            </a:pP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0724">
                                            <p:txEl>
                                              <p:pRg st="0" end="0"/>
                                            </p:txEl>
                                          </p:spTgt>
                                        </p:tgtEl>
                                        <p:attrNameLst>
                                          <p:attrName>style.visibility</p:attrName>
                                        </p:attrNameLst>
                                      </p:cBhvr>
                                      <p:to>
                                        <p:strVal val="visible"/>
                                      </p:to>
                                    </p:set>
                                    <p:anim calcmode="lin" valueType="num">
                                      <p:cBhvr additive="base">
                                        <p:cTn id="7" dur="500" fill="hold"/>
                                        <p:tgtEl>
                                          <p:spTgt spid="3072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072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0724">
                                            <p:txEl>
                                              <p:pRg st="1" end="1"/>
                                            </p:txEl>
                                          </p:spTgt>
                                        </p:tgtEl>
                                        <p:attrNameLst>
                                          <p:attrName>style.visibility</p:attrName>
                                        </p:attrNameLst>
                                      </p:cBhvr>
                                      <p:to>
                                        <p:strVal val="visible"/>
                                      </p:to>
                                    </p:set>
                                    <p:anim calcmode="lin" valueType="num">
                                      <p:cBhvr additive="base">
                                        <p:cTn id="13" dur="500" fill="hold"/>
                                        <p:tgtEl>
                                          <p:spTgt spid="3072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0724">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4"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3"/>
          <p:cNvSpPr>
            <a:spLocks noGrp="1" noChangeArrowheads="1"/>
          </p:cNvSpPr>
          <p:nvPr>
            <p:ph idx="1"/>
          </p:nvPr>
        </p:nvSpPr>
        <p:spPr>
          <a:xfrm>
            <a:off x="1415204" y="1844358"/>
            <a:ext cx="9751483" cy="4114800"/>
          </a:xfrm>
        </p:spPr>
        <p:txBody>
          <a:bodyPr/>
          <a:lstStyle/>
          <a:p>
            <a:pPr>
              <a:lnSpc>
                <a:spcPct val="90000"/>
              </a:lnSpc>
              <a:spcBef>
                <a:spcPct val="15000"/>
              </a:spcBef>
            </a:pPr>
            <a:r>
              <a:rPr lang="zh-CN" altLang="en-US"/>
              <a:t>今后软件水印技术的研究和其他多媒体水印技术一样应侧重于完善理论，提高水印算法的鲁棒性，建立相关标准。</a:t>
            </a:r>
            <a:endParaRPr lang="zh-CN" altLang="en-US"/>
          </a:p>
          <a:p>
            <a:pPr>
              <a:lnSpc>
                <a:spcPct val="90000"/>
              </a:lnSpc>
              <a:spcBef>
                <a:spcPct val="15000"/>
              </a:spcBef>
            </a:pPr>
            <a:r>
              <a:rPr lang="zh-CN" altLang="en-US"/>
              <a:t>软件保护方式的设计应在一开始就作为软件开发的一部分来考虑，列入开发计划和开发成本中，并在保护强度、成本、易用性之间进行折衷考虑，选择一个合适平衡点。</a:t>
            </a:r>
            <a:endParaRPr lang="zh-CN" altLang="en-US"/>
          </a:p>
        </p:txBody>
      </p:sp>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软件水印发展方向</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1987">
                                            <p:txEl>
                                              <p:pRg st="0" end="0"/>
                                            </p:txEl>
                                          </p:spTgt>
                                        </p:tgtEl>
                                        <p:attrNameLst>
                                          <p:attrName>style.visibility</p:attrName>
                                        </p:attrNameLst>
                                      </p:cBhvr>
                                      <p:to>
                                        <p:strVal val="visible"/>
                                      </p:to>
                                    </p:set>
                                    <p:anim calcmode="lin" valueType="num">
                                      <p:cBhvr additive="base">
                                        <p:cTn id="7" dur="500" fill="hold"/>
                                        <p:tgtEl>
                                          <p:spTgt spid="419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198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1987">
                                            <p:txEl>
                                              <p:pRg st="1" end="1"/>
                                            </p:txEl>
                                          </p:spTgt>
                                        </p:tgtEl>
                                        <p:attrNameLst>
                                          <p:attrName>style.visibility</p:attrName>
                                        </p:attrNameLst>
                                      </p:cBhvr>
                                      <p:to>
                                        <p:strVal val="visible"/>
                                      </p:to>
                                    </p:set>
                                    <p:anim calcmode="lin" valueType="num">
                                      <p:cBhvr additive="base">
                                        <p:cTn id="13" dur="500" fill="hold"/>
                                        <p:tgtEl>
                                          <p:spTgt spid="4198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1987">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idx="1"/>
          </p:nvPr>
        </p:nvSpPr>
        <p:spPr>
          <a:xfrm>
            <a:off x="1199515" y="1052830"/>
            <a:ext cx="9802495" cy="2941320"/>
          </a:xfrm>
        </p:spPr>
        <p:txBody>
          <a:bodyPr/>
          <a:lstStyle/>
          <a:p>
            <a:pPr marL="342900" lvl="1" indent="-342900" algn="l">
              <a:lnSpc>
                <a:spcPct val="100000"/>
              </a:lnSpc>
              <a:buChar char="¡"/>
            </a:pPr>
            <a:r>
              <a:rPr lang="zh-CN" altLang="en-US" sz="2900" dirty="0">
                <a:cs typeface="+mn-cs"/>
              </a:rPr>
              <a:t>学习目标</a:t>
            </a:r>
            <a:endParaRPr lang="zh-CN" altLang="en-US" sz="2900" dirty="0">
              <a:cs typeface="+mn-cs"/>
            </a:endParaRPr>
          </a:p>
          <a:p>
            <a:pPr lvl="1" algn="l">
              <a:lnSpc>
                <a:spcPct val="100000"/>
              </a:lnSpc>
              <a:buChar char="l"/>
            </a:pPr>
            <a:r>
              <a:rPr lang="zh-CN" altLang="en-US" sz="2500" dirty="0">
                <a:cs typeface="+mn-ea"/>
              </a:rPr>
              <a:t>知识：了解软件水印的基本原理，掌握静态软件水印和动态软件水印的特点。</a:t>
            </a:r>
            <a:endParaRPr lang="zh-CN" altLang="en-US" sz="2500" dirty="0">
              <a:cs typeface="+mn-ea"/>
            </a:endParaRPr>
          </a:p>
          <a:p>
            <a:pPr lvl="1" algn="l">
              <a:lnSpc>
                <a:spcPct val="100000"/>
              </a:lnSpc>
              <a:buChar char="l"/>
            </a:pPr>
            <a:r>
              <a:rPr lang="zh-CN" altLang="en-US" sz="2500" dirty="0">
                <a:cs typeface="+mn-ea"/>
              </a:rPr>
              <a:t>技能：使用Python生成静态和动态软件水印。</a:t>
            </a:r>
            <a:endParaRPr lang="zh-CN" altLang="en-US" sz="2900" dirty="0">
              <a:cs typeface="+mn-cs"/>
            </a:endParaRPr>
          </a:p>
          <a:p>
            <a:pPr algn="l">
              <a:lnSpc>
                <a:spcPct val="100000"/>
              </a:lnSpc>
            </a:pPr>
            <a:r>
              <a:rPr lang="zh-CN" altLang="en-US" dirty="0"/>
              <a:t>学习任务单</a:t>
            </a:r>
            <a:endParaRPr lang="zh-CN" altLang="en-US" dirty="0"/>
          </a:p>
          <a:p>
            <a:pPr lvl="1" algn="l">
              <a:lnSpc>
                <a:spcPct val="100000"/>
              </a:lnSpc>
            </a:pPr>
            <a:r>
              <a:rPr lang="zh-CN" altLang="en-US" dirty="0">
                <a:cs typeface="+mn-ea"/>
              </a:rPr>
              <a:t>学习实验指导书</a:t>
            </a:r>
            <a:r>
              <a:rPr lang="en-US" altLang="zh-CN" dirty="0">
                <a:cs typeface="+mn-ea"/>
              </a:rPr>
              <a:t>9</a:t>
            </a:r>
            <a:r>
              <a:rPr lang="zh-CN" altLang="en-US" dirty="0">
                <a:cs typeface="+mn-ea"/>
              </a:rPr>
              <a:t>中的实验内容。</a:t>
            </a:r>
            <a:endParaRPr lang="zh-CN" altLang="en-US" dirty="0">
              <a:cs typeface="+mn-ea"/>
            </a:endParaRPr>
          </a:p>
          <a:p>
            <a:pPr lvl="1" algn="l">
              <a:lnSpc>
                <a:spcPct val="100000"/>
              </a:lnSpc>
            </a:pPr>
            <a:r>
              <a:rPr lang="zh-CN" altLang="en-US" dirty="0">
                <a:cs typeface="+mn-ea"/>
              </a:rPr>
              <a:t>按实验指导书完成软件水印实验。通过Python生成静态和动态水印，并对其进行基本的攻击尝试。</a:t>
            </a:r>
            <a:endParaRPr lang="zh-CN" altLang="en-US" dirty="0">
              <a:cs typeface="+mn-ea"/>
            </a:endParaRPr>
          </a:p>
          <a:p>
            <a:pPr lvl="1" algn="l">
              <a:lnSpc>
                <a:spcPct val="100000"/>
              </a:lnSpc>
            </a:pPr>
            <a:r>
              <a:rPr lang="zh-CN" altLang="en-US" dirty="0">
                <a:cs typeface="+mn-ea"/>
              </a:rPr>
              <a:t>参考实验指导书按照实验作业要求完成实验作业。</a:t>
            </a:r>
            <a:endParaRPr lang="zh-CN" altLang="en-US" dirty="0">
              <a:cs typeface="+mn-ea"/>
            </a:endParaRPr>
          </a:p>
          <a:p>
            <a:pPr lvl="1" algn="l">
              <a:lnSpc>
                <a:spcPct val="100000"/>
              </a:lnSpc>
            </a:pPr>
            <a:r>
              <a:rPr lang="zh-CN" altLang="en-US" dirty="0">
                <a:cs typeface="+mn-ea"/>
              </a:rPr>
              <a:t>参考实验报告模板完成实验报告。</a:t>
            </a:r>
            <a:endParaRPr lang="zh-CN" altLang="en-US" dirty="0">
              <a:cs typeface="+mn-ea"/>
            </a:endParaRPr>
          </a:p>
          <a:p>
            <a:pPr lvl="1" algn="l">
              <a:lnSpc>
                <a:spcPct val="100000"/>
              </a:lnSpc>
            </a:pPr>
            <a:r>
              <a:rPr lang="zh-CN" altLang="en-US" dirty="0">
                <a:cs typeface="+mn-ea"/>
              </a:rPr>
              <a:t>按时提交实验报告。</a:t>
            </a:r>
            <a:endParaRPr lang="zh-CN" altLang="en-US" dirty="0">
              <a:cs typeface="+mn-ea"/>
            </a:endParaRPr>
          </a:p>
        </p:txBody>
      </p:sp>
      <p:sp>
        <p:nvSpPr>
          <p:cNvPr id="3" name="矩形 2"/>
          <p:cNvSpPr/>
          <p:nvPr/>
        </p:nvSpPr>
        <p:spPr>
          <a:xfrm>
            <a:off x="839404" y="249350"/>
            <a:ext cx="9470058" cy="521970"/>
          </a:xfrm>
          <a:prstGeom prst="rect">
            <a:avLst/>
          </a:prstGeom>
        </p:spPr>
        <p:txBody>
          <a:bodyPr wrap="square">
            <a:spAutoFit/>
          </a:bodyPr>
          <a:p>
            <a:r>
              <a:rPr lang="zh-CN" altLang="en-US" sz="2800" b="1" dirty="0">
                <a:solidFill>
                  <a:srgbClr val="023B8C"/>
                </a:solidFill>
                <a:latin typeface="微软雅黑" panose="020B0503020204020204" charset="-122"/>
                <a:ea typeface="微软雅黑" panose="020B0503020204020204" charset="-122"/>
              </a:rPr>
              <a:t>实践案例九：</a:t>
            </a:r>
            <a:r>
              <a:rPr lang="zh-CN" altLang="en-US" sz="2800" b="1" dirty="0">
                <a:solidFill>
                  <a:srgbClr val="023B8C"/>
                </a:solidFill>
                <a:latin typeface="微软雅黑" panose="020B0503020204020204" charset="-122"/>
                <a:ea typeface="微软雅黑" panose="020B0503020204020204" charset="-122"/>
              </a:rPr>
              <a:t>软件水印</a:t>
            </a:r>
            <a:endParaRPr lang="zh-CN" altLang="en-US" sz="2800" b="1" dirty="0">
              <a:solidFill>
                <a:srgbClr val="023B8C"/>
              </a:solidFill>
              <a:latin typeface="微软雅黑" panose="020B0503020204020204" charset="-122"/>
              <a:ea typeface="微软雅黑" panose="020B0503020204020204" charset="-122"/>
            </a:endParaRPr>
          </a:p>
        </p:txBody>
      </p:sp>
      <p:grpSp>
        <p:nvGrpSpPr>
          <p:cNvPr id="6" name="组合 5"/>
          <p:cNvGrpSpPr/>
          <p:nvPr/>
        </p:nvGrpSpPr>
        <p:grpSpPr>
          <a:xfrm>
            <a:off x="123658" y="249350"/>
            <a:ext cx="979109" cy="533291"/>
            <a:chOff x="2215144" y="982844"/>
            <a:chExt cx="1258238" cy="912607"/>
          </a:xfrm>
        </p:grpSpPr>
        <p:sp>
          <p:nvSpPr>
            <p:cNvPr id="4" name="平行四边形 3"/>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5"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anim calcmode="lin" valueType="num">
                                      <p:cBhvr additive="base">
                                        <p:cTn id="7" dur="500" fill="hold"/>
                                        <p:tgtEl>
                                          <p:spTgt spid="471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71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7107">
                                            <p:txEl>
                                              <p:pRg st="1" end="1"/>
                                            </p:txEl>
                                          </p:spTgt>
                                        </p:tgtEl>
                                        <p:attrNameLst>
                                          <p:attrName>style.visibility</p:attrName>
                                        </p:attrNameLst>
                                      </p:cBhvr>
                                      <p:to>
                                        <p:strVal val="visible"/>
                                      </p:to>
                                    </p:set>
                                    <p:anim calcmode="lin" valueType="num">
                                      <p:cBhvr additive="base">
                                        <p:cTn id="13" dur="500" fill="hold"/>
                                        <p:tgtEl>
                                          <p:spTgt spid="4710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71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7107">
                                            <p:txEl>
                                              <p:pRg st="2" end="2"/>
                                            </p:txEl>
                                          </p:spTgt>
                                        </p:tgtEl>
                                        <p:attrNameLst>
                                          <p:attrName>style.visibility</p:attrName>
                                        </p:attrNameLst>
                                      </p:cBhvr>
                                      <p:to>
                                        <p:strVal val="visible"/>
                                      </p:to>
                                    </p:set>
                                    <p:anim calcmode="lin" valueType="num">
                                      <p:cBhvr additive="base">
                                        <p:cTn id="19" dur="500" fill="hold"/>
                                        <p:tgtEl>
                                          <p:spTgt spid="4710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710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7107">
                                            <p:txEl>
                                              <p:pRg st="3" end="3"/>
                                            </p:txEl>
                                          </p:spTgt>
                                        </p:tgtEl>
                                        <p:attrNameLst>
                                          <p:attrName>style.visibility</p:attrName>
                                        </p:attrNameLst>
                                      </p:cBhvr>
                                      <p:to>
                                        <p:strVal val="visible"/>
                                      </p:to>
                                    </p:set>
                                    <p:anim calcmode="lin" valueType="num">
                                      <p:cBhvr additive="base">
                                        <p:cTn id="25" dur="500" fill="hold"/>
                                        <p:tgtEl>
                                          <p:spTgt spid="4710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710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7107">
                                            <p:txEl>
                                              <p:pRg st="4" end="4"/>
                                            </p:txEl>
                                          </p:spTgt>
                                        </p:tgtEl>
                                        <p:attrNameLst>
                                          <p:attrName>style.visibility</p:attrName>
                                        </p:attrNameLst>
                                      </p:cBhvr>
                                      <p:to>
                                        <p:strVal val="visible"/>
                                      </p:to>
                                    </p:set>
                                    <p:anim calcmode="lin" valueType="num">
                                      <p:cBhvr additive="base">
                                        <p:cTn id="31" dur="500" fill="hold"/>
                                        <p:tgtEl>
                                          <p:spTgt spid="4710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710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7107">
                                            <p:txEl>
                                              <p:pRg st="5" end="5"/>
                                            </p:txEl>
                                          </p:spTgt>
                                        </p:tgtEl>
                                        <p:attrNameLst>
                                          <p:attrName>style.visibility</p:attrName>
                                        </p:attrNameLst>
                                      </p:cBhvr>
                                      <p:to>
                                        <p:strVal val="visible"/>
                                      </p:to>
                                    </p:set>
                                    <p:anim calcmode="lin" valueType="num">
                                      <p:cBhvr additive="base">
                                        <p:cTn id="37" dur="500" fill="hold"/>
                                        <p:tgtEl>
                                          <p:spTgt spid="47107">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710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7107">
                                            <p:txEl>
                                              <p:pRg st="6" end="6"/>
                                            </p:txEl>
                                          </p:spTgt>
                                        </p:tgtEl>
                                        <p:attrNameLst>
                                          <p:attrName>style.visibility</p:attrName>
                                        </p:attrNameLst>
                                      </p:cBhvr>
                                      <p:to>
                                        <p:strVal val="visible"/>
                                      </p:to>
                                    </p:set>
                                    <p:anim calcmode="lin" valueType="num">
                                      <p:cBhvr additive="base">
                                        <p:cTn id="43" dur="500" fill="hold"/>
                                        <p:tgtEl>
                                          <p:spTgt spid="47107">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710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47107">
                                            <p:txEl>
                                              <p:pRg st="7" end="7"/>
                                            </p:txEl>
                                          </p:spTgt>
                                        </p:tgtEl>
                                        <p:attrNameLst>
                                          <p:attrName>style.visibility</p:attrName>
                                        </p:attrNameLst>
                                      </p:cBhvr>
                                      <p:to>
                                        <p:strVal val="visible"/>
                                      </p:to>
                                    </p:set>
                                    <p:anim calcmode="lin" valueType="num">
                                      <p:cBhvr additive="base">
                                        <p:cTn id="49" dur="500" fill="hold"/>
                                        <p:tgtEl>
                                          <p:spTgt spid="47107">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710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47107">
                                            <p:txEl>
                                              <p:pRg st="8" end="8"/>
                                            </p:txEl>
                                          </p:spTgt>
                                        </p:tgtEl>
                                        <p:attrNameLst>
                                          <p:attrName>style.visibility</p:attrName>
                                        </p:attrNameLst>
                                      </p:cBhvr>
                                      <p:to>
                                        <p:strVal val="visible"/>
                                      </p:to>
                                    </p:set>
                                    <p:anim calcmode="lin" valueType="num">
                                      <p:cBhvr additive="base">
                                        <p:cTn id="55" dur="500" fill="hold"/>
                                        <p:tgtEl>
                                          <p:spTgt spid="47107">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47107">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ldLvl="5"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idx="1"/>
          </p:nvPr>
        </p:nvSpPr>
        <p:spPr>
          <a:xfrm>
            <a:off x="1199515" y="1341120"/>
            <a:ext cx="9429750" cy="2941320"/>
          </a:xfrm>
        </p:spPr>
        <p:txBody>
          <a:bodyPr/>
          <a:lstStyle/>
          <a:p>
            <a:pPr marL="342900" lvl="1" indent="-342900" algn="l">
              <a:lnSpc>
                <a:spcPct val="100000"/>
              </a:lnSpc>
              <a:buChar char="¡"/>
            </a:pPr>
            <a:r>
              <a:rPr lang="zh-CN" altLang="en-US" sz="2900" dirty="0">
                <a:cs typeface="+mn-cs"/>
              </a:rPr>
              <a:t>学习内容</a:t>
            </a:r>
            <a:endParaRPr lang="zh-CN" altLang="en-US" sz="2900" dirty="0">
              <a:cs typeface="+mn-cs"/>
            </a:endParaRPr>
          </a:p>
          <a:p>
            <a:pPr lvl="1" algn="l" latinLnBrk="0">
              <a:lnSpc>
                <a:spcPct val="150000"/>
              </a:lnSpc>
              <a:spcBef>
                <a:spcPts val="0"/>
              </a:spcBef>
            </a:pPr>
            <a:r>
              <a:rPr lang="zh-CN" altLang="en-US" dirty="0">
                <a:cs typeface="+mn-ea"/>
              </a:rPr>
              <a:t>学习软件水印的分类和原理。</a:t>
            </a:r>
            <a:endParaRPr lang="zh-CN" altLang="en-US" dirty="0">
              <a:cs typeface="+mn-ea"/>
            </a:endParaRPr>
          </a:p>
          <a:p>
            <a:pPr lvl="1" algn="l" latinLnBrk="0">
              <a:lnSpc>
                <a:spcPct val="150000"/>
              </a:lnSpc>
              <a:spcBef>
                <a:spcPts val="0"/>
              </a:spcBef>
            </a:pPr>
            <a:r>
              <a:rPr lang="zh-CN" altLang="en-US" dirty="0">
                <a:cs typeface="+mn-ea"/>
              </a:rPr>
              <a:t>生成静态数据水印。</a:t>
            </a:r>
            <a:endParaRPr lang="zh-CN" altLang="en-US" dirty="0">
              <a:cs typeface="+mn-ea"/>
            </a:endParaRPr>
          </a:p>
          <a:p>
            <a:pPr lvl="1" algn="l" latinLnBrk="0">
              <a:lnSpc>
                <a:spcPct val="150000"/>
              </a:lnSpc>
              <a:spcBef>
                <a:spcPts val="0"/>
              </a:spcBef>
            </a:pPr>
            <a:r>
              <a:rPr lang="zh-CN" altLang="en-US" dirty="0">
                <a:cs typeface="+mn-ea"/>
              </a:rPr>
              <a:t>掌握嵌入到源代码中的水印（静态代码水印）。</a:t>
            </a:r>
            <a:endParaRPr lang="zh-CN" altLang="en-US" dirty="0">
              <a:cs typeface="+mn-ea"/>
            </a:endParaRPr>
          </a:p>
          <a:p>
            <a:pPr lvl="1" algn="l" latinLnBrk="0">
              <a:lnSpc>
                <a:spcPct val="150000"/>
              </a:lnSpc>
              <a:spcBef>
                <a:spcPts val="0"/>
              </a:spcBef>
            </a:pPr>
            <a:r>
              <a:rPr lang="zh-CN" altLang="en-US" dirty="0">
                <a:cs typeface="+mn-ea"/>
              </a:rPr>
              <a:t>掌握在不影响软件功能的情况下提取水印信息。</a:t>
            </a:r>
            <a:endParaRPr lang="zh-CN" altLang="en-US" dirty="0">
              <a:cs typeface="+mn-ea"/>
            </a:endParaRPr>
          </a:p>
          <a:p>
            <a:pPr lvl="1" algn="l" latinLnBrk="0">
              <a:lnSpc>
                <a:spcPct val="150000"/>
              </a:lnSpc>
              <a:spcBef>
                <a:spcPts val="0"/>
              </a:spcBef>
            </a:pPr>
            <a:r>
              <a:rPr lang="zh-CN" altLang="en-US" dirty="0">
                <a:cs typeface="+mn-ea"/>
              </a:rPr>
              <a:t>掌握值类型动态数据结构水印。</a:t>
            </a:r>
            <a:endParaRPr lang="zh-CN" altLang="en-US" dirty="0">
              <a:cs typeface="+mn-ea"/>
            </a:endParaRPr>
          </a:p>
        </p:txBody>
      </p:sp>
      <p:sp>
        <p:nvSpPr>
          <p:cNvPr id="3" name="矩形 2"/>
          <p:cNvSpPr/>
          <p:nvPr/>
        </p:nvSpPr>
        <p:spPr>
          <a:xfrm>
            <a:off x="839404" y="249350"/>
            <a:ext cx="9470058" cy="521970"/>
          </a:xfrm>
          <a:prstGeom prst="rect">
            <a:avLst/>
          </a:prstGeom>
        </p:spPr>
        <p:txBody>
          <a:bodyPr wrap="square">
            <a:spAutoFit/>
          </a:bodyPr>
          <a:p>
            <a:r>
              <a:rPr lang="zh-CN" altLang="en-US" sz="2800" b="1" dirty="0">
                <a:solidFill>
                  <a:srgbClr val="023B8C"/>
                </a:solidFill>
                <a:latin typeface="微软雅黑" panose="020B0503020204020204" charset="-122"/>
                <a:ea typeface="微软雅黑" panose="020B0503020204020204" charset="-122"/>
                <a:sym typeface="+mn-ea"/>
              </a:rPr>
              <a:t>实践案例九：软件水印</a:t>
            </a:r>
            <a:endParaRPr lang="zh-CN" altLang="en-US" sz="2800" b="1" dirty="0">
              <a:solidFill>
                <a:srgbClr val="023B8C"/>
              </a:solidFill>
              <a:latin typeface="微软雅黑" panose="020B0503020204020204" charset="-122"/>
              <a:ea typeface="微软雅黑" panose="020B0503020204020204" charset="-122"/>
            </a:endParaRPr>
          </a:p>
        </p:txBody>
      </p:sp>
      <p:grpSp>
        <p:nvGrpSpPr>
          <p:cNvPr id="6" name="组合 5"/>
          <p:cNvGrpSpPr/>
          <p:nvPr/>
        </p:nvGrpSpPr>
        <p:grpSpPr>
          <a:xfrm>
            <a:off x="123658" y="249350"/>
            <a:ext cx="979109" cy="533291"/>
            <a:chOff x="2215144" y="982844"/>
            <a:chExt cx="1258238" cy="912607"/>
          </a:xfrm>
        </p:grpSpPr>
        <p:sp>
          <p:nvSpPr>
            <p:cNvPr id="4" name="平行四边形 3"/>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5"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anim calcmode="lin" valueType="num">
                                      <p:cBhvr additive="base">
                                        <p:cTn id="7" dur="500" fill="hold"/>
                                        <p:tgtEl>
                                          <p:spTgt spid="471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71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7107">
                                            <p:txEl>
                                              <p:pRg st="1" end="1"/>
                                            </p:txEl>
                                          </p:spTgt>
                                        </p:tgtEl>
                                        <p:attrNameLst>
                                          <p:attrName>style.visibility</p:attrName>
                                        </p:attrNameLst>
                                      </p:cBhvr>
                                      <p:to>
                                        <p:strVal val="visible"/>
                                      </p:to>
                                    </p:set>
                                    <p:anim calcmode="lin" valueType="num">
                                      <p:cBhvr additive="base">
                                        <p:cTn id="13" dur="500" fill="hold"/>
                                        <p:tgtEl>
                                          <p:spTgt spid="4710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71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7107">
                                            <p:txEl>
                                              <p:pRg st="2" end="2"/>
                                            </p:txEl>
                                          </p:spTgt>
                                        </p:tgtEl>
                                        <p:attrNameLst>
                                          <p:attrName>style.visibility</p:attrName>
                                        </p:attrNameLst>
                                      </p:cBhvr>
                                      <p:to>
                                        <p:strVal val="visible"/>
                                      </p:to>
                                    </p:set>
                                    <p:anim calcmode="lin" valueType="num">
                                      <p:cBhvr additive="base">
                                        <p:cTn id="19" dur="500" fill="hold"/>
                                        <p:tgtEl>
                                          <p:spTgt spid="4710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710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7107">
                                            <p:txEl>
                                              <p:pRg st="3" end="3"/>
                                            </p:txEl>
                                          </p:spTgt>
                                        </p:tgtEl>
                                        <p:attrNameLst>
                                          <p:attrName>style.visibility</p:attrName>
                                        </p:attrNameLst>
                                      </p:cBhvr>
                                      <p:to>
                                        <p:strVal val="visible"/>
                                      </p:to>
                                    </p:set>
                                    <p:anim calcmode="lin" valueType="num">
                                      <p:cBhvr additive="base">
                                        <p:cTn id="25" dur="500" fill="hold"/>
                                        <p:tgtEl>
                                          <p:spTgt spid="4710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710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7107">
                                            <p:txEl>
                                              <p:pRg st="4" end="4"/>
                                            </p:txEl>
                                          </p:spTgt>
                                        </p:tgtEl>
                                        <p:attrNameLst>
                                          <p:attrName>style.visibility</p:attrName>
                                        </p:attrNameLst>
                                      </p:cBhvr>
                                      <p:to>
                                        <p:strVal val="visible"/>
                                      </p:to>
                                    </p:set>
                                    <p:anim calcmode="lin" valueType="num">
                                      <p:cBhvr additive="base">
                                        <p:cTn id="31" dur="500" fill="hold"/>
                                        <p:tgtEl>
                                          <p:spTgt spid="4710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710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7107">
                                            <p:txEl>
                                              <p:pRg st="5" end="5"/>
                                            </p:txEl>
                                          </p:spTgt>
                                        </p:tgtEl>
                                        <p:attrNameLst>
                                          <p:attrName>style.visibility</p:attrName>
                                        </p:attrNameLst>
                                      </p:cBhvr>
                                      <p:to>
                                        <p:strVal val="visible"/>
                                      </p:to>
                                    </p:set>
                                    <p:anim calcmode="lin" valueType="num">
                                      <p:cBhvr additive="base">
                                        <p:cTn id="37" dur="500" fill="hold"/>
                                        <p:tgtEl>
                                          <p:spTgt spid="47107">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710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ldLvl="5"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2"/>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视频数字水印</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
        <p:nvSpPr>
          <p:cNvPr id="11" name="文本框 10"/>
          <p:cNvSpPr txBox="1"/>
          <p:nvPr/>
        </p:nvSpPr>
        <p:spPr>
          <a:xfrm>
            <a:off x="995680" y="1772920"/>
            <a:ext cx="7063740" cy="1076325"/>
          </a:xfrm>
          <a:prstGeom prst="rect">
            <a:avLst/>
          </a:prstGeom>
        </p:spPr>
        <p:txBody>
          <a:bodyPr wrap="square">
            <a:spAutoFit/>
          </a:bodyPr>
          <a:p>
            <a:pPr marL="762000" indent="-457200" defTabSz="266700">
              <a:buFont typeface="Arial" panose="020B0604020202020204" pitchFamily="34" charset="0"/>
              <a:buChar char="•"/>
            </a:pPr>
            <a:r>
              <a:rPr lang="zh-CN" altLang="en-US" sz="3200">
                <a:solidFill>
                  <a:srgbClr val="023B8C"/>
                </a:solidFill>
                <a:latin typeface="Times New Roman" panose="02020603050405020304"/>
                <a:ea typeface="宋体" panose="02010600030101010101" pitchFamily="2" charset="-122"/>
              </a:rPr>
              <a:t>视频水印的特点</a:t>
            </a:r>
            <a:endParaRPr lang="zh-CN" altLang="en-US" sz="3200">
              <a:solidFill>
                <a:srgbClr val="023B8C"/>
              </a:solidFill>
              <a:latin typeface="Times New Roman" panose="02020603050405020304"/>
              <a:ea typeface="宋体" panose="02010600030101010101" pitchFamily="2" charset="-122"/>
            </a:endParaRPr>
          </a:p>
          <a:p>
            <a:pPr marL="762000" indent="-457200" defTabSz="266700">
              <a:buFont typeface="Arial" panose="020B0604020202020204" pitchFamily="34" charset="0"/>
              <a:buChar char="•"/>
            </a:pPr>
            <a:r>
              <a:rPr lang="zh-CN" altLang="en-US" sz="3200">
                <a:solidFill>
                  <a:srgbClr val="023B8C"/>
                </a:solidFill>
                <a:latin typeface="Times New Roman" panose="02020603050405020304"/>
                <a:ea typeface="宋体" panose="02010600030101010101" pitchFamily="2" charset="-122"/>
              </a:rPr>
              <a:t>视频水印的分类</a:t>
            </a:r>
            <a:endParaRPr lang="zh-CN" altLang="en-US" sz="3200">
              <a:solidFill>
                <a:srgbClr val="023B8C"/>
              </a:solidFill>
              <a:latin typeface="Times New Roman" panose="02020603050405020304"/>
              <a:ea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2"/>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 name="矩形 1"/>
          <p:cNvSpPr/>
          <p:nvPr/>
        </p:nvSpPr>
        <p:spPr>
          <a:xfrm>
            <a:off x="893379" y="249350"/>
            <a:ext cx="9470058" cy="953135"/>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视频水印</a:t>
            </a:r>
            <a:r>
              <a:rPr lang="zh-CN" altLang="en-US" sz="2800" b="1" dirty="0">
                <a:solidFill>
                  <a:srgbClr val="023B8C"/>
                </a:solidFill>
                <a:latin typeface="微软雅黑" panose="020B0503020204020204" charset="-122"/>
                <a:ea typeface="微软雅黑" panose="020B0503020204020204" charset="-122"/>
              </a:rPr>
              <a:t>的特</a:t>
            </a:r>
            <a:r>
              <a:rPr lang="zh-CN" altLang="en-US" sz="2800" b="1" dirty="0">
                <a:solidFill>
                  <a:srgbClr val="023B8C"/>
                </a:solidFill>
                <a:latin typeface="微软雅黑" panose="020B0503020204020204" charset="-122"/>
                <a:ea typeface="微软雅黑" panose="020B0503020204020204" charset="-122"/>
                <a:sym typeface="+mn-ea"/>
              </a:rPr>
              <a:t>点</a:t>
            </a:r>
            <a:endParaRPr lang="zh-CN" altLang="en-US" sz="2800">
              <a:solidFill>
                <a:srgbClr val="023B8C"/>
              </a:solidFill>
              <a:latin typeface="Times New Roman" panose="02020603050405020304"/>
              <a:ea typeface="宋体" panose="02010600030101010101" pitchFamily="2" charset="-122"/>
            </a:endParaRPr>
          </a:p>
          <a:p>
            <a:pPr algn="l">
              <a:buClrTx/>
              <a:buSzTx/>
              <a:buFontTx/>
            </a:pP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
        <p:nvSpPr>
          <p:cNvPr id="3" name="内容占位符 2"/>
          <p:cNvSpPr>
            <a:spLocks noGrp="1"/>
          </p:cNvSpPr>
          <p:nvPr>
            <p:ph idx="1"/>
          </p:nvPr>
        </p:nvSpPr>
        <p:spPr>
          <a:xfrm>
            <a:off x="911225" y="1772920"/>
            <a:ext cx="9753600" cy="4114800"/>
          </a:xfrm>
        </p:spPr>
        <p:txBody>
          <a:bodyPr/>
          <a:p>
            <a:pPr marL="342900" lvl="1" indent="-342900">
              <a:buClr>
                <a:schemeClr val="tx2"/>
              </a:buClr>
              <a:buFont typeface="Wingdings" panose="05000000000000000000" pitchFamily="2" charset="2"/>
              <a:buChar char="¡"/>
            </a:pPr>
            <a:r>
              <a:rPr lang="zh-CN" altLang="en-US" dirty="0"/>
              <a:t>一是视频信息作为大容量、结构复杂、信息压缩等特征的载体，调整给定水印信息和宿主信号信息之间的比率，变得越来越不重要。</a:t>
            </a:r>
            <a:endParaRPr lang="zh-CN" altLang="en-US" dirty="0"/>
          </a:p>
          <a:p>
            <a:pPr marL="342900" lvl="1" indent="-342900">
              <a:buClr>
                <a:schemeClr val="tx2"/>
              </a:buClr>
              <a:buFont typeface="Wingdings" panose="05000000000000000000" pitchFamily="2" charset="2"/>
              <a:buChar char="¡"/>
            </a:pPr>
            <a:r>
              <a:rPr lang="zh-CN" altLang="en-US" dirty="0"/>
              <a:t>二是可用信号空间不同。</a:t>
            </a:r>
            <a:endParaRPr lang="zh-CN" altLang="en-US" dirty="0"/>
          </a:p>
          <a:p>
            <a:pPr marL="342900" lvl="1" indent="-342900">
              <a:buClr>
                <a:schemeClr val="tx2"/>
              </a:buClr>
              <a:buFont typeface="Wingdings" panose="05000000000000000000" pitchFamily="2" charset="2"/>
              <a:buChar char="¡"/>
            </a:pPr>
            <a:r>
              <a:rPr lang="zh-CN" altLang="en-US" dirty="0"/>
              <a:t>三是视频作为一系列静止图像的集合，会遭受一些特定的攻击，如掉帧、速率改变等。</a:t>
            </a:r>
            <a:endParaRPr lang="zh-CN" altLang="en-US" dirty="0"/>
          </a:p>
          <a:p>
            <a:pPr marL="342900" lvl="1" indent="-342900">
              <a:buClr>
                <a:schemeClr val="tx2"/>
              </a:buClr>
              <a:buFont typeface="Wingdings" panose="05000000000000000000" pitchFamily="2" charset="2"/>
              <a:buChar char="¡"/>
            </a:pPr>
            <a:r>
              <a:rPr lang="zh-CN" altLang="en-US" dirty="0"/>
              <a:t>四是虽然视频信号空间非常大，但视频水印经常有实时或接近实时的限制，与静止图像水印相比，降低复杂度的要求更重要。</a:t>
            </a:r>
            <a:endParaRPr lang="zh-CN" altLang="en-US" dirty="0"/>
          </a:p>
        </p:txBody>
      </p:sp>
      <p:sp>
        <p:nvSpPr>
          <p:cNvPr id="5" name="文本框 4"/>
          <p:cNvSpPr txBox="1"/>
          <p:nvPr/>
        </p:nvSpPr>
        <p:spPr>
          <a:xfrm>
            <a:off x="983615" y="1124585"/>
            <a:ext cx="9046210" cy="553085"/>
          </a:xfrm>
          <a:prstGeom prst="rect">
            <a:avLst/>
          </a:prstGeom>
        </p:spPr>
        <p:txBody>
          <a:bodyPr wrap="square">
            <a:spAutoFit/>
          </a:bodyPr>
          <a:p>
            <a:pPr marL="0" indent="127000" algn="just" defTabSz="266700">
              <a:lnSpc>
                <a:spcPct val="120000"/>
              </a:lnSpc>
              <a:spcAft>
                <a:spcPct val="0"/>
              </a:spcAft>
            </a:pPr>
            <a:r>
              <a:rPr lang="zh-CN" altLang="en-US" sz="2500" kern="0" dirty="0">
                <a:latin typeface="+mn-lt"/>
                <a:ea typeface="+mn-ea"/>
                <a:cs typeface="+mn-ea"/>
              </a:rPr>
              <a:t>视频水印和图像水印</a:t>
            </a:r>
            <a:r>
              <a:rPr lang="zh-CN" altLang="en-US" sz="2500" kern="0" dirty="0">
                <a:latin typeface="+mn-lt"/>
                <a:ea typeface="+mn-ea"/>
                <a:cs typeface="+mn-ea"/>
              </a:rPr>
              <a:t>存在较大差异。</a:t>
            </a:r>
            <a:endParaRPr lang="zh-CN" altLang="en-US" sz="2500" kern="0" dirty="0">
              <a:latin typeface="+mn-lt"/>
              <a:ea typeface="+mn-ea"/>
              <a:cs typeface="+mn-ea"/>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2"/>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 name="矩形 1"/>
          <p:cNvSpPr/>
          <p:nvPr/>
        </p:nvSpPr>
        <p:spPr>
          <a:xfrm>
            <a:off x="893379" y="249350"/>
            <a:ext cx="9470058" cy="953135"/>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视频水印</a:t>
            </a:r>
            <a:r>
              <a:rPr lang="zh-CN" altLang="en-US" sz="2800" b="1" dirty="0">
                <a:solidFill>
                  <a:srgbClr val="023B8C"/>
                </a:solidFill>
                <a:latin typeface="微软雅黑" panose="020B0503020204020204" charset="-122"/>
                <a:ea typeface="微软雅黑" panose="020B0503020204020204" charset="-122"/>
              </a:rPr>
              <a:t>的特</a:t>
            </a:r>
            <a:r>
              <a:rPr lang="zh-CN" altLang="en-US" sz="2800" b="1" dirty="0">
                <a:solidFill>
                  <a:srgbClr val="023B8C"/>
                </a:solidFill>
                <a:latin typeface="微软雅黑" panose="020B0503020204020204" charset="-122"/>
                <a:ea typeface="微软雅黑" panose="020B0503020204020204" charset="-122"/>
                <a:sym typeface="+mn-ea"/>
              </a:rPr>
              <a:t>点</a:t>
            </a:r>
            <a:endParaRPr lang="zh-CN" altLang="en-US" sz="2800">
              <a:solidFill>
                <a:srgbClr val="023B8C"/>
              </a:solidFill>
              <a:latin typeface="Times New Roman" panose="02020603050405020304"/>
              <a:ea typeface="宋体" panose="02010600030101010101" pitchFamily="2" charset="-122"/>
            </a:endParaRPr>
          </a:p>
          <a:p>
            <a:pPr algn="l">
              <a:buClrTx/>
              <a:buSzTx/>
              <a:buFontTx/>
            </a:pP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
        <p:nvSpPr>
          <p:cNvPr id="3" name="内容占位符 2"/>
          <p:cNvSpPr>
            <a:spLocks noGrp="1"/>
          </p:cNvSpPr>
          <p:nvPr>
            <p:ph idx="1"/>
          </p:nvPr>
        </p:nvSpPr>
        <p:spPr>
          <a:xfrm>
            <a:off x="1056005" y="1988820"/>
            <a:ext cx="10382885" cy="4114800"/>
          </a:xfrm>
        </p:spPr>
        <p:txBody>
          <a:bodyPr/>
          <a:p>
            <a:pPr marL="342900" lvl="1" indent="-342900">
              <a:buClr>
                <a:schemeClr val="tx2"/>
              </a:buClr>
              <a:buFont typeface="Wingdings" panose="05000000000000000000" pitchFamily="2" charset="2"/>
              <a:buChar char="¡"/>
            </a:pPr>
            <a:r>
              <a:rPr lang="zh-CN" altLang="en-US" dirty="0"/>
              <a:t>复杂度：在某些应用中，水印嵌入和检测的复杂度不对称。水印嵌入应当复杂，以抵抗各种可能的攻击，而水印提取和检测基于实时应用应当简单。</a:t>
            </a:r>
            <a:endParaRPr lang="zh-CN" altLang="en-US" dirty="0"/>
          </a:p>
          <a:p>
            <a:pPr marL="342900" lvl="1" indent="-342900">
              <a:buClr>
                <a:schemeClr val="tx2"/>
              </a:buClr>
              <a:buFont typeface="Wingdings" panose="05000000000000000000" pitchFamily="2" charset="2"/>
              <a:buChar char="¡"/>
            </a:pPr>
            <a:r>
              <a:rPr lang="zh-CN" altLang="en-US" dirty="0"/>
              <a:t>压缩域处理：视频数据通常以压缩的格式存储，基于复杂度要求，更宜将水印加入压缩后的视频码流中，如解码后加入水印再进行编码，计算量将相当大。</a:t>
            </a:r>
            <a:endParaRPr lang="zh-CN" altLang="en-US" dirty="0"/>
          </a:p>
          <a:p>
            <a:pPr marL="342900" lvl="1" indent="-342900">
              <a:buClr>
                <a:schemeClr val="tx2"/>
              </a:buClr>
              <a:buFont typeface="Wingdings" panose="05000000000000000000" pitchFamily="2" charset="2"/>
              <a:buChar char="¡"/>
            </a:pPr>
            <a:r>
              <a:rPr lang="zh-CN" altLang="en-US" dirty="0"/>
              <a:t>恒定码率：加入水印不应该增加视频流码率。</a:t>
            </a:r>
            <a:endParaRPr lang="zh-CN" altLang="en-US" dirty="0"/>
          </a:p>
          <a:p>
            <a:pPr marL="342900" lvl="1" indent="-342900">
              <a:buClr>
                <a:schemeClr val="tx2"/>
              </a:buClr>
              <a:buFont typeface="Wingdings" panose="05000000000000000000" pitchFamily="2" charset="2"/>
              <a:buChar char="¡"/>
            </a:pPr>
            <a:r>
              <a:rPr lang="zh-CN" altLang="en-US" dirty="0"/>
              <a:t>水印检测时不需要原始视频，因为保存所有的原始视频几乎不可能。</a:t>
            </a:r>
            <a:endParaRPr lang="zh-CN" altLang="en-US" dirty="0"/>
          </a:p>
        </p:txBody>
      </p:sp>
      <p:sp>
        <p:nvSpPr>
          <p:cNvPr id="4" name="文本框 3"/>
          <p:cNvSpPr txBox="1"/>
          <p:nvPr/>
        </p:nvSpPr>
        <p:spPr>
          <a:xfrm>
            <a:off x="1055370" y="1318895"/>
            <a:ext cx="9046210" cy="553085"/>
          </a:xfrm>
          <a:prstGeom prst="rect">
            <a:avLst/>
          </a:prstGeom>
        </p:spPr>
        <p:txBody>
          <a:bodyPr wrap="square">
            <a:spAutoFit/>
          </a:bodyPr>
          <a:p>
            <a:pPr marL="0" indent="127000" algn="just" defTabSz="266700">
              <a:lnSpc>
                <a:spcPct val="120000"/>
              </a:lnSpc>
              <a:spcAft>
                <a:spcPct val="0"/>
              </a:spcAft>
            </a:pPr>
            <a:r>
              <a:rPr lang="zh-CN" altLang="en-US" sz="2500" kern="0" dirty="0">
                <a:latin typeface="+mn-lt"/>
                <a:ea typeface="+mn-ea"/>
                <a:cs typeface="+mn-ea"/>
              </a:rPr>
              <a:t>视频水印除了具备难以觉察性、鲁棒性外，还具有以下</a:t>
            </a:r>
            <a:r>
              <a:rPr lang="zh-CN" altLang="en-US" sz="2500" kern="0" dirty="0">
                <a:latin typeface="+mn-lt"/>
                <a:ea typeface="+mn-ea"/>
                <a:cs typeface="+mn-ea"/>
              </a:rPr>
              <a:t>特性：</a:t>
            </a:r>
            <a:endParaRPr lang="zh-CN" altLang="en-US" sz="2500" kern="0" dirty="0">
              <a:latin typeface="+mn-lt"/>
              <a:ea typeface="+mn-ea"/>
              <a:cs typeface="+mn-ea"/>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2"/>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 name="矩形 1"/>
          <p:cNvSpPr/>
          <p:nvPr/>
        </p:nvSpPr>
        <p:spPr>
          <a:xfrm>
            <a:off x="893379" y="249350"/>
            <a:ext cx="9470058" cy="953135"/>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视频水印</a:t>
            </a:r>
            <a:r>
              <a:rPr lang="zh-CN" altLang="en-US" sz="2800" b="1" dirty="0">
                <a:solidFill>
                  <a:srgbClr val="023B8C"/>
                </a:solidFill>
                <a:latin typeface="微软雅黑" panose="020B0503020204020204" charset="-122"/>
                <a:ea typeface="微软雅黑" panose="020B0503020204020204" charset="-122"/>
                <a:sym typeface="+mn-ea"/>
              </a:rPr>
              <a:t>的分类</a:t>
            </a:r>
            <a:endParaRPr lang="zh-CN" altLang="en-US" sz="2800">
              <a:solidFill>
                <a:srgbClr val="023B8C"/>
              </a:solidFill>
              <a:latin typeface="Times New Roman" panose="02020603050405020304"/>
              <a:ea typeface="宋体" panose="02010600030101010101" pitchFamily="2" charset="-122"/>
            </a:endParaRPr>
          </a:p>
          <a:p>
            <a:pPr algn="l">
              <a:buClrTx/>
              <a:buSzTx/>
              <a:buFontTx/>
            </a:pP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
        <p:nvSpPr>
          <p:cNvPr id="3" name="内容占位符 2"/>
          <p:cNvSpPr>
            <a:spLocks noGrp="1"/>
          </p:cNvSpPr>
          <p:nvPr>
            <p:ph idx="1"/>
          </p:nvPr>
        </p:nvSpPr>
        <p:spPr>
          <a:xfrm>
            <a:off x="1056005" y="1557020"/>
            <a:ext cx="10382885" cy="4114800"/>
          </a:xfrm>
        </p:spPr>
        <p:txBody>
          <a:bodyPr/>
          <a:p>
            <a:pPr marL="342900" lvl="1" indent="-342900">
              <a:buClr>
                <a:schemeClr val="tx2"/>
              </a:buClr>
              <a:buFont typeface="Wingdings" panose="05000000000000000000" pitchFamily="2" charset="2"/>
              <a:buChar char="¡"/>
            </a:pPr>
            <a:r>
              <a:rPr lang="zh-CN" altLang="en-US" dirty="0"/>
              <a:t>按嵌入位置：</a:t>
            </a:r>
            <a:r>
              <a:rPr lang="zh-CN" altLang="en-US" dirty="0"/>
              <a:t>分为空间域和变换域；</a:t>
            </a:r>
            <a:endParaRPr lang="zh-CN" altLang="en-US" dirty="0"/>
          </a:p>
          <a:p>
            <a:pPr marL="342900" lvl="1" indent="-342900">
              <a:buClr>
                <a:schemeClr val="tx2"/>
              </a:buClr>
              <a:buFont typeface="Wingdings" panose="05000000000000000000" pitchFamily="2" charset="2"/>
              <a:buChar char="¡"/>
            </a:pPr>
            <a:r>
              <a:rPr lang="zh-CN" altLang="en-US" dirty="0"/>
              <a:t>按水印特性分：分为鲁棒性水印、脆弱性水印和半脆弱性水印；</a:t>
            </a:r>
            <a:endParaRPr lang="zh-CN" altLang="en-US" dirty="0"/>
          </a:p>
          <a:p>
            <a:pPr marL="342900" lvl="1" indent="-342900">
              <a:buClr>
                <a:schemeClr val="tx2"/>
              </a:buClr>
              <a:buFont typeface="Wingdings" panose="05000000000000000000" pitchFamily="2" charset="2"/>
              <a:buChar char="¡"/>
            </a:pPr>
            <a:r>
              <a:rPr lang="zh-CN" altLang="en-US" dirty="0"/>
              <a:t>按嵌入码流位置：分为在在原始视频流嵌入、在视频编码器嵌入、视频压缩码流嵌入；</a:t>
            </a:r>
            <a:endParaRPr lang="zh-CN" altLang="en-US" dirty="0"/>
          </a:p>
          <a:p>
            <a:pPr marL="342900" lvl="1" indent="-342900">
              <a:buClr>
                <a:schemeClr val="tx2"/>
              </a:buClr>
              <a:buFont typeface="Wingdings" panose="05000000000000000000" pitchFamily="2" charset="2"/>
              <a:buChar char="¡"/>
            </a:pPr>
            <a:r>
              <a:rPr lang="zh-CN" altLang="en-US" dirty="0"/>
              <a:t>按水印的嵌入与提取是否跟视频的内容相关分：分为与视频内容无关的第一代视频水印和基于内容的第二代视频水印方案；</a:t>
            </a:r>
            <a:endParaRPr lang="zh-CN" altLang="en-US" dirty="0"/>
          </a:p>
          <a:p>
            <a:pPr marL="342900" lvl="1" indent="-342900">
              <a:buClr>
                <a:schemeClr val="tx2"/>
              </a:buClr>
              <a:buFont typeface="Wingdings" panose="05000000000000000000" pitchFamily="2" charset="2"/>
              <a:buChar char="¡"/>
            </a:pPr>
            <a:r>
              <a:rPr lang="zh-CN" altLang="en-US" dirty="0"/>
              <a:t>按视频载体采用的压缩编码标准分：分为基于MPEG1或2标准的视频水印、基于MPEG4标准的视频水印和基于其它压缩标准。</a:t>
            </a:r>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2"/>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 name="矩形 1"/>
          <p:cNvSpPr/>
          <p:nvPr/>
        </p:nvSpPr>
        <p:spPr>
          <a:xfrm>
            <a:off x="893379" y="249350"/>
            <a:ext cx="9470058" cy="953135"/>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视频水印</a:t>
            </a:r>
            <a:r>
              <a:rPr lang="zh-CN" altLang="en-US" sz="2800" b="1" dirty="0">
                <a:solidFill>
                  <a:srgbClr val="023B8C"/>
                </a:solidFill>
                <a:latin typeface="微软雅黑" panose="020B0503020204020204" charset="-122"/>
                <a:ea typeface="微软雅黑" panose="020B0503020204020204" charset="-122"/>
                <a:sym typeface="+mn-ea"/>
              </a:rPr>
              <a:t>的分类</a:t>
            </a:r>
            <a:endParaRPr lang="zh-CN" altLang="en-US" sz="2800">
              <a:solidFill>
                <a:srgbClr val="023B8C"/>
              </a:solidFill>
              <a:latin typeface="Times New Roman" panose="02020603050405020304"/>
              <a:ea typeface="宋体" panose="02010600030101010101" pitchFamily="2" charset="-122"/>
            </a:endParaRPr>
          </a:p>
          <a:p>
            <a:pPr algn="l">
              <a:buClrTx/>
              <a:buSzTx/>
              <a:buFontTx/>
            </a:pP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
        <p:nvSpPr>
          <p:cNvPr id="3" name="内容占位符 2"/>
          <p:cNvSpPr>
            <a:spLocks noGrp="1"/>
          </p:cNvSpPr>
          <p:nvPr>
            <p:ph idx="1"/>
          </p:nvPr>
        </p:nvSpPr>
        <p:spPr>
          <a:xfrm>
            <a:off x="1056005" y="1557020"/>
            <a:ext cx="10382885" cy="4114800"/>
          </a:xfrm>
        </p:spPr>
        <p:txBody>
          <a:bodyPr/>
          <a:p>
            <a:pPr marL="342900" lvl="1" indent="-342900">
              <a:buClr>
                <a:schemeClr val="tx2"/>
              </a:buClr>
              <a:buFont typeface="Wingdings" panose="05000000000000000000" pitchFamily="2" charset="2"/>
              <a:buChar char="¡"/>
            </a:pPr>
            <a:r>
              <a:rPr lang="zh-CN" altLang="en-US" dirty="0"/>
              <a:t>视频水印根据根据嵌入码流类型的不同一般可分成三种：</a:t>
            </a:r>
            <a:endParaRPr lang="zh-CN" altLang="en-US" dirty="0"/>
          </a:p>
          <a:p>
            <a:pPr lvl="1" algn="l">
              <a:buFont typeface="Wingdings" panose="05000000000000000000" pitchFamily="2" charset="2"/>
              <a:buChar char="l"/>
            </a:pPr>
            <a:r>
              <a:rPr lang="zh-CN" altLang="en-US" dirty="0">
                <a:cs typeface="+mn-ea"/>
              </a:rPr>
              <a:t>在原始视频流中嵌入；</a:t>
            </a:r>
            <a:endParaRPr lang="zh-CN" altLang="en-US" dirty="0">
              <a:cs typeface="+mn-ea"/>
            </a:endParaRPr>
          </a:p>
          <a:p>
            <a:pPr lvl="1" algn="l">
              <a:buFont typeface="Wingdings" panose="05000000000000000000" pitchFamily="2" charset="2"/>
              <a:buChar char="l"/>
            </a:pPr>
            <a:r>
              <a:rPr lang="zh-CN" altLang="en-US" dirty="0">
                <a:cs typeface="+mn-ea"/>
              </a:rPr>
              <a:t>在视频编码器中嵌入；</a:t>
            </a:r>
            <a:endParaRPr lang="zh-CN" altLang="en-US" dirty="0">
              <a:cs typeface="+mn-ea"/>
            </a:endParaRPr>
          </a:p>
          <a:p>
            <a:pPr lvl="1" algn="l">
              <a:buFont typeface="Wingdings" panose="05000000000000000000" pitchFamily="2" charset="2"/>
              <a:buChar char="l"/>
            </a:pPr>
            <a:r>
              <a:rPr lang="zh-CN" altLang="en-US" dirty="0">
                <a:cs typeface="+mn-ea"/>
              </a:rPr>
              <a:t>在视频压缩码流中嵌入</a:t>
            </a:r>
            <a:endParaRPr lang="zh-CN" altLang="en-US" dirty="0"/>
          </a:p>
        </p:txBody>
      </p:sp>
      <p:graphicFrame>
        <p:nvGraphicFramePr>
          <p:cNvPr id="4" name="对象 -2147482624"/>
          <p:cNvGraphicFramePr>
            <a:graphicFrameLocks noChangeAspect="1"/>
          </p:cNvGraphicFramePr>
          <p:nvPr/>
        </p:nvGraphicFramePr>
        <p:xfrm>
          <a:off x="1199515" y="3573145"/>
          <a:ext cx="8576310" cy="2319655"/>
        </p:xfrm>
        <a:graphic>
          <a:graphicData uri="http://schemas.openxmlformats.org/presentationml/2006/ole">
            <mc:AlternateContent xmlns:mc="http://schemas.openxmlformats.org/markup-compatibility/2006">
              <mc:Choice xmlns:v="urn:schemas-microsoft-com:vml" Requires="v">
                <p:oleObj spid="_x0000_s3076" name="" r:id="rId1" imgW="4182110" imgH="1143000" progId="Equation.DSMT4">
                  <p:embed/>
                </p:oleObj>
              </mc:Choice>
              <mc:Fallback>
                <p:oleObj name="" r:id="rId1" imgW="4182110" imgH="1143000" progId="Equation.DSMT4">
                  <p:embed/>
                  <p:pic>
                    <p:nvPicPr>
                      <p:cNvPr id="0" name="图片 3075"/>
                      <p:cNvPicPr/>
                      <p:nvPr/>
                    </p:nvPicPr>
                    <p:blipFill>
                      <a:blip r:embed="rId2"/>
                      <a:stretch>
                        <a:fillRect/>
                      </a:stretch>
                    </p:blipFill>
                    <p:spPr>
                      <a:xfrm>
                        <a:off x="1199515" y="3573145"/>
                        <a:ext cx="8576310" cy="2319655"/>
                      </a:xfrm>
                      <a:prstGeom prst="rect">
                        <a:avLst/>
                      </a:prstGeom>
                      <a:noFill/>
                      <a:ln w="38100">
                        <a:noFill/>
                        <a:miter/>
                      </a:ln>
                    </p:spPr>
                  </p:pic>
                </p:oleObj>
              </mc:Fallback>
            </mc:AlternateContent>
          </a:graphicData>
        </a:graphic>
      </p:graphicFrame>
    </p:spTree>
    <p:custDataLst>
      <p:tags r:id="rId3"/>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2"/>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视频数字水印</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
        <p:nvSpPr>
          <p:cNvPr id="3" name="内容占位符 2"/>
          <p:cNvSpPr>
            <a:spLocks noGrp="1"/>
          </p:cNvSpPr>
          <p:nvPr>
            <p:ph idx="1"/>
          </p:nvPr>
        </p:nvSpPr>
        <p:spPr>
          <a:xfrm>
            <a:off x="995680" y="1628775"/>
            <a:ext cx="10368280" cy="4114800"/>
          </a:xfrm>
        </p:spPr>
        <p:txBody>
          <a:bodyPr/>
          <a:p>
            <a:r>
              <a:rPr lang="zh-CN" altLang="en-US" dirty="0"/>
              <a:t>前面讲的视频水印都是基于帧的视频水印方案。实际应用中，非法使用者常常并不使用整幅图像（帧），而只是剪切图像（帧）中某些有意义的对象来非法使用。由于这样，基于对象的视频水印的思想很早就产生了。</a:t>
            </a:r>
            <a:endParaRPr lang="zh-CN" altLang="en-US" dirty="0"/>
          </a:p>
          <a:p>
            <a:r>
              <a:rPr lang="zh-CN" altLang="en-US" dirty="0"/>
              <a:t>另一方面，为进一步提高视频压缩的效率，研究人员提出了基于对象的视频压缩算法，例如已经制定出的MPEG-4。</a:t>
            </a:r>
            <a:endParaRPr lang="zh-CN" altLang="en-US" dirty="0"/>
          </a:p>
          <a:p>
            <a:r>
              <a:rPr lang="zh-CN" altLang="en-US" dirty="0"/>
              <a:t>基于对象的视频水印成为视频水印的一个热门研究方向。</a:t>
            </a:r>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343449" y="1268413"/>
            <a:ext cx="9751483" cy="4114800"/>
          </a:xfrm>
        </p:spPr>
        <p:txBody>
          <a:bodyPr/>
          <a:lstStyle/>
          <a:p>
            <a:r>
              <a:rPr lang="zh-CN" altLang="en-US" dirty="0"/>
              <a:t>本章主要介绍文本、软件和视频水印。</a:t>
            </a:r>
            <a:endParaRPr lang="zh-CN" altLang="en-US" dirty="0"/>
          </a:p>
          <a:p>
            <a:r>
              <a:rPr lang="zh-CN" altLang="en-US" dirty="0"/>
              <a:t>需要掌握以下知识点：</a:t>
            </a:r>
            <a:endParaRPr lang="zh-CN" altLang="en-US" dirty="0"/>
          </a:p>
          <a:p>
            <a:pPr lvl="1" algn="l">
              <a:lnSpc>
                <a:spcPct val="150000"/>
              </a:lnSpc>
              <a:spcBef>
                <a:spcPts val="0"/>
              </a:spcBef>
            </a:pPr>
            <a:r>
              <a:rPr lang="zh-CN" altLang="en-US" dirty="0">
                <a:cs typeface="+mn-ea"/>
              </a:rPr>
              <a:t>典型的文本信息隐藏方法，包括语义隐藏、显示特征隐藏、格式信息隐藏等。</a:t>
            </a:r>
            <a:endParaRPr lang="zh-CN" altLang="en-US" dirty="0">
              <a:cs typeface="+mn-ea"/>
            </a:endParaRPr>
          </a:p>
          <a:p>
            <a:pPr lvl="1" algn="l">
              <a:lnSpc>
                <a:spcPct val="150000"/>
              </a:lnSpc>
              <a:spcBef>
                <a:spcPts val="0"/>
              </a:spcBef>
            </a:pPr>
            <a:r>
              <a:rPr lang="zh-CN" altLang="en-US" dirty="0">
                <a:cs typeface="+mn-ea"/>
              </a:rPr>
              <a:t>软件数字水印的概念、基本特征和分类，掌握静态软件水印和动态软件水印的特点。</a:t>
            </a:r>
            <a:endParaRPr lang="zh-CN" altLang="en-US" dirty="0">
              <a:cs typeface="+mn-ea"/>
            </a:endParaRPr>
          </a:p>
          <a:p>
            <a:pPr lvl="1" algn="l">
              <a:lnSpc>
                <a:spcPct val="150000"/>
              </a:lnSpc>
              <a:spcBef>
                <a:spcPts val="0"/>
              </a:spcBef>
            </a:pPr>
            <a:r>
              <a:rPr lang="zh-CN" altLang="en-US" dirty="0">
                <a:cs typeface="+mn-ea"/>
              </a:rPr>
              <a:t>通过实践掌握软件水印的基本实现方法并尝试进行攻击。</a:t>
            </a:r>
            <a:endParaRPr lang="zh-CN" altLang="en-US" dirty="0">
              <a:cs typeface="+mn-ea"/>
            </a:endParaRPr>
          </a:p>
          <a:p>
            <a:pPr lvl="1" algn="l">
              <a:lnSpc>
                <a:spcPct val="150000"/>
              </a:lnSpc>
              <a:spcBef>
                <a:spcPts val="0"/>
              </a:spcBef>
            </a:pPr>
            <a:r>
              <a:rPr lang="zh-CN" altLang="en-US" dirty="0">
                <a:cs typeface="+mn-ea"/>
              </a:rPr>
              <a:t>视频水印的特点。</a:t>
            </a:r>
            <a:endParaRPr lang="zh-CN" altLang="en-US" dirty="0">
              <a:cs typeface="+mn-ea"/>
            </a:endParaRPr>
          </a:p>
          <a:p>
            <a:pPr lvl="1" algn="l">
              <a:lnSpc>
                <a:spcPct val="150000"/>
              </a:lnSpc>
              <a:spcBef>
                <a:spcPts val="0"/>
              </a:spcBef>
            </a:pPr>
            <a:r>
              <a:rPr lang="zh-CN" altLang="en-US" dirty="0">
                <a:cs typeface="+mn-ea"/>
              </a:rPr>
              <a:t>视频水印嵌入码流三种不同类型的优缺点。</a:t>
            </a:r>
            <a:endParaRPr lang="zh-CN" altLang="en-US" dirty="0">
              <a:cs typeface="+mn-ea"/>
            </a:endParaRPr>
          </a:p>
        </p:txBody>
      </p:sp>
      <p:sp>
        <p:nvSpPr>
          <p:cNvPr id="4" name="矩形 3"/>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本章小结</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9" name="Rectangle 3"/>
          <p:cNvSpPr>
            <a:spLocks noGrp="1" noChangeArrowheads="1"/>
          </p:cNvSpPr>
          <p:nvPr>
            <p:ph idx="1"/>
          </p:nvPr>
        </p:nvSpPr>
        <p:spPr>
          <a:xfrm>
            <a:off x="1487170" y="1484630"/>
            <a:ext cx="10097770" cy="4114800"/>
          </a:xfrm>
        </p:spPr>
        <p:txBody>
          <a:bodyPr/>
          <a:lstStyle/>
          <a:p>
            <a:pPr eaLnBrk="1" hangingPunct="1"/>
            <a:r>
              <a:rPr lang="zh-CN" altLang="en-US" dirty="0"/>
              <a:t>【简答题】</a:t>
            </a:r>
            <a:endParaRPr lang="zh-CN" altLang="en-US" dirty="0"/>
          </a:p>
          <a:p>
            <a:pPr lvl="1" algn="l">
              <a:lnSpc>
                <a:spcPct val="150000"/>
              </a:lnSpc>
              <a:spcBef>
                <a:spcPts val="0"/>
              </a:spcBef>
            </a:pPr>
            <a:r>
              <a:rPr lang="zh-CN" altLang="en-US" dirty="0">
                <a:cs typeface="+mn-ea"/>
              </a:rPr>
              <a:t>1.为使软件水印能够真正发挥保护软件所有者的知识产权的作用，一般要求软件水印具有哪些特征？</a:t>
            </a:r>
            <a:endParaRPr lang="zh-CN" altLang="en-US" dirty="0">
              <a:cs typeface="+mn-ea"/>
            </a:endParaRPr>
          </a:p>
          <a:p>
            <a:pPr lvl="1" algn="l">
              <a:lnSpc>
                <a:spcPct val="150000"/>
              </a:lnSpc>
              <a:spcBef>
                <a:spcPts val="0"/>
              </a:spcBef>
            </a:pPr>
            <a:r>
              <a:rPr lang="zh-CN" altLang="en-US" dirty="0">
                <a:cs typeface="+mn-ea"/>
              </a:rPr>
              <a:t>2.什么是文本信息隐藏？文本信息隐藏方法可分为哪几类？</a:t>
            </a:r>
            <a:endParaRPr lang="zh-CN" altLang="en-US" dirty="0">
              <a:cs typeface="+mn-ea"/>
            </a:endParaRPr>
          </a:p>
          <a:p>
            <a:pPr lvl="1" algn="l">
              <a:lnSpc>
                <a:spcPct val="150000"/>
              </a:lnSpc>
              <a:spcBef>
                <a:spcPts val="0"/>
              </a:spcBef>
            </a:pPr>
            <a:r>
              <a:rPr lang="zh-CN" altLang="en-US" dirty="0">
                <a:cs typeface="+mn-ea"/>
              </a:rPr>
              <a:t>3.视频水印的特点是什么？视频水印和图像水印的相同点是什么？</a:t>
            </a:r>
            <a:endParaRPr lang="zh-CN" altLang="en-US" dirty="0">
              <a:cs typeface="+mn-ea"/>
            </a:endParaRPr>
          </a:p>
          <a:p>
            <a:pPr lvl="1" algn="l">
              <a:lnSpc>
                <a:spcPct val="150000"/>
              </a:lnSpc>
              <a:spcBef>
                <a:spcPts val="0"/>
              </a:spcBef>
            </a:pPr>
            <a:r>
              <a:rPr lang="zh-CN" altLang="en-US" dirty="0">
                <a:cs typeface="+mn-ea"/>
              </a:rPr>
              <a:t>4.视频水印方案三算法是水印直接嵌入在视频压缩码流中，实现方案三应具备的具体基本条件是什么？</a:t>
            </a:r>
            <a:endParaRPr lang="zh-CN" altLang="en-US" dirty="0">
              <a:cs typeface="+mn-ea"/>
            </a:endParaRPr>
          </a:p>
        </p:txBody>
      </p:sp>
      <p:sp>
        <p:nvSpPr>
          <p:cNvPr id="4" name="矩形 3"/>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课后习题</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课后习题</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
        <p:nvSpPr>
          <p:cNvPr id="3" name="文本框 2"/>
          <p:cNvSpPr txBox="1"/>
          <p:nvPr/>
        </p:nvSpPr>
        <p:spPr>
          <a:xfrm>
            <a:off x="1343025" y="1172210"/>
            <a:ext cx="6096000" cy="537210"/>
          </a:xfrm>
          <a:prstGeom prst="rect">
            <a:avLst/>
          </a:prstGeom>
          <a:noFill/>
        </p:spPr>
        <p:txBody>
          <a:bodyPr wrap="square" rtlCol="0" anchor="t">
            <a:spAutoFit/>
          </a:bodyPr>
          <a:p>
            <a:pPr marL="342900" indent="-342900" algn="l" eaLnBrk="1" hangingPunct="1">
              <a:spcBef>
                <a:spcPct val="20000"/>
              </a:spcBef>
              <a:buClr>
                <a:schemeClr val="tx2"/>
              </a:buClr>
              <a:buSzPct val="70000"/>
              <a:buFont typeface="Wingdings" panose="05000000000000000000" pitchFamily="2" charset="2"/>
              <a:buChar char="¡"/>
            </a:pPr>
            <a:r>
              <a:rPr lang="zh-CN" altLang="en-US" sz="2900" kern="0" dirty="0">
                <a:latin typeface="+mn-lt"/>
                <a:ea typeface="+mn-ea"/>
                <a:sym typeface="+mn-ea"/>
              </a:rPr>
              <a:t>【</a:t>
            </a:r>
            <a:r>
              <a:rPr lang="zh-CN" altLang="en-US" sz="2900" kern="0" dirty="0">
                <a:latin typeface="+mn-lt"/>
                <a:ea typeface="+mn-ea"/>
                <a:sym typeface="+mn-ea"/>
              </a:rPr>
              <a:t>填空题】</a:t>
            </a:r>
            <a:endParaRPr lang="zh-CN" altLang="en-US" sz="2900" kern="0" dirty="0">
              <a:latin typeface="+mn-lt"/>
              <a:ea typeface="+mn-ea"/>
              <a:sym typeface="+mn-ea"/>
            </a:endParaRPr>
          </a:p>
        </p:txBody>
      </p:sp>
      <p:pic>
        <p:nvPicPr>
          <p:cNvPr id="5" name="图片 4"/>
          <p:cNvPicPr>
            <a:picLocks noChangeAspect="1"/>
          </p:cNvPicPr>
          <p:nvPr/>
        </p:nvPicPr>
        <p:blipFill>
          <a:blip r:embed="rId1"/>
          <a:srcRect t="4640" b="59076"/>
          <a:stretch>
            <a:fillRect/>
          </a:stretch>
        </p:blipFill>
        <p:spPr>
          <a:xfrm>
            <a:off x="1450975" y="1772920"/>
            <a:ext cx="8912225" cy="4378325"/>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课后习题</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
        <p:nvSpPr>
          <p:cNvPr id="3" name="文本框 2"/>
          <p:cNvSpPr txBox="1"/>
          <p:nvPr/>
        </p:nvSpPr>
        <p:spPr>
          <a:xfrm>
            <a:off x="1343025" y="1172210"/>
            <a:ext cx="6096000" cy="537210"/>
          </a:xfrm>
          <a:prstGeom prst="rect">
            <a:avLst/>
          </a:prstGeom>
          <a:noFill/>
        </p:spPr>
        <p:txBody>
          <a:bodyPr wrap="square" rtlCol="0" anchor="t">
            <a:spAutoFit/>
          </a:bodyPr>
          <a:p>
            <a:pPr marL="342900" indent="-342900" algn="l" eaLnBrk="1" hangingPunct="1">
              <a:spcBef>
                <a:spcPct val="20000"/>
              </a:spcBef>
              <a:buClr>
                <a:schemeClr val="tx2"/>
              </a:buClr>
              <a:buSzPct val="70000"/>
              <a:buFont typeface="Wingdings" panose="05000000000000000000" pitchFamily="2" charset="2"/>
              <a:buChar char="¡"/>
            </a:pPr>
            <a:r>
              <a:rPr lang="zh-CN" altLang="en-US" sz="2900" kern="0" dirty="0">
                <a:latin typeface="+mn-lt"/>
                <a:ea typeface="+mn-ea"/>
                <a:sym typeface="+mn-ea"/>
              </a:rPr>
              <a:t>【</a:t>
            </a:r>
            <a:r>
              <a:rPr lang="zh-CN" altLang="en-US" sz="2900" kern="0" dirty="0">
                <a:latin typeface="+mn-lt"/>
                <a:ea typeface="+mn-ea"/>
                <a:sym typeface="+mn-ea"/>
              </a:rPr>
              <a:t>填空题】</a:t>
            </a:r>
            <a:endParaRPr lang="zh-CN" altLang="en-US" sz="2900" kern="0" dirty="0">
              <a:latin typeface="+mn-lt"/>
              <a:ea typeface="+mn-ea"/>
              <a:sym typeface="+mn-ea"/>
            </a:endParaRPr>
          </a:p>
        </p:txBody>
      </p:sp>
      <p:pic>
        <p:nvPicPr>
          <p:cNvPr id="5" name="图片 4"/>
          <p:cNvPicPr>
            <a:picLocks noChangeAspect="1"/>
          </p:cNvPicPr>
          <p:nvPr/>
        </p:nvPicPr>
        <p:blipFill>
          <a:blip r:embed="rId1"/>
          <a:srcRect t="41766" b="9299"/>
          <a:stretch>
            <a:fillRect/>
          </a:stretch>
        </p:blipFill>
        <p:spPr>
          <a:xfrm>
            <a:off x="1559560" y="1628775"/>
            <a:ext cx="7482205" cy="4957445"/>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tags/tag1.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2.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3.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4.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5.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6.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7.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8.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9.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10.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11.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12.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13.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14.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15.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16.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17.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18.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19.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20.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21.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22.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23.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24.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25.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2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3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3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3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3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34.xml><?xml version="1.0" encoding="utf-8"?>
<p:tagLst xmlns:p="http://schemas.openxmlformats.org/presentationml/2006/main">
  <p:tag name="commondata" val="eyJoZGlkIjoiZmJkYjc5YTllNzJiNTY4M2VjMDk1Zjg3MmJhYTFlYmQifQ=="/>
</p:tagLst>
</file>

<file path=ppt/theme/theme1.xml><?xml version="1.0" encoding="utf-8"?>
<a:theme xmlns:a="http://schemas.openxmlformats.org/drawingml/2006/main" name="Eclipse">
  <a:themeElements>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fontScheme name="自定义-华文楷体">
      <a:majorFont>
        <a:latin typeface="Calibri"/>
        <a:ea typeface="华文楷体"/>
        <a:cs typeface=""/>
      </a:majorFont>
      <a:minorFont>
        <a:latin typeface="Times New Roman"/>
        <a:ea typeface="华文楷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defRPr>
        </a:defPPr>
      </a:lstStyle>
    </a:lnDef>
  </a:objectDefaults>
  <a:extraClrSchemeLst>
    <a:extraClrScheme>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clrMap bg1="lt1" tx1="dk1" bg2="lt2" tx2="dk2" accent1="accent1" accent2="accent2" accent3="accent3" accent4="accent4" accent5="accent5" accent6="accent6" hlink="hlink" folHlink="folHlink"/>
    </a:extraClrScheme>
    <a:extraClrScheme>
      <a:clrScheme name="Eclipse 2">
        <a:dk1>
          <a:srgbClr val="000000"/>
        </a:dk1>
        <a:lt1>
          <a:srgbClr val="FFFFFF"/>
        </a:lt1>
        <a:dk2>
          <a:srgbClr val="333366"/>
        </a:dk2>
        <a:lt2>
          <a:srgbClr val="5F5F5F"/>
        </a:lt2>
        <a:accent1>
          <a:srgbClr val="CC99FF"/>
        </a:accent1>
        <a:accent2>
          <a:srgbClr val="99CCCC"/>
        </a:accent2>
        <a:accent3>
          <a:srgbClr val="FFFFFF"/>
        </a:accent3>
        <a:accent4>
          <a:srgbClr val="000000"/>
        </a:accent4>
        <a:accent5>
          <a:srgbClr val="E2CAFF"/>
        </a:accent5>
        <a:accent6>
          <a:srgbClr val="8AB9B9"/>
        </a:accent6>
        <a:hlink>
          <a:srgbClr val="666699"/>
        </a:hlink>
        <a:folHlink>
          <a:srgbClr val="660066"/>
        </a:folHlink>
      </a:clrScheme>
      <a:clrMap bg1="lt1" tx1="dk1" bg2="lt2" tx2="dk2" accent1="accent1" accent2="accent2" accent3="accent3" accent4="accent4" accent5="accent5" accent6="accent6" hlink="hlink" folHlink="folHlink"/>
    </a:extraClrScheme>
    <a:extraClrScheme>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clrMap bg1="lt1" tx1="dk1" bg2="lt2" tx2="dk2" accent1="accent1" accent2="accent2" accent3="accent3" accent4="accent4" accent5="accent5" accent6="accent6" hlink="hlink" folHlink="folHlink"/>
    </a:extraClrScheme>
    <a:extraClrScheme>
      <a:clrScheme name="Eclipse 4">
        <a:dk1>
          <a:srgbClr val="000000"/>
        </a:dk1>
        <a:lt1>
          <a:srgbClr val="64AAAE"/>
        </a:lt1>
        <a:dk2>
          <a:srgbClr val="FFFFCC"/>
        </a:dk2>
        <a:lt2>
          <a:srgbClr val="5F5F5F"/>
        </a:lt2>
        <a:accent1>
          <a:srgbClr val="B4B1DB"/>
        </a:accent1>
        <a:accent2>
          <a:srgbClr val="61C1D7"/>
        </a:accent2>
        <a:accent3>
          <a:srgbClr val="B8D2D3"/>
        </a:accent3>
        <a:accent4>
          <a:srgbClr val="000000"/>
        </a:accent4>
        <a:accent5>
          <a:srgbClr val="D6D5EA"/>
        </a:accent5>
        <a:accent6>
          <a:srgbClr val="57AFC3"/>
        </a:accent6>
        <a:hlink>
          <a:srgbClr val="257177"/>
        </a:hlink>
        <a:folHlink>
          <a:srgbClr val="CCCCCC"/>
        </a:folHlink>
      </a:clrScheme>
      <a:clrMap bg1="lt1" tx1="dk1" bg2="lt2" tx2="dk2" accent1="accent1" accent2="accent2" accent3="accent3" accent4="accent4" accent5="accent5" accent6="accent6" hlink="hlink" folHlink="folHlink"/>
    </a:extraClrScheme>
    <a:extraClrScheme>
      <a:clrScheme name="Eclipse 5">
        <a:dk1>
          <a:srgbClr val="5F5F5F"/>
        </a:dk1>
        <a:lt1>
          <a:srgbClr val="F8F8F8"/>
        </a:lt1>
        <a:dk2>
          <a:srgbClr val="2A285A"/>
        </a:dk2>
        <a:lt2>
          <a:srgbClr val="FFFFFF"/>
        </a:lt2>
        <a:accent1>
          <a:srgbClr val="999966"/>
        </a:accent1>
        <a:accent2>
          <a:srgbClr val="8C8B9D"/>
        </a:accent2>
        <a:accent3>
          <a:srgbClr val="ACACB5"/>
        </a:accent3>
        <a:accent4>
          <a:srgbClr val="D4D4D4"/>
        </a:accent4>
        <a:accent5>
          <a:srgbClr val="CACAB8"/>
        </a:accent5>
        <a:accent6>
          <a:srgbClr val="7E7D8E"/>
        </a:accent6>
        <a:hlink>
          <a:srgbClr val="465174"/>
        </a:hlink>
        <a:folHlink>
          <a:srgbClr val="C0C0C0"/>
        </a:folHlink>
      </a:clrScheme>
      <a:clrMap bg1="dk2" tx1="lt1" bg2="dk1" tx2="lt2" accent1="accent1" accent2="accent2" accent3="accent3" accent4="accent4" accent5="accent5" accent6="accent6" hlink="hlink" folHlink="folHlink"/>
    </a:extraClrScheme>
    <a:extraClrScheme>
      <a:clrScheme name="Eclipse 6">
        <a:dk1>
          <a:srgbClr val="434343"/>
        </a:dk1>
        <a:lt1>
          <a:srgbClr val="FFFFFF"/>
        </a:lt1>
        <a:dk2>
          <a:srgbClr val="360404"/>
        </a:dk2>
        <a:lt2>
          <a:srgbClr val="FFFFFF"/>
        </a:lt2>
        <a:accent1>
          <a:srgbClr val="669900"/>
        </a:accent1>
        <a:accent2>
          <a:srgbClr val="CC6600"/>
        </a:accent2>
        <a:accent3>
          <a:srgbClr val="AEAAAA"/>
        </a:accent3>
        <a:accent4>
          <a:srgbClr val="DADADA"/>
        </a:accent4>
        <a:accent5>
          <a:srgbClr val="B8CAAA"/>
        </a:accent5>
        <a:accent6>
          <a:srgbClr val="B95C00"/>
        </a:accent6>
        <a:hlink>
          <a:srgbClr val="CC3300"/>
        </a:hlink>
        <a:folHlink>
          <a:srgbClr val="808080"/>
        </a:folHlink>
      </a:clrScheme>
      <a:clrMap bg1="dk2" tx1="lt1" bg2="dk1" tx2="lt2" accent1="accent1" accent2="accent2" accent3="accent3" accent4="accent4" accent5="accent5" accent6="accent6" hlink="hlink" folHlink="folHlink"/>
    </a:extraClrScheme>
    <a:extraClrScheme>
      <a:clrScheme name="Eclipse 7">
        <a:dk1>
          <a:srgbClr val="434343"/>
        </a:dk1>
        <a:lt1>
          <a:srgbClr val="FFFFFF"/>
        </a:lt1>
        <a:dk2>
          <a:srgbClr val="000000"/>
        </a:dk2>
        <a:lt2>
          <a:srgbClr val="8285FE"/>
        </a:lt2>
        <a:accent1>
          <a:srgbClr val="669900"/>
        </a:accent1>
        <a:accent2>
          <a:srgbClr val="9900FF"/>
        </a:accent2>
        <a:accent3>
          <a:srgbClr val="AAAAAA"/>
        </a:accent3>
        <a:accent4>
          <a:srgbClr val="DADADA"/>
        </a:accent4>
        <a:accent5>
          <a:srgbClr val="B8CAAA"/>
        </a:accent5>
        <a:accent6>
          <a:srgbClr val="8A00E7"/>
        </a:accent6>
        <a:hlink>
          <a:srgbClr val="6600CC"/>
        </a:hlink>
        <a:folHlink>
          <a:srgbClr val="808080"/>
        </a:folHlink>
      </a:clrScheme>
      <a:clrMap bg1="dk2" tx1="lt1" bg2="dk1" tx2="lt2" accent1="accent1" accent2="accent2" accent3="accent3" accent4="accent4" accent5="accent5" accent6="accent6" hlink="hlink" folHlink="folHlink"/>
    </a:extraClrScheme>
    <a:extraClrScheme>
      <a:clrScheme name="Eclipse 8">
        <a:dk1>
          <a:srgbClr val="434343"/>
        </a:dk1>
        <a:lt1>
          <a:srgbClr val="FFFFFF"/>
        </a:lt1>
        <a:dk2>
          <a:srgbClr val="000000"/>
        </a:dk2>
        <a:lt2>
          <a:srgbClr val="0066FF"/>
        </a:lt2>
        <a:accent1>
          <a:srgbClr val="339966"/>
        </a:accent1>
        <a:accent2>
          <a:srgbClr val="FFCC00"/>
        </a:accent2>
        <a:accent3>
          <a:srgbClr val="AAAAAA"/>
        </a:accent3>
        <a:accent4>
          <a:srgbClr val="DADADA"/>
        </a:accent4>
        <a:accent5>
          <a:srgbClr val="ADCAB8"/>
        </a:accent5>
        <a:accent6>
          <a:srgbClr val="E7B900"/>
        </a:accent6>
        <a:hlink>
          <a:srgbClr val="CC0000"/>
        </a:hlink>
        <a:folHlink>
          <a:srgbClr val="808080"/>
        </a:folHlink>
      </a:clrScheme>
      <a:clrMap bg1="dk2" tx1="lt1" bg2="dk1" tx2="lt2" accent1="accent1" accent2="accent2" accent3="accent3" accent4="accent4" accent5="accent5" accent6="accent6" hlink="hlink" folHlink="folHlink"/>
    </a:extraClrScheme>
    <a:extraClrScheme>
      <a:clrScheme name="Eclipse 9">
        <a:dk1>
          <a:srgbClr val="333300"/>
        </a:dk1>
        <a:lt1>
          <a:srgbClr val="FFFFFF"/>
        </a:lt1>
        <a:dk2>
          <a:srgbClr val="669900"/>
        </a:dk2>
        <a:lt2>
          <a:srgbClr val="FFFFCC"/>
        </a:lt2>
        <a:accent1>
          <a:srgbClr val="CCCC00"/>
        </a:accent1>
        <a:accent2>
          <a:srgbClr val="99CC00"/>
        </a:accent2>
        <a:accent3>
          <a:srgbClr val="B8CAAA"/>
        </a:accent3>
        <a:accent4>
          <a:srgbClr val="DADADA"/>
        </a:accent4>
        <a:accent5>
          <a:srgbClr val="E2E2AA"/>
        </a:accent5>
        <a:accent6>
          <a:srgbClr val="8AB900"/>
        </a:accent6>
        <a:hlink>
          <a:srgbClr val="336600"/>
        </a:hlink>
        <a:folHlink>
          <a:srgbClr val="FFFF66"/>
        </a:folHlink>
      </a:clrScheme>
      <a:clrMap bg1="dk2" tx1="lt1" bg2="dk1" tx2="lt2" accent1="accent1" accent2="accent2" accent3="accent3" accent4="accent4" accent5="accent5" accent6="accent6" hlink="hlink" folHlink="folHlink"/>
    </a:extraClrScheme>
    <a:extraClrScheme>
      <a:clrScheme name="Eclipse 10">
        <a:dk1>
          <a:srgbClr val="333333"/>
        </a:dk1>
        <a:lt1>
          <a:srgbClr val="FFFFCC"/>
        </a:lt1>
        <a:dk2>
          <a:srgbClr val="660000"/>
        </a:dk2>
        <a:lt2>
          <a:srgbClr val="CCCCCC"/>
        </a:lt2>
        <a:accent1>
          <a:srgbClr val="FF6600"/>
        </a:accent1>
        <a:accent2>
          <a:srgbClr val="CC3300"/>
        </a:accent2>
        <a:accent3>
          <a:srgbClr val="B8AAAA"/>
        </a:accent3>
        <a:accent4>
          <a:srgbClr val="DADAAE"/>
        </a:accent4>
        <a:accent5>
          <a:srgbClr val="FFB8AA"/>
        </a:accent5>
        <a:accent6>
          <a:srgbClr val="B92D00"/>
        </a:accent6>
        <a:hlink>
          <a:srgbClr val="990000"/>
        </a:hlink>
        <a:folHlink>
          <a:srgbClr val="CC99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Eclipse</Template>
  <TotalTime>0</TotalTime>
  <Words>7459</Words>
  <Application>WPS 演示</Application>
  <PresentationFormat>全屏显示(4:3)</PresentationFormat>
  <Paragraphs>775</Paragraphs>
  <Slides>83</Slides>
  <Notes>41</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1</vt:i4>
      </vt:variant>
      <vt:variant>
        <vt:lpstr>幻灯片标题</vt:lpstr>
      </vt:variant>
      <vt:variant>
        <vt:i4>83</vt:i4>
      </vt:variant>
    </vt:vector>
  </HeadingPairs>
  <TitlesOfParts>
    <vt:vector size="100" baseType="lpstr">
      <vt:lpstr>Arial</vt:lpstr>
      <vt:lpstr>宋体</vt:lpstr>
      <vt:lpstr>Wingdings</vt:lpstr>
      <vt:lpstr>Verdana</vt:lpstr>
      <vt:lpstr>Calibri</vt:lpstr>
      <vt:lpstr>华文楷体</vt:lpstr>
      <vt:lpstr>Times New Roman</vt:lpstr>
      <vt:lpstr>楷体</vt:lpstr>
      <vt:lpstr>Arial Black</vt:lpstr>
      <vt:lpstr>黑体</vt:lpstr>
      <vt:lpstr>微软雅黑</vt:lpstr>
      <vt:lpstr>Impact</vt:lpstr>
      <vt:lpstr>Times New Roman</vt:lpstr>
      <vt:lpstr>Arial Unicode MS</vt:lpstr>
      <vt:lpstr>Tahoma</vt:lpstr>
      <vt:lpstr>Eclipse</vt:lpstr>
      <vt:lpstr>Equation.DSMT4</vt:lpstr>
      <vt:lpstr>PowerPoint 演示文稿</vt:lpstr>
      <vt:lpstr>PowerPoint 演示文稿</vt:lpstr>
      <vt:lpstr>PowerPoint 演示文稿</vt:lpstr>
      <vt:lpstr>文本文档的分类</vt:lpstr>
      <vt:lpstr>文本文档的分类与特点</vt:lpstr>
      <vt:lpstr>文本文档信息隐藏的特点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在HTML文件中隐藏信息</vt:lpstr>
      <vt:lpstr>PowerPoint 演示文稿</vt:lpstr>
      <vt:lpstr>PowerPoint 演示文稿</vt:lpstr>
      <vt:lpstr>PowerPoint 演示文稿</vt:lpstr>
      <vt:lpstr>PowerPoint 演示文稿</vt:lpstr>
      <vt:lpstr>PowerPoint 演示文稿</vt:lpstr>
      <vt:lpstr>PowerPoint 演示文稿</vt:lpstr>
      <vt:lpstr>行间距编码</vt:lpstr>
      <vt:lpstr>字间距编码</vt:lpstr>
      <vt:lpstr>字间距编码</vt:lpstr>
      <vt:lpstr>字间距编码</vt:lpstr>
      <vt:lpstr>字间距编码</vt:lpstr>
      <vt:lpstr>字间距编码</vt:lpstr>
      <vt:lpstr>字间距编码</vt:lpstr>
      <vt:lpstr>字间距编码</vt:lpstr>
      <vt:lpstr>字间距编码</vt:lpstr>
      <vt:lpstr>字间距编码</vt:lpstr>
      <vt:lpstr>字间距编码</vt:lpstr>
      <vt:lpstr>字间距编码</vt:lpstr>
      <vt:lpstr>字符拉升算法</vt:lpstr>
      <vt:lpstr>调整字符高度</vt:lpstr>
      <vt:lpstr>调整字符高度</vt:lpstr>
      <vt:lpstr>调整拓扑信息</vt:lpstr>
      <vt:lpstr>变换域算法</vt:lpstr>
      <vt:lpstr>PowerPoint 演示文稿</vt:lpstr>
      <vt:lpstr>PowerPoint 演示文稿</vt:lpstr>
      <vt:lpstr>应用场景</vt:lpstr>
      <vt:lpstr>PowerPoint 演示文稿</vt:lpstr>
      <vt:lpstr>PowerPoint 演示文稿</vt:lpstr>
      <vt:lpstr>针对软件水印的攻击</vt:lpstr>
      <vt:lpstr>保持软件语义的篡改攻击</vt:lpstr>
      <vt:lpstr>增加冗余操作数</vt:lpstr>
      <vt:lpstr>模块并行化</vt:lpstr>
      <vt:lpstr>简单流程图复杂化</vt:lpstr>
      <vt:lpstr>循环语句变换</vt:lpstr>
      <vt:lpstr>内嵌技术</vt:lpstr>
      <vt:lpstr>数据编码</vt:lpstr>
      <vt:lpstr>剪裁、添加、失真攻击</vt:lpstr>
      <vt:lpstr>共谋攻击</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针对静态代码软件水印的攻击 </vt:lpstr>
      <vt:lpstr>PowerPoint 演示文稿</vt:lpstr>
      <vt:lpstr>PowerPoint 演示文稿</vt:lpstr>
      <vt:lpstr>PowerPoint 演示文稿</vt:lpstr>
      <vt:lpstr>PowerPoint 演示文稿</vt:lpstr>
      <vt:lpstr>基于大数分解难题的软件水印方案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Sun</dc:creator>
  <cp:lastModifiedBy>BUPT</cp:lastModifiedBy>
  <cp:revision>483</cp:revision>
  <dcterms:created xsi:type="dcterms:W3CDTF">2113-01-01T00:00:00Z</dcterms:created>
  <dcterms:modified xsi:type="dcterms:W3CDTF">2024-07-27T13:32:44Z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2052-12.1.0.17147</vt:lpwstr>
  </property>
  <property fmtid="{D5CDD505-2E9C-101B-9397-08002B2CF9AE}" pid="3" name="ICV">
    <vt:lpwstr>736BB3419C0545DD92DC8DDCC8E023F3_13</vt:lpwstr>
  </property>
</Properties>
</file>