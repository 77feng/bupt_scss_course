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2" r:id="rId3"/>
    <p:sldMasterId id="2147483676" r:id="rId4"/>
  </p:sldMasterIdLst>
  <p:notesMasterIdLst>
    <p:notesMasterId r:id="rId6"/>
  </p:notesMasterIdLst>
  <p:handoutMasterIdLst>
    <p:handoutMasterId r:id="rId68"/>
  </p:handoutMasterIdLst>
  <p:sldIdLst>
    <p:sldId id="256" r:id="rId5"/>
    <p:sldId id="307" r:id="rId7"/>
    <p:sldId id="308" r:id="rId8"/>
    <p:sldId id="267" r:id="rId9"/>
    <p:sldId id="257" r:id="rId10"/>
    <p:sldId id="258" r:id="rId11"/>
    <p:sldId id="340" r:id="rId12"/>
    <p:sldId id="359" r:id="rId13"/>
    <p:sldId id="349" r:id="rId14"/>
    <p:sldId id="350" r:id="rId15"/>
    <p:sldId id="309" r:id="rId16"/>
    <p:sldId id="260" r:id="rId17"/>
    <p:sldId id="336" r:id="rId18"/>
    <p:sldId id="312" r:id="rId19"/>
    <p:sldId id="335" r:id="rId20"/>
    <p:sldId id="337" r:id="rId21"/>
    <p:sldId id="356" r:id="rId22"/>
    <p:sldId id="378" r:id="rId23"/>
    <p:sldId id="379" r:id="rId24"/>
    <p:sldId id="314" r:id="rId25"/>
    <p:sldId id="353" r:id="rId26"/>
    <p:sldId id="319" r:id="rId27"/>
    <p:sldId id="354" r:id="rId28"/>
    <p:sldId id="330" r:id="rId29"/>
    <p:sldId id="326" r:id="rId30"/>
    <p:sldId id="282" r:id="rId31"/>
    <p:sldId id="290" r:id="rId32"/>
    <p:sldId id="304" r:id="rId33"/>
    <p:sldId id="424" r:id="rId34"/>
    <p:sldId id="390" r:id="rId35"/>
    <p:sldId id="391" r:id="rId36"/>
    <p:sldId id="392" r:id="rId37"/>
    <p:sldId id="393" r:id="rId38"/>
    <p:sldId id="394" r:id="rId39"/>
    <p:sldId id="395" r:id="rId40"/>
    <p:sldId id="396" r:id="rId41"/>
    <p:sldId id="397" r:id="rId42"/>
    <p:sldId id="398" r:id="rId43"/>
    <p:sldId id="399" r:id="rId44"/>
    <p:sldId id="400" r:id="rId45"/>
    <p:sldId id="401" r:id="rId46"/>
    <p:sldId id="402" r:id="rId47"/>
    <p:sldId id="403" r:id="rId48"/>
    <p:sldId id="404" r:id="rId49"/>
    <p:sldId id="405" r:id="rId50"/>
    <p:sldId id="406" r:id="rId51"/>
    <p:sldId id="407" r:id="rId52"/>
    <p:sldId id="408" r:id="rId53"/>
    <p:sldId id="409" r:id="rId54"/>
    <p:sldId id="410" r:id="rId55"/>
    <p:sldId id="411" r:id="rId56"/>
    <p:sldId id="412" r:id="rId57"/>
    <p:sldId id="413" r:id="rId58"/>
    <p:sldId id="414" r:id="rId59"/>
    <p:sldId id="415" r:id="rId60"/>
    <p:sldId id="416" r:id="rId61"/>
    <p:sldId id="417" r:id="rId62"/>
    <p:sldId id="418" r:id="rId63"/>
    <p:sldId id="419" r:id="rId64"/>
    <p:sldId id="420" r:id="rId65"/>
    <p:sldId id="421" r:id="rId66"/>
    <p:sldId id="422" r:id="rId67"/>
  </p:sldIdLst>
  <p:sldSz cx="12192000" cy="6858000"/>
  <p:notesSz cx="6858000" cy="9144000"/>
  <p:defaultTextStyle>
    <a:defPPr>
      <a:defRPr lang="en-US"/>
    </a:defPPr>
    <a:lvl1pPr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1pPr>
    <a:lvl2pPr marL="4572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2pPr>
    <a:lvl3pPr marL="9144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3pPr>
    <a:lvl4pPr marL="13716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4pPr>
    <a:lvl5pPr marL="1828800" algn="l" rtl="0" fontAlgn="base">
      <a:spcBef>
        <a:spcPct val="0"/>
      </a:spcBef>
      <a:spcAft>
        <a:spcPct val="0"/>
      </a:spcAft>
      <a:defRPr kumimoji="1" sz="2400" kern="1200">
        <a:solidFill>
          <a:schemeClr val="tx1"/>
        </a:solidFill>
        <a:latin typeface="Tahoma" panose="020B0604030504040204" pitchFamily="34"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ahoma" panose="020B060403050404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59"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пользователь Microsoft Office" initials="Office" lastIdx="1" clrIdx="0"/>
  <p:cmAuthor id="2" name="Administrator" initials="A" lastIdx="1" clrIdx="1"/>
  <p:cmAuthor id="3" name="1033406563@qq.com" initials="1" lastIdx="1" clrIdx="2"/>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2787"/>
    <p:restoredTop sz="85121" autoAdjust="0"/>
  </p:normalViewPr>
  <p:slideViewPr>
    <p:cSldViewPr showGuides="1">
      <p:cViewPr varScale="1">
        <p:scale>
          <a:sx n="97" d="100"/>
          <a:sy n="97" d="100"/>
        </p:scale>
        <p:origin x="1596" y="78"/>
      </p:cViewPr>
      <p:guideLst>
        <p:guide orient="horz" pos="2159"/>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22" d="100"/>
          <a:sy n="22" d="100"/>
        </p:scale>
        <p:origin x="-2574" y="-96"/>
      </p:cViewPr>
      <p:guideLst>
        <p:guide orient="horz" pos="2879"/>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2" Type="http://schemas.openxmlformats.org/officeDocument/2006/relationships/commentAuthors" Target="commentAuthors.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2.xml"/><Relationship Id="rId69" Type="http://schemas.openxmlformats.org/officeDocument/2006/relationships/presProps" Target="presProps.xml"/><Relationship Id="rId68" Type="http://schemas.openxmlformats.org/officeDocument/2006/relationships/handoutMaster" Target="handoutMasters/handoutMaster1.xml"/><Relationship Id="rId67" Type="http://schemas.openxmlformats.org/officeDocument/2006/relationships/slide" Target="slides/slide62.xml"/><Relationship Id="rId66" Type="http://schemas.openxmlformats.org/officeDocument/2006/relationships/slide" Target="slides/slide61.xml"/><Relationship Id="rId65" Type="http://schemas.openxmlformats.org/officeDocument/2006/relationships/slide" Target="slides/slide60.xml"/><Relationship Id="rId64" Type="http://schemas.openxmlformats.org/officeDocument/2006/relationships/slide" Target="slides/slide59.xml"/><Relationship Id="rId63" Type="http://schemas.openxmlformats.org/officeDocument/2006/relationships/slide" Target="slides/slide58.xml"/><Relationship Id="rId62" Type="http://schemas.openxmlformats.org/officeDocument/2006/relationships/slide" Target="slides/slide57.xml"/><Relationship Id="rId61" Type="http://schemas.openxmlformats.org/officeDocument/2006/relationships/slide" Target="slides/slide56.xml"/><Relationship Id="rId60" Type="http://schemas.openxmlformats.org/officeDocument/2006/relationships/slide" Target="slides/slide55.xml"/><Relationship Id="rId6" Type="http://schemas.openxmlformats.org/officeDocument/2006/relationships/notesMaster" Target="notesMasters/notesMaster1.xml"/><Relationship Id="rId59" Type="http://schemas.openxmlformats.org/officeDocument/2006/relationships/slide" Target="slides/slide54.xml"/><Relationship Id="rId58" Type="http://schemas.openxmlformats.org/officeDocument/2006/relationships/slide" Target="slides/slide53.xml"/><Relationship Id="rId57" Type="http://schemas.openxmlformats.org/officeDocument/2006/relationships/slide" Target="slides/slide52.xml"/><Relationship Id="rId56" Type="http://schemas.openxmlformats.org/officeDocument/2006/relationships/slide" Target="slides/slide51.xml"/><Relationship Id="rId55" Type="http://schemas.openxmlformats.org/officeDocument/2006/relationships/slide" Target="slides/slide50.xml"/><Relationship Id="rId54" Type="http://schemas.openxmlformats.org/officeDocument/2006/relationships/slide" Target="slides/slide49.xml"/><Relationship Id="rId53" Type="http://schemas.openxmlformats.org/officeDocument/2006/relationships/slide" Target="slides/slide48.xml"/><Relationship Id="rId52" Type="http://schemas.openxmlformats.org/officeDocument/2006/relationships/slide" Target="slides/slide47.xml"/><Relationship Id="rId51" Type="http://schemas.openxmlformats.org/officeDocument/2006/relationships/slide" Target="slides/slide46.xml"/><Relationship Id="rId50" Type="http://schemas.openxmlformats.org/officeDocument/2006/relationships/slide" Target="slides/slide45.xml"/><Relationship Id="rId5" Type="http://schemas.openxmlformats.org/officeDocument/2006/relationships/slide" Target="slides/slide1.xml"/><Relationship Id="rId49" Type="http://schemas.openxmlformats.org/officeDocument/2006/relationships/slide" Target="slides/slide44.xml"/><Relationship Id="rId48" Type="http://schemas.openxmlformats.org/officeDocument/2006/relationships/slide" Target="slides/slide43.xml"/><Relationship Id="rId47" Type="http://schemas.openxmlformats.org/officeDocument/2006/relationships/slide" Target="slides/slide42.xml"/><Relationship Id="rId46" Type="http://schemas.openxmlformats.org/officeDocument/2006/relationships/slide" Target="slides/slide41.xml"/><Relationship Id="rId45" Type="http://schemas.openxmlformats.org/officeDocument/2006/relationships/slide" Target="slides/slide40.xml"/><Relationship Id="rId44" Type="http://schemas.openxmlformats.org/officeDocument/2006/relationships/slide" Target="slides/slide39.xml"/><Relationship Id="rId43" Type="http://schemas.openxmlformats.org/officeDocument/2006/relationships/slide" Target="slides/slide38.xml"/><Relationship Id="rId42" Type="http://schemas.openxmlformats.org/officeDocument/2006/relationships/slide" Target="slides/slide37.xml"/><Relationship Id="rId41" Type="http://schemas.openxmlformats.org/officeDocument/2006/relationships/slide" Target="slides/slide36.xml"/><Relationship Id="rId40" Type="http://schemas.openxmlformats.org/officeDocument/2006/relationships/slide" Target="slides/slide35.xml"/><Relationship Id="rId4" Type="http://schemas.openxmlformats.org/officeDocument/2006/relationships/slideMaster" Target="slideMasters/slideMaster3.xml"/><Relationship Id="rId39" Type="http://schemas.openxmlformats.org/officeDocument/2006/relationships/slide" Target="slides/slide34.xml"/><Relationship Id="rId38" Type="http://schemas.openxmlformats.org/officeDocument/2006/relationships/slide" Target="slides/slide33.xml"/><Relationship Id="rId37" Type="http://schemas.openxmlformats.org/officeDocument/2006/relationships/slide" Target="slides/slide32.xml"/><Relationship Id="rId36" Type="http://schemas.openxmlformats.org/officeDocument/2006/relationships/slide" Target="slides/slide31.xml"/><Relationship Id="rId35" Type="http://schemas.openxmlformats.org/officeDocument/2006/relationships/slide" Target="slides/slide30.xml"/><Relationship Id="rId34" Type="http://schemas.openxmlformats.org/officeDocument/2006/relationships/slide" Target="slides/slide29.xml"/><Relationship Id="rId33" Type="http://schemas.openxmlformats.org/officeDocument/2006/relationships/slide" Target="slides/slide28.xml"/><Relationship Id="rId32" Type="http://schemas.openxmlformats.org/officeDocument/2006/relationships/slide" Target="slides/slide27.xml"/><Relationship Id="rId31" Type="http://schemas.openxmlformats.org/officeDocument/2006/relationships/slide" Target="slides/slide26.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6.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50.wmf"/><Relationship Id="rId1" Type="http://schemas.openxmlformats.org/officeDocument/2006/relationships/image" Target="../media/image49.wmf"/></Relationships>
</file>

<file path=ppt/drawings/_rels/vmlDrawing5.vml.rels><?xml version="1.0" encoding="UTF-8" standalone="yes"?>
<Relationships xmlns="http://schemas.openxmlformats.org/package/2006/relationships"><Relationship Id="rId8" Type="http://schemas.openxmlformats.org/officeDocument/2006/relationships/image" Target="../media/image58.wmf"/><Relationship Id="rId7" Type="http://schemas.openxmlformats.org/officeDocument/2006/relationships/image" Target="../media/image57.wmf"/><Relationship Id="rId6" Type="http://schemas.openxmlformats.org/officeDocument/2006/relationships/image" Target="../media/image56.wmf"/><Relationship Id="rId5" Type="http://schemas.openxmlformats.org/officeDocument/2006/relationships/image" Target="../media/image55.wmf"/><Relationship Id="rId4" Type="http://schemas.openxmlformats.org/officeDocument/2006/relationships/image" Target="../media/image54.wmf"/><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63.wmf"/><Relationship Id="rId2" Type="http://schemas.openxmlformats.org/officeDocument/2006/relationships/image" Target="../media/image62.wmf"/><Relationship Id="rId1" Type="http://schemas.openxmlformats.org/officeDocument/2006/relationships/image" Target="../media/image61.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image" Target="../media/image79.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Times New Roman" panose="02020603050405020304" pitchFamily="18" charset="0"/>
              </a:defRPr>
            </a:lvl1pPr>
          </a:lstStyle>
          <a:p>
            <a:pPr>
              <a:defRPr/>
            </a:pPr>
            <a:endParaRPr lang="zh-CN" altLang="en-US"/>
          </a:p>
        </p:txBody>
      </p:sp>
      <p:sp>
        <p:nvSpPr>
          <p:cNvPr id="512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atin typeface="Times New Roman" panose="02020603050405020304" pitchFamily="18" charset="0"/>
              </a:defRPr>
            </a:lvl1pPr>
          </a:lstStyle>
          <a:p>
            <a:pPr>
              <a:defRPr/>
            </a:pPr>
            <a:endParaRPr lang="en-US" altLang="zh-CN"/>
          </a:p>
        </p:txBody>
      </p:sp>
      <p:sp>
        <p:nvSpPr>
          <p:cNvPr id="512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atin typeface="Times New Roman" panose="02020603050405020304" pitchFamily="18" charset="0"/>
              </a:defRPr>
            </a:lvl1pPr>
          </a:lstStyle>
          <a:p>
            <a:pPr>
              <a:defRPr/>
            </a:pPr>
            <a:endParaRPr lang="en-US" altLang="zh-CN"/>
          </a:p>
        </p:txBody>
      </p:sp>
      <p:sp>
        <p:nvSpPr>
          <p:cNvPr id="512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atin typeface="Times New Roman" panose="02020603050405020304" pitchFamily="18" charset="0"/>
              </a:defRPr>
            </a:lvl1pPr>
          </a:lstStyle>
          <a:p>
            <a:pPr>
              <a:defRPr/>
            </a:pPr>
            <a:fld id="{452562ED-6A07-4462-8F46-BDE4ECDE46F2}" type="slidenum">
              <a:rPr lang="zh-CN" altLang="en-US"/>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200">
                <a:latin typeface="Times New Roman" panose="02020603050405020304" pitchFamily="18" charset="0"/>
              </a:defRPr>
            </a:lvl1pPr>
          </a:lstStyle>
          <a:p>
            <a:pPr>
              <a:defRPr/>
            </a:pPr>
            <a:endParaRPr lang="zh-CN" altLang="en-US"/>
          </a:p>
        </p:txBody>
      </p:sp>
      <p:sp>
        <p:nvSpPr>
          <p:cNvPr id="5939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200">
                <a:latin typeface="Times New Roman" panose="02020603050405020304" pitchFamily="18" charset="0"/>
              </a:defRPr>
            </a:lvl1pPr>
          </a:lstStyle>
          <a:p>
            <a:pPr>
              <a:defRPr/>
            </a:pPr>
            <a:endParaRPr lang="en-US" altLang="zh-CN"/>
          </a:p>
        </p:txBody>
      </p:sp>
      <p:sp>
        <p:nvSpPr>
          <p:cNvPr id="3891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noProof="0"/>
              <a:t>单击此处编辑母版文本样式</a:t>
            </a:r>
            <a:endParaRPr lang="zh-CN" altLang="en-US" noProof="0"/>
          </a:p>
          <a:p>
            <a:pPr lvl="1"/>
            <a:r>
              <a:rPr lang="zh-CN" altLang="en-US" noProof="0"/>
              <a:t>第二级</a:t>
            </a:r>
            <a:endParaRPr lang="zh-CN" altLang="en-US" noProof="0"/>
          </a:p>
          <a:p>
            <a:pPr lvl="2"/>
            <a:r>
              <a:rPr lang="zh-CN" altLang="en-US" noProof="0"/>
              <a:t>第三级</a:t>
            </a:r>
            <a:endParaRPr lang="zh-CN" altLang="en-US" noProof="0"/>
          </a:p>
          <a:p>
            <a:pPr lvl="3"/>
            <a:r>
              <a:rPr lang="zh-CN" altLang="en-US" noProof="0"/>
              <a:t>第四级</a:t>
            </a:r>
            <a:endParaRPr lang="zh-CN" altLang="en-US" noProof="0"/>
          </a:p>
          <a:p>
            <a:pPr lvl="4"/>
            <a:r>
              <a:rPr lang="zh-CN" altLang="en-US" noProof="0"/>
              <a:t>第五级</a:t>
            </a:r>
            <a:endParaRPr lang="zh-CN" altLang="en-US" noProof="0"/>
          </a:p>
        </p:txBody>
      </p:sp>
      <p:sp>
        <p:nvSpPr>
          <p:cNvPr id="5939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sz="1200">
                <a:latin typeface="Times New Roman" panose="02020603050405020304" pitchFamily="18" charset="0"/>
              </a:defRPr>
            </a:lvl1pPr>
          </a:lstStyle>
          <a:p>
            <a:pPr>
              <a:defRPr/>
            </a:pPr>
            <a:endParaRPr lang="en-US" altLang="zh-CN"/>
          </a:p>
        </p:txBody>
      </p:sp>
      <p:sp>
        <p:nvSpPr>
          <p:cNvPr id="5939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sz="1200">
                <a:latin typeface="Times New Roman" panose="02020603050405020304" pitchFamily="18" charset="0"/>
              </a:defRPr>
            </a:lvl1pPr>
          </a:lstStyle>
          <a:p>
            <a:pPr>
              <a:defRPr/>
            </a:pPr>
            <a:fld id="{A213E1C4-B15F-4B8B-85B9-3668D91EF288}" type="slidenum">
              <a:rPr lang="zh-CN" altLang="en-US"/>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51689E64-9CD4-4E6D-B12D-C5CA84CFD340}"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p:sp>
      <p:sp>
        <p:nvSpPr>
          <p:cNvPr id="39940"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1ABE9CC2-9885-4B6C-A880-C6DDB651D8F3}"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0963" name="Rectangle 2"/>
          <p:cNvSpPr>
            <a:spLocks noGrp="1" noRot="1" noChangeAspect="1" noChangeArrowheads="1" noTextEdit="1"/>
          </p:cNvSpPr>
          <p:nvPr>
            <p:ph type="sldImg"/>
          </p:nvPr>
        </p:nvSpPr>
        <p:spPr/>
      </p:sp>
      <p:sp>
        <p:nvSpPr>
          <p:cNvPr id="4096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95CCC2AF-4825-4B68-8798-3775E1F8410C}"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p:spPr>
        <p:txBody>
          <a:bodyPr/>
          <a:lstStyle/>
          <a:p>
            <a:pPr eaLnBrk="1" hangingPunct="1"/>
            <a:r>
              <a:rPr lang="zh-CN" altLang="en-US" dirty="0"/>
              <a:t>载体对象：</a:t>
            </a:r>
            <a:r>
              <a:rPr lang="en-US" altLang="zh-CN" dirty="0"/>
              <a:t>innocence document</a:t>
            </a:r>
            <a:r>
              <a:rPr lang="zh-CN" altLang="en-US" dirty="0"/>
              <a:t>，</a:t>
            </a:r>
            <a:r>
              <a:rPr lang="en-US" altLang="zh-CN" dirty="0"/>
              <a:t>nature</a:t>
            </a:r>
            <a:r>
              <a:rPr lang="en-US" altLang="zh-CN" baseline="0" dirty="0"/>
              <a:t> document, carrier, cover</a:t>
            </a:r>
            <a:endParaRPr lang="en-US" altLang="zh-CN" baseline="0" dirty="0"/>
          </a:p>
          <a:p>
            <a:pPr eaLnBrk="1" hangingPunct="1"/>
            <a:r>
              <a:rPr lang="zh-CN" altLang="en-US" baseline="0" dirty="0"/>
              <a:t>隐写对象：</a:t>
            </a:r>
            <a:r>
              <a:rPr lang="en-US" altLang="zh-CN" baseline="0" dirty="0" err="1"/>
              <a:t>stego</a:t>
            </a:r>
            <a:r>
              <a:rPr lang="en-US" altLang="zh-CN" baseline="0" dirty="0"/>
              <a:t>, </a:t>
            </a:r>
            <a:r>
              <a:rPr lang="en-US" altLang="zh-CN" baseline="0" dirty="0" err="1"/>
              <a:t>stegoed</a:t>
            </a:r>
            <a:r>
              <a:rPr lang="en-US" altLang="zh-CN" baseline="0" dirty="0"/>
              <a:t> work</a:t>
            </a:r>
            <a:endParaRPr lang="en-US" altLang="zh-CN" baseline="0" dirty="0"/>
          </a:p>
          <a:p>
            <a:pPr eaLnBrk="1" hangingPunct="1"/>
            <a:r>
              <a:rPr lang="zh-CN" altLang="en-US" baseline="0" dirty="0"/>
              <a:t>秘密消息：</a:t>
            </a:r>
            <a:r>
              <a:rPr lang="en-US" altLang="zh-CN" baseline="0" dirty="0"/>
              <a:t>message</a:t>
            </a:r>
            <a:endParaRPr lang="en-US" altLang="zh-CN" baseline="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53AA5519-2CA8-487E-BA2B-5D9F3E3DF959}"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p:spPr>
        <p:txBody>
          <a:bodyPr/>
          <a:lstStyle/>
          <a:p>
            <a:pPr eaLnBrk="1" hangingPunct="1"/>
            <a:r>
              <a:rPr lang="zh-CN" altLang="en-US" dirty="0"/>
              <a:t>隐写密钥可能用法：</a:t>
            </a:r>
            <a:endParaRPr lang="en-US" altLang="zh-CN" dirty="0"/>
          </a:p>
          <a:p>
            <a:pPr eaLnBrk="1" hangingPunct="1"/>
            <a:r>
              <a:rPr lang="en-US" altLang="zh-CN" dirty="0"/>
              <a:t>1</a:t>
            </a:r>
            <a:r>
              <a:rPr lang="zh-CN" altLang="en-US" dirty="0"/>
              <a:t>、选择嵌入位置</a:t>
            </a:r>
            <a:endParaRPr lang="en-US" altLang="zh-CN" dirty="0"/>
          </a:p>
          <a:p>
            <a:pPr eaLnBrk="1" hangingPunct="1"/>
            <a:r>
              <a:rPr lang="en-US" altLang="zh-CN" dirty="0"/>
              <a:t>2</a:t>
            </a:r>
            <a:r>
              <a:rPr lang="zh-CN" altLang="en-US" dirty="0"/>
              <a:t>、加密信息</a:t>
            </a:r>
            <a:endParaRPr lang="zh-CN" alt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r>
              <a:rPr lang="en-US" altLang="zh-CN" dirty="0"/>
              <a:t>1</a:t>
            </a:r>
            <a:r>
              <a:rPr lang="zh-CN" altLang="en-US" dirty="0"/>
              <a:t>、说明</a:t>
            </a:r>
            <a:r>
              <a:rPr lang="en-US" altLang="zh-CN" dirty="0"/>
              <a:t>bit</a:t>
            </a:r>
            <a:r>
              <a:rPr lang="zh-CN" altLang="en-US" dirty="0"/>
              <a:t>位概念（平面</a:t>
            </a:r>
            <a:r>
              <a:rPr lang="en-US" altLang="zh-CN" dirty="0"/>
              <a:t>+</a:t>
            </a:r>
            <a:r>
              <a:rPr lang="zh-CN" altLang="en-US" dirty="0"/>
              <a:t>层）</a:t>
            </a:r>
            <a:endParaRPr lang="en-US" altLang="zh-CN" dirty="0"/>
          </a:p>
          <a:p>
            <a:r>
              <a:rPr lang="zh-CN" altLang="en-US" dirty="0"/>
              <a:t>我们用数字的方式来存储图像时，最简单的方式，就是把图像看成由规则排放的样点构成，如图，每行</a:t>
            </a:r>
            <a:r>
              <a:rPr lang="en-US" altLang="zh-CN" dirty="0"/>
              <a:t>256</a:t>
            </a:r>
            <a:r>
              <a:rPr lang="zh-CN" altLang="en-US" dirty="0"/>
              <a:t>个点，每列</a:t>
            </a:r>
            <a:r>
              <a:rPr lang="en-US" altLang="zh-CN" dirty="0"/>
              <a:t>256</a:t>
            </a:r>
            <a:r>
              <a:rPr lang="zh-CN" altLang="en-US" dirty="0"/>
              <a:t>个点；</a:t>
            </a:r>
            <a:endParaRPr lang="en-US" altLang="zh-CN" dirty="0"/>
          </a:p>
          <a:p>
            <a:r>
              <a:rPr lang="zh-CN" altLang="en-US" dirty="0"/>
              <a:t>每个样点我们用二进制值表示它的颜色或黑白程度（灰度），例如，这张图，我们把从黑到白划分出</a:t>
            </a:r>
            <a:r>
              <a:rPr lang="en-US" altLang="zh-CN" dirty="0"/>
              <a:t>256</a:t>
            </a:r>
            <a:r>
              <a:rPr lang="zh-CN" altLang="en-US" dirty="0"/>
              <a:t>个级别，每个样点取值在</a:t>
            </a:r>
            <a:r>
              <a:rPr lang="en-US" altLang="zh-CN" dirty="0"/>
              <a:t>0</a:t>
            </a:r>
            <a:r>
              <a:rPr lang="zh-CN" altLang="en-US" dirty="0"/>
              <a:t>到</a:t>
            </a:r>
            <a:r>
              <a:rPr lang="en-US" altLang="zh-CN" dirty="0"/>
              <a:t>255</a:t>
            </a:r>
            <a:r>
              <a:rPr lang="zh-CN" altLang="en-US" dirty="0"/>
              <a:t>之间，用以代表其接近白色的程度。图示矩阵为其中的一个局部</a:t>
            </a:r>
            <a:endParaRPr lang="en-US" altLang="zh-CN" dirty="0"/>
          </a:p>
          <a:p>
            <a:endParaRPr lang="en-US" altLang="zh-CN" dirty="0"/>
          </a:p>
          <a:p>
            <a:r>
              <a:rPr lang="en-US" altLang="zh-CN" dirty="0"/>
              <a:t>1</a:t>
            </a:r>
            <a:r>
              <a:rPr lang="zh-CN" altLang="en-US" dirty="0"/>
              <a:t>、说明</a:t>
            </a:r>
            <a:r>
              <a:rPr lang="en-US" altLang="zh-CN" dirty="0"/>
              <a:t>bit</a:t>
            </a:r>
            <a:r>
              <a:rPr lang="zh-CN" altLang="en-US" dirty="0"/>
              <a:t>位概念（平面</a:t>
            </a:r>
            <a:r>
              <a:rPr lang="en-US" altLang="zh-CN" dirty="0"/>
              <a:t>+</a:t>
            </a:r>
            <a:r>
              <a:rPr lang="zh-CN" altLang="en-US" dirty="0"/>
              <a:t>层）</a:t>
            </a:r>
            <a:endParaRPr lang="en-US" altLang="zh-CN" dirty="0"/>
          </a:p>
          <a:p>
            <a:r>
              <a:rPr lang="en-US" altLang="zh-CN" dirty="0"/>
              <a:t>2</a:t>
            </a:r>
            <a:r>
              <a:rPr lang="zh-CN" altLang="en-US" dirty="0"/>
              <a:t>、说明最低</a:t>
            </a:r>
            <a:r>
              <a:rPr lang="en-US" altLang="zh-CN" dirty="0"/>
              <a:t>BIT</a:t>
            </a:r>
            <a:r>
              <a:rPr lang="zh-CN" altLang="en-US" dirty="0"/>
              <a:t>位不影响视觉（去掉最低层后的效果）</a:t>
            </a:r>
            <a:endParaRPr lang="en-US" altLang="zh-CN" dirty="0"/>
          </a:p>
          <a:p>
            <a:r>
              <a:rPr lang="en-US" altLang="zh-CN" dirty="0"/>
              <a:t>3</a:t>
            </a:r>
            <a:r>
              <a:rPr lang="zh-CN" altLang="en-US" dirty="0"/>
              <a:t>、说明算法原理，最低</a:t>
            </a:r>
            <a:r>
              <a:rPr lang="en-US" altLang="zh-CN" dirty="0"/>
              <a:t>bit</a:t>
            </a:r>
            <a:r>
              <a:rPr lang="zh-CN" altLang="en-US" dirty="0"/>
              <a:t>位替换（图像</a:t>
            </a:r>
            <a:r>
              <a:rPr lang="en-US" altLang="zh-CN" dirty="0"/>
              <a:t>+</a:t>
            </a:r>
            <a:r>
              <a:rPr lang="zh-CN" altLang="en-US" dirty="0"/>
              <a:t>样点位）</a:t>
            </a:r>
            <a:endParaRPr lang="en-US" altLang="zh-CN" dirty="0"/>
          </a:p>
          <a:p>
            <a:r>
              <a:rPr lang="en-US" altLang="zh-CN" dirty="0"/>
              <a:t>4</a:t>
            </a:r>
            <a:r>
              <a:rPr lang="zh-CN" altLang="en-US" dirty="0"/>
              <a:t>、说明系统</a:t>
            </a:r>
            <a:endParaRPr lang="zh-CN" altLang="en-US" dirty="0"/>
          </a:p>
        </p:txBody>
      </p:sp>
      <p:sp>
        <p:nvSpPr>
          <p:cNvPr id="4" name="灯片编号占位符 3"/>
          <p:cNvSpPr>
            <a:spLocks noGrp="1"/>
          </p:cNvSpPr>
          <p:nvPr>
            <p:ph type="sldNum" sz="quarter" idx="10"/>
          </p:nvPr>
        </p:nvSpPr>
        <p:spPr/>
        <p:txBody>
          <a:bodyPr/>
          <a:lstStyle/>
          <a:p>
            <a:pPr>
              <a:defRPr/>
            </a:pPr>
            <a:fld id="{A213E1C4-B15F-4B8B-85B9-3668D91EF288}" type="slidenum">
              <a:rPr lang="zh-CN" altLang="en-US" smtClean="0"/>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A213E1C4-B15F-4B8B-85B9-3668D91EF288}" type="slidenum">
              <a:rPr lang="zh-CN" altLang="en-US" smtClean="0"/>
            </a:fld>
            <a:endParaRPr lang="en-US"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defRPr/>
            </a:pPr>
            <a:endParaRPr lang="zh-CN" altLang="en-US" dirty="0"/>
          </a:p>
        </p:txBody>
      </p:sp>
      <p:sp>
        <p:nvSpPr>
          <p:cNvPr id="4" name="灯片编号占位符 3"/>
          <p:cNvSpPr>
            <a:spLocks noGrp="1"/>
          </p:cNvSpPr>
          <p:nvPr>
            <p:ph type="sldNum" sz="quarter" idx="10"/>
          </p:nvPr>
        </p:nvSpPr>
        <p:spPr/>
        <p:txBody>
          <a:bodyPr/>
          <a:lstStyle/>
          <a:p>
            <a:pPr>
              <a:defRPr/>
            </a:pPr>
            <a:fld id="{A213E1C4-B15F-4B8B-85B9-3668D91EF288}" type="slidenum">
              <a:rPr lang="zh-CN" altLang="en-US" smtClean="0"/>
            </a:fld>
            <a:endParaRPr lang="en-US"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强调系统的要素</a:t>
            </a:r>
            <a:endParaRPr lang="zh-CN" altLang="en-US" dirty="0"/>
          </a:p>
        </p:txBody>
      </p:sp>
      <p:sp>
        <p:nvSpPr>
          <p:cNvPr id="4" name="灯片编号占位符 3"/>
          <p:cNvSpPr>
            <a:spLocks noGrp="1"/>
          </p:cNvSpPr>
          <p:nvPr>
            <p:ph type="sldNum" sz="quarter" idx="10"/>
          </p:nvPr>
        </p:nvSpPr>
        <p:spPr/>
        <p:txBody>
          <a:bodyPr/>
          <a:lstStyle/>
          <a:p>
            <a:pPr>
              <a:defRPr/>
            </a:pPr>
            <a:fld id="{A213E1C4-B15F-4B8B-85B9-3668D91EF288}" type="slidenum">
              <a:rPr lang="zh-CN" altLang="en-US" smtClean="0"/>
            </a:fld>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00B35818-BD2A-4069-B28C-030BAD9BC436}"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00B35818-BD2A-4069-B28C-030BAD9BC436}"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eaLnBrk="1" hangingPunct="1">
              <a:lnSpc>
                <a:spcPct val="150000"/>
              </a:lnSpc>
              <a:defRPr/>
            </a:pPr>
            <a:r>
              <a:rPr lang="en-US" altLang="zh-CN" dirty="0">
                <a:cs typeface="+mn-cs"/>
              </a:rPr>
              <a:t>This can be </a:t>
            </a:r>
            <a:r>
              <a:rPr lang="en-US" altLang="zh-CN" dirty="0">
                <a:solidFill>
                  <a:srgbClr val="FF0000"/>
                </a:solidFill>
                <a:cs typeface="+mn-cs"/>
              </a:rPr>
              <a:t>Megabytes</a:t>
            </a:r>
            <a:r>
              <a:rPr lang="en-US" altLang="zh-CN" dirty="0">
                <a:cs typeface="+mn-cs"/>
              </a:rPr>
              <a:t> of information (for secret communication applications) .</a:t>
            </a:r>
            <a:endParaRPr lang="en-US" altLang="zh-CN" dirty="0">
              <a:cs typeface="+mn-cs"/>
            </a:endParaRPr>
          </a:p>
          <a:p>
            <a:pPr lvl="1" eaLnBrk="1" hangingPunct="1">
              <a:lnSpc>
                <a:spcPct val="150000"/>
              </a:lnSpc>
              <a:defRPr/>
            </a:pPr>
            <a:r>
              <a:rPr lang="en-US" altLang="zh-CN" dirty="0"/>
              <a:t>The payload is often </a:t>
            </a:r>
            <a:r>
              <a:rPr lang="en-US" altLang="zh-CN" dirty="0">
                <a:solidFill>
                  <a:srgbClr val="FF0000"/>
                </a:solidFill>
              </a:rPr>
              <a:t>normalized</a:t>
            </a:r>
            <a:r>
              <a:rPr lang="en-US" altLang="zh-CN" dirty="0"/>
              <a:t> </a:t>
            </a:r>
            <a:r>
              <a:rPr lang="en-US" altLang="zh-CN" dirty="0">
                <a:solidFill>
                  <a:srgbClr val="FF0000"/>
                </a:solidFill>
              </a:rPr>
              <a:t>by the number of samples</a:t>
            </a:r>
            <a:r>
              <a:rPr lang="en-US" altLang="zh-CN" dirty="0"/>
              <a:t> of the host signal, resulting in a </a:t>
            </a:r>
            <a:r>
              <a:rPr lang="en-US" altLang="zh-CN" dirty="0">
                <a:solidFill>
                  <a:srgbClr val="FF0000"/>
                </a:solidFill>
              </a:rPr>
              <a:t>bit rate R per sample </a:t>
            </a:r>
            <a:r>
              <a:rPr lang="en-US" altLang="zh-CN" dirty="0"/>
              <a:t>of the host.</a:t>
            </a:r>
            <a:endParaRPr lang="zh-CN" altLang="zh-CN" dirty="0"/>
          </a:p>
          <a:p>
            <a:endParaRPr lang="zh-CN" altLang="en-US" dirty="0"/>
          </a:p>
        </p:txBody>
      </p:sp>
      <p:sp>
        <p:nvSpPr>
          <p:cNvPr id="4" name="灯片编号占位符 3"/>
          <p:cNvSpPr>
            <a:spLocks noGrp="1"/>
          </p:cNvSpPr>
          <p:nvPr>
            <p:ph type="sldNum" sz="quarter" idx="10"/>
          </p:nvPr>
        </p:nvSpPr>
        <p:spPr/>
        <p:txBody>
          <a:bodyPr/>
          <a:lstStyle/>
          <a:p>
            <a:pPr>
              <a:defRPr/>
            </a:pPr>
            <a:fld id="{A213E1C4-B15F-4B8B-85B9-3668D91EF288}" type="slidenum">
              <a:rPr lang="zh-CN" altLang="en-US" smtClean="0"/>
            </a:fld>
            <a:endParaRPr lang="en-US"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vl="1" eaLnBrk="1" hangingPunct="1">
              <a:lnSpc>
                <a:spcPct val="150000"/>
              </a:lnSpc>
              <a:defRPr/>
            </a:pPr>
            <a:r>
              <a:rPr lang="en-US" altLang="zh-CN" dirty="0">
                <a:cs typeface="+mn-cs"/>
              </a:rPr>
              <a:t>Embedding information should be </a:t>
            </a:r>
            <a:r>
              <a:rPr lang="en-US" altLang="zh-CN" dirty="0">
                <a:solidFill>
                  <a:srgbClr val="FF0000"/>
                </a:solidFill>
                <a:cs typeface="+mn-cs"/>
              </a:rPr>
              <a:t>invisible</a:t>
            </a:r>
            <a:r>
              <a:rPr lang="en-US" altLang="zh-CN" dirty="0">
                <a:cs typeface="+mn-cs"/>
              </a:rPr>
              <a:t> in images and text, and </a:t>
            </a:r>
            <a:r>
              <a:rPr lang="en-US" altLang="zh-CN" dirty="0">
                <a:solidFill>
                  <a:srgbClr val="FF0000"/>
                </a:solidFill>
                <a:cs typeface="+mn-cs"/>
              </a:rPr>
              <a:t>inaudible</a:t>
            </a:r>
            <a:r>
              <a:rPr lang="en-US" altLang="zh-CN" dirty="0">
                <a:cs typeface="+mn-cs"/>
              </a:rPr>
              <a:t> in speech and audio.</a:t>
            </a:r>
            <a:endParaRPr lang="en-US" altLang="zh-CN" dirty="0">
              <a:cs typeface="+mn-cs"/>
            </a:endParaRPr>
          </a:p>
          <a:p>
            <a:pPr lvl="1" eaLnBrk="1" hangingPunct="1">
              <a:lnSpc>
                <a:spcPct val="150000"/>
              </a:lnSpc>
              <a:defRPr/>
            </a:pPr>
            <a:r>
              <a:rPr lang="en-US" altLang="zh-CN" dirty="0">
                <a:cs typeface="+mn-cs"/>
              </a:rPr>
              <a:t> For a given application there is a tolerable distortion level, generally denoted as D</a:t>
            </a:r>
            <a:r>
              <a:rPr lang="en-US" altLang="zh-CN" baseline="-25000" dirty="0">
                <a:cs typeface="+mn-cs"/>
              </a:rPr>
              <a:t>1</a:t>
            </a:r>
            <a:r>
              <a:rPr lang="en-US" altLang="zh-CN" dirty="0">
                <a:cs typeface="+mn-cs"/>
              </a:rPr>
              <a:t>.</a:t>
            </a:r>
            <a:endParaRPr lang="zh-CN" altLang="zh-CN" dirty="0">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A213E1C4-B15F-4B8B-85B9-3668D91EF288}" type="slidenum">
              <a:rPr lang="zh-CN" altLang="en-US" smtClean="0"/>
            </a:fld>
            <a:endParaRPr lang="en-US"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nn-NO" altLang="zh-CN" dirty="0"/>
          </a:p>
        </p:txBody>
      </p:sp>
      <p:sp>
        <p:nvSpPr>
          <p:cNvPr id="4" name="灯片编号占位符 3"/>
          <p:cNvSpPr>
            <a:spLocks noGrp="1"/>
          </p:cNvSpPr>
          <p:nvPr>
            <p:ph type="sldNum" sz="quarter" idx="10"/>
          </p:nvPr>
        </p:nvSpPr>
        <p:spPr/>
        <p:txBody>
          <a:bodyPr/>
          <a:lstStyle/>
          <a:p>
            <a:pPr>
              <a:defRPr/>
            </a:pPr>
            <a:fld id="{A213E1C4-B15F-4B8B-85B9-3668D91EF288}" type="slidenum">
              <a:rPr lang="zh-CN" altLang="en-US" smtClean="0"/>
            </a:fld>
            <a:endParaRPr lang="en-US"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213E1C4-B15F-4B8B-85B9-3668D91EF288}" type="slidenum">
              <a:rPr lang="zh-CN" altLang="en-US" smtClean="0"/>
            </a:fld>
            <a:endParaRPr lang="en-US"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213E1C4-B15F-4B8B-85B9-3668D91EF288}" type="slidenum">
              <a:rPr lang="zh-CN" altLang="en-US" smtClean="0"/>
            </a:fld>
            <a:endParaRPr lang="en-US"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E9B46430-2871-46DB-B7F2-FD87C988B580}"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65539" name="Rectangle 2"/>
          <p:cNvSpPr>
            <a:spLocks noGrp="1" noRot="1" noChangeAspect="1" noChangeArrowheads="1" noTextEdit="1"/>
          </p:cNvSpPr>
          <p:nvPr>
            <p:ph type="sldImg"/>
          </p:nvPr>
        </p:nvSpPr>
        <p:spPr/>
      </p:sp>
      <p:sp>
        <p:nvSpPr>
          <p:cNvPr id="65540" name="Rectangle 3"/>
          <p:cNvSpPr>
            <a:spLocks noGrp="1" noChangeArrowheads="1"/>
          </p:cNvSpPr>
          <p:nvPr>
            <p:ph type="body" idx="1"/>
          </p:nvPr>
        </p:nvSpPr>
        <p:spPr>
          <a:noFill/>
        </p:spPr>
        <p:txBody>
          <a:bodyPr/>
          <a:lstStyle/>
          <a:p>
            <a:pPr eaLnBrk="1" hangingPunct="1"/>
            <a:r>
              <a:rPr lang="zh-CN" altLang="en-US" dirty="0">
                <a:latin typeface="宋体" panose="02010600030101010101" pitchFamily="2" charset="-122"/>
              </a:rPr>
              <a:t>安全性高，健壮性差</a:t>
            </a:r>
            <a:r>
              <a:rPr lang="zh-CN" altLang="en-US" dirty="0"/>
              <a:t> </a:t>
            </a:r>
            <a:endParaRPr lang="zh-CN" altLang="en-US" dirty="0"/>
          </a:p>
          <a:p>
            <a:pPr lvl="1" eaLnBrk="1" hangingPunct="1"/>
            <a:r>
              <a:rPr lang="zh-CN" altLang="en-US" dirty="0">
                <a:latin typeface="宋体" panose="02010600030101010101" pitchFamily="2" charset="-122"/>
              </a:rPr>
              <a:t>安全性高，说明隐写对象与载体对象从概率分布上无法区别，因此信息的隐藏必须利用载体的随机噪声，而随机噪声容易被破坏</a:t>
            </a:r>
            <a:endParaRPr lang="zh-CN" altLang="en-US" dirty="0">
              <a:latin typeface="宋体" panose="02010600030101010101" pitchFamily="2" charset="-122"/>
            </a:endParaRPr>
          </a:p>
          <a:p>
            <a:pPr eaLnBrk="1" hangingPunct="1"/>
            <a:r>
              <a:rPr lang="zh-CN" altLang="en-US" dirty="0"/>
              <a:t>健壮性强，安全性差</a:t>
            </a:r>
            <a:endParaRPr lang="zh-CN" altLang="en-US" dirty="0"/>
          </a:p>
          <a:p>
            <a:pPr lvl="1" eaLnBrk="1" hangingPunct="1"/>
            <a:r>
              <a:rPr lang="zh-CN" altLang="en-US" dirty="0">
                <a:latin typeface="宋体" panose="02010600030101010101" pitchFamily="2" charset="-122"/>
              </a:rPr>
              <a:t>健壮性强，说明隐写术与载体的特性结合在一起，不易被破坏，但会改变载体的某些特征，并且有可能改变概率分布</a:t>
            </a:r>
            <a:r>
              <a:rPr lang="zh-CN" altLang="en-US" dirty="0"/>
              <a:t> </a:t>
            </a:r>
            <a:endParaRPr lang="zh-CN" altLang="en-US" dirty="0"/>
          </a:p>
          <a:p>
            <a:pPr eaLnBrk="1" hangingPunct="1"/>
            <a:endParaRPr lang="zh-CN" alt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D1D54FA9-3810-4FFA-94E4-578CFB9406CD}"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61443" name="Rectangle 2"/>
          <p:cNvSpPr>
            <a:spLocks noGrp="1" noRot="1" noChangeAspect="1" noChangeArrowheads="1" noTextEdit="1"/>
          </p:cNvSpPr>
          <p:nvPr>
            <p:ph type="sldImg"/>
          </p:nvPr>
        </p:nvSpPr>
        <p:spPr/>
      </p:sp>
      <p:sp>
        <p:nvSpPr>
          <p:cNvPr id="6144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85340345-F078-40FA-B5D6-E0B1DAAB0C0E}"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73731" name="Rectangle 2"/>
          <p:cNvSpPr>
            <a:spLocks noGrp="1" noRot="1" noChangeAspect="1" noChangeArrowheads="1" noTextEdit="1"/>
          </p:cNvSpPr>
          <p:nvPr>
            <p:ph type="sldImg"/>
          </p:nvPr>
        </p:nvSpPr>
        <p:spPr/>
      </p:sp>
      <p:sp>
        <p:nvSpPr>
          <p:cNvPr id="73732"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5075857E-EB84-4891-8C95-C3263578E45D}"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74755" name="Rectangle 2"/>
          <p:cNvSpPr>
            <a:spLocks noGrp="1" noRot="1" noChangeAspect="1" noChangeArrowheads="1" noTextEdit="1"/>
          </p:cNvSpPr>
          <p:nvPr>
            <p:ph type="sldImg"/>
          </p:nvPr>
        </p:nvSpPr>
        <p:spPr/>
      </p:sp>
      <p:sp>
        <p:nvSpPr>
          <p:cNvPr id="74756"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51689E64-9CD4-4E6D-B12D-C5CA84CFD340}"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p:sp>
      <p:sp>
        <p:nvSpPr>
          <p:cNvPr id="39940"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E6FF1609-0383-42EB-9E79-4472142A8057}"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35843" name="Rectangle 2"/>
          <p:cNvSpPr>
            <a:spLocks noGrp="1" noRot="1" noChangeAspect="1" noChangeArrowheads="1" noTextEdit="1"/>
          </p:cNvSpPr>
          <p:nvPr>
            <p:ph type="sldImg"/>
          </p:nvPr>
        </p:nvSpPr>
        <p:spPr/>
      </p:sp>
      <p:sp>
        <p:nvSpPr>
          <p:cNvPr id="3584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7C98675-BA36-48FF-AC9C-B831C8424B90}"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37891" name="Rectangle 2"/>
          <p:cNvSpPr>
            <a:spLocks noGrp="1" noRot="1" noChangeAspect="1" noChangeArrowheads="1" noTextEdit="1"/>
          </p:cNvSpPr>
          <p:nvPr>
            <p:ph type="sldImg"/>
          </p:nvPr>
        </p:nvSpPr>
        <p:spPr/>
      </p:sp>
      <p:sp>
        <p:nvSpPr>
          <p:cNvPr id="37892" name="Rectangle 3"/>
          <p:cNvSpPr>
            <a:spLocks noGrp="1" noChangeArrowheads="1"/>
          </p:cNvSpPr>
          <p:nvPr>
            <p:ph type="body" idx="1"/>
          </p:nvPr>
        </p:nvSpPr>
        <p:spPr>
          <a:noFill/>
        </p:spPr>
        <p:txBody>
          <a:bodyPr/>
          <a:lstStyle/>
          <a:p>
            <a:pPr eaLnBrk="1" hangingPunct="1"/>
            <a:r>
              <a:rPr lang="en-US" altLang="zh-CN" dirty="0"/>
              <a:t>1</a:t>
            </a:r>
            <a:r>
              <a:rPr lang="zh-CN" altLang="en-US" dirty="0"/>
              <a:t>、伪随机序列有几种方式：</a:t>
            </a:r>
            <a:endParaRPr lang="en-US" altLang="zh-CN" dirty="0"/>
          </a:p>
          <a:p>
            <a:pPr eaLnBrk="1" hangingPunct="1"/>
            <a:r>
              <a:rPr lang="en-US" altLang="zh-CN" dirty="0"/>
              <a:t>a</a:t>
            </a:r>
            <a:r>
              <a:rPr lang="zh-CN" altLang="en-US" dirty="0"/>
              <a:t>、使用密钥产生伪随机序列作为水印，</a:t>
            </a:r>
            <a:endParaRPr lang="en-US" altLang="zh-CN" dirty="0"/>
          </a:p>
          <a:p>
            <a:pPr eaLnBrk="1" hangingPunct="1"/>
            <a:r>
              <a:rPr lang="en-US" altLang="zh-CN" dirty="0"/>
              <a:t>b</a:t>
            </a:r>
            <a:r>
              <a:rPr lang="zh-CN" altLang="en-US" dirty="0"/>
              <a:t>、使用</a:t>
            </a:r>
            <a:r>
              <a:rPr lang="en-US" altLang="zh-CN" dirty="0"/>
              <a:t>PN</a:t>
            </a:r>
            <a:r>
              <a:rPr lang="zh-CN" altLang="en-US" dirty="0"/>
              <a:t>码扩展水印</a:t>
            </a:r>
            <a:endParaRPr lang="en-US" altLang="zh-CN" dirty="0"/>
          </a:p>
          <a:p>
            <a:pPr eaLnBrk="1" hangingPunct="1"/>
            <a:r>
              <a:rPr lang="en-US" altLang="zh-CN" dirty="0"/>
              <a:t>2</a:t>
            </a:r>
            <a:r>
              <a:rPr lang="zh-CN" altLang="en-US" dirty="0"/>
              <a:t>、图标</a:t>
            </a:r>
            <a:endParaRPr lang="en-US" altLang="zh-CN" dirty="0"/>
          </a:p>
          <a:p>
            <a:pPr eaLnBrk="1" hangingPunct="1"/>
            <a:r>
              <a:rPr lang="zh-CN" altLang="en-US" dirty="0"/>
              <a:t>可使用阿诺尔德变换，把图像置乱</a:t>
            </a:r>
            <a:endParaRPr lang="en-US" altLang="zh-CN"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7C98675-BA36-48FF-AC9C-B831C8424B90}"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37891" name="Rectangle 2"/>
          <p:cNvSpPr>
            <a:spLocks noGrp="1" noRot="1" noChangeAspect="1" noChangeArrowheads="1" noTextEdit="1"/>
          </p:cNvSpPr>
          <p:nvPr>
            <p:ph type="sldImg"/>
          </p:nvPr>
        </p:nvSpPr>
        <p:spPr/>
      </p:sp>
      <p:sp>
        <p:nvSpPr>
          <p:cNvPr id="37892" name="Rectangle 3"/>
          <p:cNvSpPr>
            <a:spLocks noGrp="1" noChangeArrowheads="1"/>
          </p:cNvSpPr>
          <p:nvPr>
            <p:ph type="body" idx="1"/>
          </p:nvPr>
        </p:nvSpPr>
        <p:spPr>
          <a:noFill/>
        </p:spPr>
        <p:txBody>
          <a:bodyPr/>
          <a:lstStyle/>
          <a:p>
            <a:pPr eaLnBrk="1" hangingPunct="1"/>
            <a:endParaRPr lang="en-US" altLang="zh-CN"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7C98675-BA36-48FF-AC9C-B831C8424B90}"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37891" name="Rectangle 2"/>
          <p:cNvSpPr>
            <a:spLocks noGrp="1" noRot="1" noChangeAspect="1" noChangeArrowheads="1" noTextEdit="1"/>
          </p:cNvSpPr>
          <p:nvPr>
            <p:ph type="sldImg"/>
          </p:nvPr>
        </p:nvSpPr>
        <p:spPr/>
      </p:sp>
      <p:sp>
        <p:nvSpPr>
          <p:cNvPr id="37892" name="Rectangle 3"/>
          <p:cNvSpPr>
            <a:spLocks noGrp="1" noChangeArrowheads="1"/>
          </p:cNvSpPr>
          <p:nvPr>
            <p:ph type="body" idx="1"/>
          </p:nvPr>
        </p:nvSpPr>
        <p:spPr>
          <a:noFill/>
        </p:spPr>
        <p:txBody>
          <a:bodyPr/>
          <a:lstStyle/>
          <a:p>
            <a:pPr marL="0" marR="0" indent="0" algn="l" defTabSz="914400" rtl="0" eaLnBrk="1" fontAlgn="auto" latinLnBrk="0" hangingPunct="1">
              <a:lnSpc>
                <a:spcPct val="100000"/>
              </a:lnSpc>
              <a:spcBef>
                <a:spcPts val="0"/>
              </a:spcBef>
              <a:spcAft>
                <a:spcPts val="0"/>
              </a:spcAft>
              <a:buClrTx/>
              <a:buSzTx/>
              <a:buFontTx/>
              <a:buNone/>
              <a:defRPr/>
            </a:pPr>
            <a:endParaRPr lang="en-US"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048090EF-57F2-4108-AD34-4100FA37C5A5}"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38915" name="Rectangle 2"/>
          <p:cNvSpPr>
            <a:spLocks noGrp="1" noRot="1" noChangeAspect="1" noChangeArrowheads="1" noTextEdit="1"/>
          </p:cNvSpPr>
          <p:nvPr>
            <p:ph type="sldImg"/>
          </p:nvPr>
        </p:nvSpPr>
        <p:spPr/>
      </p:sp>
      <p:sp>
        <p:nvSpPr>
          <p:cNvPr id="38916"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D0BE0C0E-AFEB-4DA4-AB0D-CD17E8033B60}"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p:sp>
      <p:sp>
        <p:nvSpPr>
          <p:cNvPr id="39940"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5125F853-78C4-482C-A01C-369AE3F48D63}"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0963" name="Rectangle 2"/>
          <p:cNvSpPr>
            <a:spLocks noGrp="1" noRot="1" noChangeAspect="1" noChangeArrowheads="1" noTextEdit="1"/>
          </p:cNvSpPr>
          <p:nvPr>
            <p:ph type="sldImg"/>
          </p:nvPr>
        </p:nvSpPr>
        <p:spPr/>
      </p:sp>
      <p:sp>
        <p:nvSpPr>
          <p:cNvPr id="40964"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39F5AAA-B272-43EA-86C5-1C23C267AA19}"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1987" name="Rectangle 2"/>
          <p:cNvSpPr>
            <a:spLocks noGrp="1" noRot="1" noChangeAspect="1" noChangeArrowheads="1" noTextEdit="1"/>
          </p:cNvSpPr>
          <p:nvPr>
            <p:ph type="sldImg"/>
          </p:nvPr>
        </p:nvSpPr>
        <p:spPr/>
      </p:sp>
      <p:sp>
        <p:nvSpPr>
          <p:cNvPr id="4198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47991291-FBE7-47E0-93FF-5D2B0F703805}"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3011" name="Rectangle 2"/>
          <p:cNvSpPr>
            <a:spLocks noGrp="1" noRot="1" noChangeAspect="1" noChangeArrowheads="1" noTextEdit="1"/>
          </p:cNvSpPr>
          <p:nvPr>
            <p:ph type="sldImg"/>
          </p:nvPr>
        </p:nvSpPr>
        <p:spPr/>
      </p:sp>
      <p:sp>
        <p:nvSpPr>
          <p:cNvPr id="43012"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6591AAA2-0199-450E-B6B5-29E716376B96}"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p:sp>
      <p:sp>
        <p:nvSpPr>
          <p:cNvPr id="44036"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4BD03BC1-B9F0-4C2D-BE8A-4692E49BE73E}"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p:sp>
      <p:sp>
        <p:nvSpPr>
          <p:cNvPr id="45060"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1988F072-CE9A-4414-A6DB-B06D16C1BF1E}"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p:sp>
      <p:sp>
        <p:nvSpPr>
          <p:cNvPr id="4608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A6AF57F-6132-4CA4-BF6A-2010F3C727F0}"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p:sp>
      <p:sp>
        <p:nvSpPr>
          <p:cNvPr id="4710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D498CF90-639E-44A2-8167-964757E8399A}"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p:sp>
      <p:sp>
        <p:nvSpPr>
          <p:cNvPr id="48132"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DDE6D53-5D8D-43E1-B34C-3647A71444D1}"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p:sp>
      <p:sp>
        <p:nvSpPr>
          <p:cNvPr id="49156"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5919994B-FD7E-44CD-B723-BA7FEC9539CD}"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p:sp>
      <p:sp>
        <p:nvSpPr>
          <p:cNvPr id="50180" name="Rectangle 3"/>
          <p:cNvSpPr>
            <a:spLocks noGrp="1" noChangeArrowheads="1"/>
          </p:cNvSpPr>
          <p:nvPr>
            <p:ph type="body" idx="1"/>
          </p:nvPr>
        </p:nvSpPr>
        <p:spPr>
          <a:noFill/>
        </p:spPr>
        <p:txBody>
          <a:bodyPr/>
          <a:lstStyle/>
          <a:p>
            <a:pPr eaLnBrk="1" hangingPunct="1"/>
            <a:r>
              <a:rPr lang="zh-CN" altLang="en-US" sz="1200" i="0" kern="1200">
                <a:solidFill>
                  <a:schemeClr val="tx1"/>
                </a:solidFill>
                <a:latin typeface="+mn-lt"/>
                <a:ea typeface="+mn-ea"/>
                <a:cs typeface="+mn-cs"/>
              </a:rPr>
              <a:t>𝜎</a:t>
            </a:r>
            <a:r>
              <a:rPr lang="zh-CN" altLang="en-US" dirty="0"/>
              <a:t>，和，</a:t>
            </a:r>
            <a:r>
              <a:rPr lang="zh-CN" altLang="en-US" sz="1200" i="0" kern="1200">
                <a:solidFill>
                  <a:schemeClr val="tx1"/>
                </a:solidFill>
                <a:latin typeface="+mn-lt"/>
                <a:ea typeface="+mn-ea"/>
                <a:cs typeface="+mn-cs"/>
              </a:rPr>
              <a:t>∑129</a:t>
            </a:r>
            <a:r>
              <a:rPr lang="zh-CN" altLang="en-US" sz="1200" i="0" kern="1200">
                <a:solidFill>
                  <a:schemeClr val="tx1"/>
                </a:solidFill>
                <a:latin typeface="Cambria Math" panose="02040503050406030204" pitchFamily="18" charset="0"/>
                <a:ea typeface="+mn-ea"/>
                <a:cs typeface="+mn-cs"/>
              </a:rPr>
              <a:t> 分别</a:t>
            </a:r>
            <a:r>
              <a:rPr lang="zh-CN" altLang="en-US" dirty="0"/>
              <a:t>是小写和大写</a:t>
            </a:r>
            <a:r>
              <a:rPr lang="en-US" altLang="zh-CN"/>
              <a:t>sigma</a:t>
            </a:r>
            <a:endParaRPr lang="zh-CN" alt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158D207-F20B-4DC9-841E-5747A3A5260A}"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p:sp>
      <p:sp>
        <p:nvSpPr>
          <p:cNvPr id="51204"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FBADFB72-6276-4AC0-9A03-65180A1717CF}"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p:sp>
      <p:sp>
        <p:nvSpPr>
          <p:cNvPr id="5222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6D1EF5FB-4C40-4003-9FD6-C54D93BE5650}"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p:sp>
      <p:sp>
        <p:nvSpPr>
          <p:cNvPr id="53252"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CC2E472F-40F1-4779-9CFE-E0EA2C02D283}"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54275" name="Rectangle 2"/>
          <p:cNvSpPr>
            <a:spLocks noGrp="1" noRot="1" noChangeAspect="1" noChangeArrowheads="1" noTextEdit="1"/>
          </p:cNvSpPr>
          <p:nvPr>
            <p:ph type="sldImg"/>
          </p:nvPr>
        </p:nvSpPr>
        <p:spPr/>
      </p:sp>
      <p:sp>
        <p:nvSpPr>
          <p:cNvPr id="54276"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FEF2C0F5-D5C9-45A5-8785-E12A44C0D788}"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55299" name="Rectangle 2"/>
          <p:cNvSpPr>
            <a:spLocks noGrp="1" noRot="1" noChangeAspect="1" noChangeArrowheads="1" noTextEdit="1"/>
          </p:cNvSpPr>
          <p:nvPr>
            <p:ph type="sldImg"/>
          </p:nvPr>
        </p:nvSpPr>
        <p:spPr/>
      </p:sp>
      <p:sp>
        <p:nvSpPr>
          <p:cNvPr id="55300"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F5C804C5-2A4A-40B1-8ED9-70E4228115A0}"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26953E0D-3DF1-4BF2-B957-444A1F32F1D0}"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56323" name="Rectangle 2"/>
          <p:cNvSpPr>
            <a:spLocks noGrp="1" noRot="1" noChangeAspect="1" noChangeArrowheads="1" noTextEdit="1"/>
          </p:cNvSpPr>
          <p:nvPr>
            <p:ph type="sldImg"/>
          </p:nvPr>
        </p:nvSpPr>
        <p:spPr/>
      </p:sp>
      <p:sp>
        <p:nvSpPr>
          <p:cNvPr id="5632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A213E1C4-B15F-4B8B-85B9-3668D91EF288}" type="slidenum">
              <a:rPr lang="zh-CN" altLang="en-US" smtClean="0"/>
            </a:fld>
            <a:endParaRPr lang="en-US" altLang="zh-CN"/>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系统框图，指明水印是服从正态分布，在对感知最敏感的系数上嵌入水印</a:t>
            </a:r>
            <a:endParaRPr lang="en-US" altLang="zh-CN" dirty="0"/>
          </a:p>
          <a:p>
            <a:r>
              <a:rPr lang="zh-CN" altLang="en-US" dirty="0"/>
              <a:t>嵌入方法，检测方法</a:t>
            </a:r>
            <a:endParaRPr lang="en-US" altLang="zh-CN" dirty="0"/>
          </a:p>
          <a:p>
            <a:r>
              <a:rPr lang="zh-CN" altLang="en-US" dirty="0"/>
              <a:t>深入分析：</a:t>
            </a:r>
            <a:endParaRPr lang="en-US" altLang="zh-CN" dirty="0"/>
          </a:p>
          <a:p>
            <a:r>
              <a:rPr lang="en-US" altLang="zh-CN" dirty="0"/>
              <a:t>1</a:t>
            </a:r>
            <a:r>
              <a:rPr lang="zh-CN" altLang="en-US" dirty="0"/>
              <a:t>、提取位置的确定</a:t>
            </a:r>
            <a:endParaRPr lang="en-US" altLang="zh-CN" dirty="0"/>
          </a:p>
          <a:p>
            <a:r>
              <a:rPr lang="en-US" altLang="zh-CN" dirty="0"/>
              <a:t>2</a:t>
            </a:r>
            <a:r>
              <a:rPr lang="zh-CN" altLang="en-US" dirty="0"/>
              <a:t>、判决阈值的确定</a:t>
            </a:r>
            <a:endParaRPr lang="en-US" altLang="zh-CN" dirty="0"/>
          </a:p>
          <a:p>
            <a:r>
              <a:rPr lang="en-US" altLang="zh-CN" dirty="0"/>
              <a:t>3</a:t>
            </a:r>
            <a:r>
              <a:rPr lang="zh-CN" altLang="en-US" dirty="0"/>
              <a:t>、算法分析：容量、透明性、鲁棒性</a:t>
            </a:r>
            <a:endParaRPr lang="en-US" altLang="zh-CN" dirty="0"/>
          </a:p>
          <a:p>
            <a:r>
              <a:rPr lang="en-US" altLang="zh-CN" dirty="0"/>
              <a:t>4</a:t>
            </a:r>
            <a:r>
              <a:rPr lang="zh-CN" altLang="en-US" dirty="0"/>
              <a:t>、一般模型</a:t>
            </a:r>
            <a:endParaRPr lang="zh-CN" altLang="en-US" dirty="0"/>
          </a:p>
        </p:txBody>
      </p:sp>
      <p:sp>
        <p:nvSpPr>
          <p:cNvPr id="4" name="页眉占位符 3"/>
          <p:cNvSpPr>
            <a:spLocks noGrp="1"/>
          </p:cNvSpPr>
          <p:nvPr>
            <p:ph type="hdr" sz="quarter" idx="10"/>
          </p:nvPr>
        </p:nvSpPr>
        <p:spPr/>
        <p:txBody>
          <a:bodyPr/>
          <a:lstStyle/>
          <a:p>
            <a:pPr>
              <a:defRPr/>
            </a:pPr>
            <a:r>
              <a:rPr lang="en-US" altLang="zh-CN"/>
              <a:t>Datahiding &amp; Digital Watermark</a:t>
            </a:r>
            <a:endParaRPr lang="zh-CN" altLang="en-US"/>
          </a:p>
        </p:txBody>
      </p:sp>
      <p:sp>
        <p:nvSpPr>
          <p:cNvPr id="5" name="日期占位符 4"/>
          <p:cNvSpPr>
            <a:spLocks noGrp="1"/>
          </p:cNvSpPr>
          <p:nvPr>
            <p:ph type="dt" idx="11"/>
          </p:nvPr>
        </p:nvSpPr>
        <p:spPr/>
        <p:txBody>
          <a:bodyPr/>
          <a:lstStyle/>
          <a:p>
            <a:pPr>
              <a:defRPr/>
            </a:pPr>
            <a:fld id="{583C29AA-5190-49E9-9AD4-9734C4DC244B}" type="datetime1">
              <a:rPr lang="zh-CN" altLang="en-US" smtClean="0"/>
            </a:fld>
            <a:endParaRPr lang="en-US" altLang="zh-CN"/>
          </a:p>
        </p:txBody>
      </p:sp>
      <p:sp>
        <p:nvSpPr>
          <p:cNvPr id="6" name="页脚占位符 5"/>
          <p:cNvSpPr>
            <a:spLocks noGrp="1"/>
          </p:cNvSpPr>
          <p:nvPr>
            <p:ph type="ftr" sz="quarter" idx="12"/>
          </p:nvPr>
        </p:nvSpPr>
        <p:spPr/>
        <p:txBody>
          <a:bodyPr/>
          <a:lstStyle/>
          <a:p>
            <a:pPr>
              <a:defRPr/>
            </a:pPr>
            <a:r>
              <a:rPr lang="en-US" altLang="zh-CN"/>
              <a:t>yangyu@bupt.edu.cn</a:t>
            </a:r>
            <a:endParaRPr lang="en-US" altLang="zh-CN"/>
          </a:p>
        </p:txBody>
      </p:sp>
      <p:sp>
        <p:nvSpPr>
          <p:cNvPr id="7" name="灯片编号占位符 6"/>
          <p:cNvSpPr>
            <a:spLocks noGrp="1"/>
          </p:cNvSpPr>
          <p:nvPr>
            <p:ph type="sldNum" sz="quarter" idx="13"/>
          </p:nvPr>
        </p:nvSpPr>
        <p:spPr/>
        <p:txBody>
          <a:bodyPr/>
          <a:lstStyle/>
          <a:p>
            <a:pPr>
              <a:defRPr/>
            </a:pPr>
            <a:fld id="{424EB003-50A5-4D7F-A9FC-35C5A4778E3D}" type="slidenum">
              <a:rPr lang="zh-CN" altLang="en-US" smtClean="0"/>
            </a:fld>
            <a:endParaRPr lang="en-US" altLang="zh-CN"/>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D52D82DC-DACD-4385-9F88-AED83BE2D1B2}"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73F85A1F-3CEA-4E72-8337-73D55E217B1E}"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58371" name="Rectangle 2"/>
          <p:cNvSpPr>
            <a:spLocks noGrp="1" noRot="1" noChangeAspect="1" noChangeArrowheads="1" noTextEdit="1"/>
          </p:cNvSpPr>
          <p:nvPr>
            <p:ph type="sldImg"/>
          </p:nvPr>
        </p:nvSpPr>
        <p:spPr/>
      </p:sp>
      <p:sp>
        <p:nvSpPr>
          <p:cNvPr id="58372"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6677295F-11C3-4C77-AAE5-C02622F1964F}"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978D9513-F3C7-408A-A88D-33D610D8A136}"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60419" name="Rectangle 2"/>
          <p:cNvSpPr>
            <a:spLocks noGrp="1" noRot="1" noChangeAspect="1" noChangeArrowheads="1" noTextEdit="1"/>
          </p:cNvSpPr>
          <p:nvPr>
            <p:ph type="sldImg"/>
          </p:nvPr>
        </p:nvSpPr>
        <p:spPr/>
      </p:sp>
      <p:sp>
        <p:nvSpPr>
          <p:cNvPr id="60420"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D3F8DB4B-7DDC-4BE8-B3DD-8890A4A98626}"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63491" name="Rectangle 2"/>
          <p:cNvSpPr>
            <a:spLocks noGrp="1" noRot="1" noChangeAspect="1" noChangeArrowheads="1" noTextEdit="1"/>
          </p:cNvSpPr>
          <p:nvPr>
            <p:ph type="sldImg"/>
          </p:nvPr>
        </p:nvSpPr>
        <p:spPr/>
      </p:sp>
      <p:sp>
        <p:nvSpPr>
          <p:cNvPr id="63492" name="Rectangle 3"/>
          <p:cNvSpPr>
            <a:spLocks noGrp="1" noChangeArrowheads="1"/>
          </p:cNvSpPr>
          <p:nvPr>
            <p:ph type="body" idx="1"/>
          </p:nvPr>
        </p:nvSpPr>
        <p:spPr>
          <a:noFill/>
        </p:spPr>
        <p:txBody>
          <a:bodyPr/>
          <a:lstStyle/>
          <a:p>
            <a:pPr eaLnBrk="1" hangingPunct="1"/>
            <a:endParaRPr lang="zh-CN" altLang="en-US" dirty="0"/>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031"/>
          <p:cNvSpPr>
            <a:spLocks noGrp="1" noChangeArrowheads="1"/>
          </p:cNvSpPr>
          <p:nvPr>
            <p:ph type="sldNum" sz="quarter" idx="5"/>
          </p:nvPr>
        </p:nvSpPr>
        <p:spPr>
          <a:noFill/>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35FF90F5-1601-4D83-996E-DB5BF06CEBF1}" type="slidenum">
              <a:rPr lang="zh-CN" altLang="en-US" sz="1200" smtClean="0">
                <a:latin typeface="Times New Roman" panose="02020603050405020304" pitchFamily="18" charset="0"/>
              </a:rPr>
            </a:fld>
            <a:endParaRPr lang="en-US" altLang="zh-CN" sz="1200">
              <a:latin typeface="Times New Roman" panose="02020603050405020304" pitchFamily="18" charset="0"/>
            </a:endParaRPr>
          </a:p>
        </p:txBody>
      </p:sp>
      <p:sp>
        <p:nvSpPr>
          <p:cNvPr id="64515" name="Rectangle 2"/>
          <p:cNvSpPr>
            <a:spLocks noGrp="1" noRot="1" noChangeAspect="1" noChangeArrowheads="1" noTextEdit="1"/>
          </p:cNvSpPr>
          <p:nvPr>
            <p:ph type="sldImg"/>
          </p:nvPr>
        </p:nvSpPr>
        <p:spPr/>
      </p:sp>
      <p:sp>
        <p:nvSpPr>
          <p:cNvPr id="64516" name="Rectangle 3"/>
          <p:cNvSpPr>
            <a:spLocks noGrp="1" noChangeArrowheads="1"/>
          </p:cNvSpPr>
          <p:nvPr>
            <p:ph type="body" idx="1"/>
          </p:nvPr>
        </p:nvSpPr>
        <p:spPr>
          <a:noFill/>
        </p:spPr>
        <p:txBody>
          <a:bodyPr/>
          <a:lstStyle/>
          <a:p>
            <a:endParaRPr lang="en-US" alt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image" Target="../media/image2.png"/><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tags" Target="../tags/tag12.xml"/><Relationship Id="rId14" Type="http://schemas.openxmlformats.org/officeDocument/2006/relationships/tags" Target="../tags/tag11.xml"/><Relationship Id="rId13" Type="http://schemas.openxmlformats.org/officeDocument/2006/relationships/tags" Target="../tags/tag10.xml"/><Relationship Id="rId12" Type="http://schemas.openxmlformats.org/officeDocument/2006/relationships/tags" Target="../tags/tag9.xml"/><Relationship Id="rId11" Type="http://schemas.openxmlformats.org/officeDocument/2006/relationships/image" Target="../media/image3.png"/><Relationship Id="rId10" Type="http://schemas.openxmlformats.org/officeDocument/2006/relationships/tags" Target="../tags/tag8.xml"/><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7" Type="http://schemas.openxmlformats.org/officeDocument/2006/relationships/tags" Target="../tags/tag25.xml"/><Relationship Id="rId6" Type="http://schemas.openxmlformats.org/officeDocument/2006/relationships/tags" Target="../tags/tag24.xml"/><Relationship Id="rId5" Type="http://schemas.openxmlformats.org/officeDocument/2006/relationships/tags" Target="../tags/tag23.xml"/><Relationship Id="rId4" Type="http://schemas.openxmlformats.org/officeDocument/2006/relationships/tags" Target="../tags/tag22.xml"/><Relationship Id="rId3" Type="http://schemas.openxmlformats.org/officeDocument/2006/relationships/tags" Target="../tags/tag21.xml"/><Relationship Id="rId2" Type="http://schemas.openxmlformats.org/officeDocument/2006/relationships/tags" Target="../tags/tag20.xml"/><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9" Type="http://schemas.openxmlformats.org/officeDocument/2006/relationships/tags" Target="../tags/tag39.xml"/><Relationship Id="rId8" Type="http://schemas.openxmlformats.org/officeDocument/2006/relationships/tags" Target="../tags/tag38.xml"/><Relationship Id="rId7" Type="http://schemas.openxmlformats.org/officeDocument/2006/relationships/tags" Target="../tags/tag37.xml"/><Relationship Id="rId6" Type="http://schemas.openxmlformats.org/officeDocument/2006/relationships/tags" Target="../tags/tag36.xml"/><Relationship Id="rId5" Type="http://schemas.openxmlformats.org/officeDocument/2006/relationships/tags" Target="../tags/tag35.xml"/><Relationship Id="rId4" Type="http://schemas.openxmlformats.org/officeDocument/2006/relationships/tags" Target="../tags/tag34.xml"/><Relationship Id="rId3" Type="http://schemas.openxmlformats.org/officeDocument/2006/relationships/tags" Target="../tags/tag33.xml"/><Relationship Id="rId2" Type="http://schemas.openxmlformats.org/officeDocument/2006/relationships/tags" Target="../tags/tag32.xml"/><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4" Type="http://schemas.openxmlformats.org/officeDocument/2006/relationships/tags" Target="../tags/tag46.xml"/><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9" Type="http://schemas.openxmlformats.org/officeDocument/2006/relationships/tags" Target="../tags/tag62.xml"/><Relationship Id="rId8" Type="http://schemas.openxmlformats.org/officeDocument/2006/relationships/tags" Target="../tags/tag61.xml"/><Relationship Id="rId7" Type="http://schemas.openxmlformats.org/officeDocument/2006/relationships/tags" Target="../tags/tag60.xml"/><Relationship Id="rId6" Type="http://schemas.openxmlformats.org/officeDocument/2006/relationships/image" Target="../media/image2.png"/><Relationship Id="rId5" Type="http://schemas.openxmlformats.org/officeDocument/2006/relationships/tags" Target="../tags/tag59.xml"/><Relationship Id="rId4" Type="http://schemas.openxmlformats.org/officeDocument/2006/relationships/tags" Target="../tags/tag58.xml"/><Relationship Id="rId3" Type="http://schemas.openxmlformats.org/officeDocument/2006/relationships/tags" Target="../tags/tag57.xml"/><Relationship Id="rId2" Type="http://schemas.openxmlformats.org/officeDocument/2006/relationships/tags" Target="../tags/tag56.xml"/><Relationship Id="rId14" Type="http://schemas.openxmlformats.org/officeDocument/2006/relationships/tags" Target="../tags/tag66.xml"/><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image" Target="../media/image3.png"/><Relationship Id="rId10" Type="http://schemas.openxmlformats.org/officeDocument/2006/relationships/tags" Target="../tags/tag63.xml"/><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2"/>
          <p:cNvGrpSpPr/>
          <p:nvPr/>
        </p:nvGrpSpPr>
        <p:grpSpPr bwMode="auto">
          <a:xfrm>
            <a:off x="-4296833" y="304800"/>
            <a:ext cx="15879233"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mn-lt"/>
                <a:ea typeface="+mn-ea"/>
              </a:endParaRPr>
            </a:p>
          </p:txBody>
        </p:sp>
        <p:sp>
          <p:nvSpPr>
            <p:cNvPr id="6" name="AutoShape 4"/>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ea typeface="+mn-ea"/>
              </a:endParaRPr>
            </a:p>
          </p:txBody>
        </p:sp>
        <p:sp>
          <p:nvSpPr>
            <p:cNvPr id="7" name="AutoShape 5"/>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ea typeface="+mn-ea"/>
              </a:endParaRPr>
            </a:p>
          </p:txBody>
        </p:sp>
      </p:grpSp>
      <p:sp>
        <p:nvSpPr>
          <p:cNvPr id="84998" name="Rectangle 6"/>
          <p:cNvSpPr>
            <a:spLocks noGrp="1" noChangeArrowheads="1"/>
          </p:cNvSpPr>
          <p:nvPr>
            <p:ph type="ctrTitle"/>
          </p:nvPr>
        </p:nvSpPr>
        <p:spPr>
          <a:xfrm>
            <a:off x="1924051" y="985838"/>
            <a:ext cx="9652000" cy="1444625"/>
          </a:xfrm>
        </p:spPr>
        <p:txBody>
          <a:bodyPr/>
          <a:lstStyle>
            <a:lvl1pPr>
              <a:defRPr sz="4000"/>
            </a:lvl1pPr>
          </a:lstStyle>
          <a:p>
            <a:r>
              <a:rPr lang="en-US" altLang="zh-CN"/>
              <a:t>Click to edit Master title style</a:t>
            </a:r>
            <a:endParaRPr lang="zh-CN" altLang="en-US"/>
          </a:p>
        </p:txBody>
      </p:sp>
      <p:sp>
        <p:nvSpPr>
          <p:cNvPr id="84999" name="Rectangle 7"/>
          <p:cNvSpPr>
            <a:spLocks noGrp="1" noChangeArrowheads="1"/>
          </p:cNvSpPr>
          <p:nvPr>
            <p:ph type="subTitle" idx="1"/>
          </p:nvPr>
        </p:nvSpPr>
        <p:spPr>
          <a:xfrm>
            <a:off x="1924051" y="3427413"/>
            <a:ext cx="9652000" cy="1752600"/>
          </a:xfrm>
        </p:spPr>
        <p:txBody>
          <a:bodyPr/>
          <a:lstStyle>
            <a:lvl1pPr marL="0" indent="0">
              <a:buFont typeface="Wingdings" panose="05000000000000000000" pitchFamily="2" charset="2"/>
              <a:buNone/>
              <a:defRPr/>
            </a:lvl1pPr>
          </a:lstStyle>
          <a:p>
            <a:r>
              <a:rPr lang="en-US" altLang="zh-CN"/>
              <a:t>Click to edit Master subtitle style</a:t>
            </a:r>
            <a:endParaRPr lang="zh-CN" altLang="en-US"/>
          </a:p>
        </p:txBody>
      </p:sp>
      <p:sp>
        <p:nvSpPr>
          <p:cNvPr id="8" name="Rectangle 8"/>
          <p:cNvSpPr>
            <a:spLocks noGrp="1" noChangeArrowheads="1"/>
          </p:cNvSpPr>
          <p:nvPr>
            <p:ph type="dt" sz="half" idx="10"/>
          </p:nvPr>
        </p:nvSpPr>
        <p:spPr/>
        <p:txBody>
          <a:bodyPr/>
          <a:lstStyle>
            <a:lvl1pPr>
              <a:defRPr/>
            </a:lvl1pPr>
          </a:lstStyle>
          <a:p>
            <a:pPr>
              <a:defRPr/>
            </a:pPr>
            <a:fld id="{44BC8E16-2CD8-40B7-88DE-D78787B0B19A}" type="datetime1">
              <a:rPr lang="zh-CN" altLang="en-US"/>
            </a:fld>
            <a:endParaRPr lang="en-US" altLang="zh-CN"/>
          </a:p>
        </p:txBody>
      </p:sp>
      <p:sp>
        <p:nvSpPr>
          <p:cNvPr id="9"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10" name="Rectangle 10"/>
          <p:cNvSpPr>
            <a:spLocks noGrp="1" noChangeArrowheads="1"/>
          </p:cNvSpPr>
          <p:nvPr>
            <p:ph type="sldNum" sz="quarter" idx="12"/>
          </p:nvPr>
        </p:nvSpPr>
        <p:spPr/>
        <p:txBody>
          <a:bodyPr/>
          <a:lstStyle>
            <a:lvl1pPr>
              <a:defRPr/>
            </a:lvl1pPr>
          </a:lstStyle>
          <a:p>
            <a:pPr>
              <a:defRPr/>
            </a:pPr>
            <a:fld id="{99CDB752-D80A-4300-89D3-83D6D5AC54D8}" type="slidenum">
              <a:rPr lang="en-US" altLang="zh-CN"/>
            </a:fld>
            <a:endParaRPr lang="en-US" altLang="zh-CN"/>
          </a:p>
        </p:txBody>
      </p:sp>
    </p:spTree>
  </p:cSld>
  <p:clrMapOvr>
    <a:masterClrMapping/>
  </p:clrMapOvr>
  <p:transition>
    <p:dissolv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0280FE9C-8CCB-434E-8535-A00ABDC59534}"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6054D8A8-806E-4D61-8522-D4963E849063}" type="slidenum">
              <a:rPr lang="en-US" altLang="zh-CN"/>
            </a:fld>
            <a:endParaRPr lang="en-US" altLang="zh-CN"/>
          </a:p>
        </p:txBody>
      </p:sp>
    </p:spTree>
  </p:cSld>
  <p:clrMapOvr>
    <a:masterClrMapping/>
  </p:clrMapOvr>
  <p:transition>
    <p:dissolv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endParaRPr lang="en-US" altLang="zh-CN"/>
          </a:p>
        </p:txBody>
      </p:sp>
      <p:sp>
        <p:nvSpPr>
          <p:cNvPr id="4" name="Rectangle 8"/>
          <p:cNvSpPr>
            <a:spLocks noGrp="1" noChangeArrowheads="1"/>
          </p:cNvSpPr>
          <p:nvPr>
            <p:ph type="dt" sz="half" idx="10"/>
          </p:nvPr>
        </p:nvSpPr>
        <p:spPr/>
        <p:txBody>
          <a:bodyPr/>
          <a:lstStyle>
            <a:lvl1pPr>
              <a:defRPr/>
            </a:lvl1pPr>
          </a:lstStyle>
          <a:p>
            <a:pPr>
              <a:defRPr/>
            </a:pPr>
            <a:fld id="{5F4AECEA-F646-43B7-8E86-C4C00FCD81BC}"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B448B253-0CC7-4B7A-96C6-190E29B73D0F}" type="slidenum">
              <a:rPr lang="en-US" altLang="zh-CN"/>
            </a:fld>
            <a:endParaRPr lang="en-US" altLang="zh-CN"/>
          </a:p>
        </p:txBody>
      </p:sp>
    </p:spTree>
  </p:cSld>
  <p:clrMapOvr>
    <a:masterClrMapping/>
  </p:clrMapOvr>
  <p:transition>
    <p:dissolv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6170ADAE-5562-4CB2-A84E-DC4684D02D0D}"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21FBBB0A-B25F-496F-B219-984C2C11ED21}" type="slidenum">
              <a:rPr lang="en-US" altLang="zh-CN"/>
            </a:fld>
            <a:endParaRPr lang="en-US" altLang="zh-CN"/>
          </a:p>
        </p:txBody>
      </p:sp>
    </p:spTree>
  </p:cSld>
  <p:clrMapOvr>
    <a:masterClrMapping/>
  </p:clrMapOvr>
  <p:transition>
    <p:dissolv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Rectangle 8"/>
          <p:cNvSpPr>
            <a:spLocks noGrp="1" noChangeArrowheads="1"/>
          </p:cNvSpPr>
          <p:nvPr>
            <p:ph type="dt" sz="half" idx="10"/>
          </p:nvPr>
        </p:nvSpPr>
        <p:spPr/>
        <p:txBody>
          <a:bodyPr/>
          <a:lstStyle>
            <a:lvl1pPr>
              <a:defRPr/>
            </a:lvl1pPr>
          </a:lstStyle>
          <a:p>
            <a:pPr>
              <a:defRPr/>
            </a:pPr>
            <a:fld id="{2853F40A-1290-4AF8-8F6B-3FDBB8EB87DB}" type="datetime1">
              <a:rPr lang="zh-CN" altLang="en-US"/>
            </a:fld>
            <a:endParaRPr lang="en-US" altLang="zh-CN"/>
          </a:p>
        </p:txBody>
      </p:sp>
      <p:sp>
        <p:nvSpPr>
          <p:cNvPr id="8"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9" name="Rectangle 10"/>
          <p:cNvSpPr>
            <a:spLocks noGrp="1" noChangeArrowheads="1"/>
          </p:cNvSpPr>
          <p:nvPr>
            <p:ph type="sldNum" sz="quarter" idx="12"/>
          </p:nvPr>
        </p:nvSpPr>
        <p:spPr/>
        <p:txBody>
          <a:bodyPr/>
          <a:lstStyle>
            <a:lvl1pPr>
              <a:defRPr/>
            </a:lvl1pPr>
          </a:lstStyle>
          <a:p>
            <a:pPr>
              <a:defRPr/>
            </a:pPr>
            <a:fld id="{1591AA6F-D673-4612-963A-EB57002FFF2E}" type="slidenum">
              <a:rPr lang="en-US" altLang="zh-CN"/>
            </a:fld>
            <a:endParaRPr lang="en-US" altLang="zh-CN"/>
          </a:p>
        </p:txBody>
      </p:sp>
    </p:spTree>
  </p:cSld>
  <p:clrMapOvr>
    <a:masterClrMapping/>
  </p:clrMapOvr>
  <p:transition>
    <p:dissolv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8"/>
          <p:cNvSpPr>
            <a:spLocks noGrp="1" noChangeArrowheads="1"/>
          </p:cNvSpPr>
          <p:nvPr>
            <p:ph type="dt" sz="half" idx="10"/>
          </p:nvPr>
        </p:nvSpPr>
        <p:spPr/>
        <p:txBody>
          <a:bodyPr/>
          <a:lstStyle>
            <a:lvl1pPr>
              <a:defRPr/>
            </a:lvl1pPr>
          </a:lstStyle>
          <a:p>
            <a:pPr>
              <a:defRPr/>
            </a:pPr>
            <a:fld id="{70F9208D-595C-42B2-A03F-7FFFEF5C3925}" type="datetime1">
              <a:rPr lang="zh-CN" altLang="en-US"/>
            </a:fld>
            <a:endParaRPr lang="en-US" altLang="zh-CN"/>
          </a:p>
        </p:txBody>
      </p:sp>
      <p:sp>
        <p:nvSpPr>
          <p:cNvPr id="4"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5" name="Rectangle 10"/>
          <p:cNvSpPr>
            <a:spLocks noGrp="1" noChangeArrowheads="1"/>
          </p:cNvSpPr>
          <p:nvPr>
            <p:ph type="sldNum" sz="quarter" idx="12"/>
          </p:nvPr>
        </p:nvSpPr>
        <p:spPr/>
        <p:txBody>
          <a:bodyPr/>
          <a:lstStyle>
            <a:lvl1pPr>
              <a:defRPr/>
            </a:lvl1pPr>
          </a:lstStyle>
          <a:p>
            <a:pPr>
              <a:defRPr/>
            </a:pPr>
            <a:fld id="{3C51B823-65EE-497F-BC8F-9D2AB40FE22D}" type="slidenum">
              <a:rPr lang="en-US" altLang="zh-CN"/>
            </a:fld>
            <a:endParaRPr lang="en-US" altLang="zh-CN"/>
          </a:p>
        </p:txBody>
      </p:sp>
    </p:spTree>
  </p:cSld>
  <p:clrMapOvr>
    <a:masterClrMapping/>
  </p:clrMapOvr>
  <p:transition>
    <p:dissolv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fld id="{AACDF348-3E40-4F8D-A447-20D9A262D024}" type="datetime1">
              <a:rPr lang="zh-CN" altLang="en-US"/>
            </a:fld>
            <a:endParaRPr lang="en-US" altLang="zh-CN"/>
          </a:p>
        </p:txBody>
      </p:sp>
      <p:sp>
        <p:nvSpPr>
          <p:cNvPr id="3"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4" name="Rectangle 10"/>
          <p:cNvSpPr>
            <a:spLocks noGrp="1" noChangeArrowheads="1"/>
          </p:cNvSpPr>
          <p:nvPr>
            <p:ph type="sldNum" sz="quarter" idx="12"/>
          </p:nvPr>
        </p:nvSpPr>
        <p:spPr/>
        <p:txBody>
          <a:bodyPr/>
          <a:lstStyle>
            <a:lvl1pPr>
              <a:defRPr/>
            </a:lvl1pPr>
          </a:lstStyle>
          <a:p>
            <a:pPr>
              <a:defRPr/>
            </a:pPr>
            <a:fld id="{AF700994-928F-411A-82C1-3D18928ECB45}" type="slidenum">
              <a:rPr lang="en-US" altLang="zh-CN"/>
            </a:fld>
            <a:endParaRPr lang="en-US" altLang="zh-CN"/>
          </a:p>
        </p:txBody>
      </p:sp>
    </p:spTree>
  </p:cSld>
  <p:clrMapOvr>
    <a:masterClrMapping/>
  </p:clrMapOvr>
  <p:transition>
    <p:dissolv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9D0CA07E-9646-4104-AD1E-24B7435DB4CD}"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E60B408D-6E8A-4ADF-B97B-A093591774D1}" type="slidenum">
              <a:rPr lang="en-US" altLang="zh-CN"/>
            </a:fld>
            <a:endParaRPr lang="en-US" altLang="zh-CN"/>
          </a:p>
        </p:txBody>
      </p:sp>
    </p:spTree>
  </p:cSld>
  <p:clrMapOvr>
    <a:masterClrMapping/>
  </p:clrMapOvr>
  <p:transition>
    <p:dissolv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E70FED88-CEB3-4873-A331-C5976CAE5A8A}"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3069F61A-55D2-46D4-A2E0-2634469BFD9D}" type="slidenum">
              <a:rPr lang="en-US" altLang="zh-CN"/>
            </a:fld>
            <a:endParaRPr lang="en-US" altLang="zh-CN"/>
          </a:p>
        </p:txBody>
      </p:sp>
    </p:spTree>
  </p:cSld>
  <p:clrMapOvr>
    <a:masterClrMapping/>
  </p:clrMapOvr>
  <p:transition>
    <p:dissolv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8E8ACFC3-36F2-4F82-AE4F-3F90DED890CE}"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2B1B823A-A4C3-4F88-9171-448DC983CFA6}" type="slidenum">
              <a:rPr lang="en-US" altLang="zh-CN"/>
            </a:fld>
            <a:endParaRPr lang="en-US" altLang="zh-CN"/>
          </a:p>
        </p:txBody>
      </p:sp>
    </p:spTree>
  </p:cSld>
  <p:clrMapOvr>
    <a:masterClrMapping/>
  </p:clrMapOvr>
  <p:transition>
    <p:dissolv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E31B1F04-6B01-4DB0-B574-B0CDF29CDC3D}"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2689158E-7DCD-4BD6-B629-660D43B9FE64}" type="slidenum">
              <a:rPr lang="en-US" altLang="zh-CN"/>
            </a:fld>
            <a:endParaRPr lang="en-US" altLang="zh-CN"/>
          </a:p>
        </p:txBody>
      </p:sp>
    </p:spTree>
  </p:cSld>
  <p:clrMapOvr>
    <a:masterClrMapping/>
  </p:clrMapOvr>
  <p:transition>
    <p:dissolv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1826684" y="18272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1826684" y="39608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884176E3-FBBB-4340-A0ED-1837F83EECFB}"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CFAE2010-65B4-4191-9B19-4E38E0D8F124}" type="slidenum">
              <a:rPr lang="en-US" altLang="zh-CN"/>
            </a:fld>
            <a:endParaRPr lang="en-US" altLang="zh-CN"/>
          </a:p>
        </p:txBody>
      </p:sp>
    </p:spTree>
  </p:cSld>
  <p:clrMapOvr>
    <a:masterClrMapping/>
  </p:clrMapOvr>
  <p:transition>
    <p:dissolv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Content Placeholder 2"/>
          <p:cNvSpPr>
            <a:spLocks noGrp="1"/>
          </p:cNvSpPr>
          <p:nvPr>
            <p:ph sz="quarter" idx="1"/>
          </p:nvPr>
        </p:nvSpPr>
        <p:spPr>
          <a:xfrm>
            <a:off x="1826684" y="1827213"/>
            <a:ext cx="47730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quarter" idx="2"/>
          </p:nvPr>
        </p:nvSpPr>
        <p:spPr>
          <a:xfrm>
            <a:off x="6802967" y="1827213"/>
            <a:ext cx="4775200"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half" idx="3"/>
          </p:nvPr>
        </p:nvSpPr>
        <p:spPr>
          <a:xfrm>
            <a:off x="1826684" y="39608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Rectangle 8"/>
          <p:cNvSpPr>
            <a:spLocks noGrp="1" noChangeArrowheads="1"/>
          </p:cNvSpPr>
          <p:nvPr>
            <p:ph type="dt" sz="half" idx="10"/>
          </p:nvPr>
        </p:nvSpPr>
        <p:spPr/>
        <p:txBody>
          <a:bodyPr/>
          <a:lstStyle>
            <a:lvl1pPr>
              <a:defRPr/>
            </a:lvl1pPr>
          </a:lstStyle>
          <a:p>
            <a:pPr>
              <a:defRPr/>
            </a:pPr>
            <a:fld id="{4C87351D-0736-486B-9378-C771AC89A2C5}" type="datetime1">
              <a:rPr lang="zh-CN" altLang="en-US"/>
            </a:fld>
            <a:endParaRPr lang="en-US" altLang="zh-CN"/>
          </a:p>
        </p:txBody>
      </p:sp>
      <p:sp>
        <p:nvSpPr>
          <p:cNvPr id="7"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8" name="Rectangle 10"/>
          <p:cNvSpPr>
            <a:spLocks noGrp="1" noChangeArrowheads="1"/>
          </p:cNvSpPr>
          <p:nvPr>
            <p:ph type="sldNum" sz="quarter" idx="12"/>
          </p:nvPr>
        </p:nvSpPr>
        <p:spPr/>
        <p:txBody>
          <a:bodyPr/>
          <a:lstStyle>
            <a:lvl1pPr>
              <a:defRPr/>
            </a:lvl1pPr>
          </a:lstStyle>
          <a:p>
            <a:pPr>
              <a:defRPr/>
            </a:pPr>
            <a:fld id="{61AC7CD0-D57B-48F4-BF81-0C9F2F101A6B}" type="slidenum">
              <a:rPr lang="en-US" altLang="zh-CN"/>
            </a:fld>
            <a:endParaRPr lang="en-US" altLang="zh-CN"/>
          </a:p>
        </p:txBody>
      </p:sp>
    </p:spTree>
  </p:cSld>
  <p:clrMapOvr>
    <a:masterClrMapping/>
  </p:clrMapOvr>
  <p:transition>
    <p:dissolv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4" name="Group 2"/>
          <p:cNvGrpSpPr/>
          <p:nvPr/>
        </p:nvGrpSpPr>
        <p:grpSpPr bwMode="auto">
          <a:xfrm>
            <a:off x="-4296833" y="304800"/>
            <a:ext cx="15879233" cy="4724400"/>
            <a:chOff x="-2030" y="192"/>
            <a:chExt cx="7502" cy="2976"/>
          </a:xfrm>
        </p:grpSpPr>
        <p:sp>
          <p:nvSpPr>
            <p:cNvPr id="5" name="Line 3"/>
            <p:cNvSpPr>
              <a:spLocks noChangeShapeType="1"/>
            </p:cNvSpPr>
            <p:nvPr/>
          </p:nvSpPr>
          <p:spPr bwMode="auto">
            <a:xfrm>
              <a:off x="912" y="1584"/>
              <a:ext cx="4560"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sz="1800">
                <a:latin typeface="+mn-lt"/>
                <a:ea typeface="+mn-ea"/>
              </a:endParaRPr>
            </a:p>
          </p:txBody>
        </p:sp>
        <p:sp>
          <p:nvSpPr>
            <p:cNvPr id="6" name="AutoShape 4"/>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800">
                <a:latin typeface="+mn-lt"/>
                <a:ea typeface="+mn-ea"/>
              </a:endParaRPr>
            </a:p>
          </p:txBody>
        </p:sp>
        <p:sp>
          <p:nvSpPr>
            <p:cNvPr id="7" name="AutoShape 5"/>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800">
                <a:latin typeface="+mn-lt"/>
                <a:ea typeface="+mn-ea"/>
              </a:endParaRPr>
            </a:p>
          </p:txBody>
        </p:sp>
      </p:grpSp>
      <p:sp>
        <p:nvSpPr>
          <p:cNvPr id="84998" name="Rectangle 6"/>
          <p:cNvSpPr>
            <a:spLocks noGrp="1" noChangeArrowheads="1"/>
          </p:cNvSpPr>
          <p:nvPr>
            <p:ph type="ctrTitle"/>
          </p:nvPr>
        </p:nvSpPr>
        <p:spPr>
          <a:xfrm>
            <a:off x="1924051" y="985838"/>
            <a:ext cx="9652000" cy="1444625"/>
          </a:xfrm>
        </p:spPr>
        <p:txBody>
          <a:bodyPr/>
          <a:lstStyle>
            <a:lvl1pPr>
              <a:defRPr sz="4000"/>
            </a:lvl1pPr>
          </a:lstStyle>
          <a:p>
            <a:r>
              <a:rPr lang="en-US" altLang="zh-CN"/>
              <a:t>Click to edit Master title style</a:t>
            </a:r>
            <a:endParaRPr lang="zh-CN" altLang="en-US"/>
          </a:p>
        </p:txBody>
      </p:sp>
      <p:sp>
        <p:nvSpPr>
          <p:cNvPr id="84999" name="Rectangle 7"/>
          <p:cNvSpPr>
            <a:spLocks noGrp="1" noChangeArrowheads="1"/>
          </p:cNvSpPr>
          <p:nvPr>
            <p:ph type="subTitle" idx="1"/>
          </p:nvPr>
        </p:nvSpPr>
        <p:spPr>
          <a:xfrm>
            <a:off x="1924051" y="3427413"/>
            <a:ext cx="9652000" cy="1752600"/>
          </a:xfrm>
        </p:spPr>
        <p:txBody>
          <a:bodyPr/>
          <a:lstStyle>
            <a:lvl1pPr marL="0" indent="0">
              <a:buFont typeface="Wingdings" panose="05000000000000000000" pitchFamily="2" charset="2"/>
              <a:buNone/>
              <a:defRPr/>
            </a:lvl1pPr>
          </a:lstStyle>
          <a:p>
            <a:r>
              <a:rPr lang="en-US" altLang="zh-CN"/>
              <a:t>Click to edit Master subtitle style</a:t>
            </a:r>
            <a:endParaRPr lang="zh-CN" altLang="en-US"/>
          </a:p>
        </p:txBody>
      </p:sp>
      <p:sp>
        <p:nvSpPr>
          <p:cNvPr id="8" name="Rectangle 8"/>
          <p:cNvSpPr>
            <a:spLocks noGrp="1" noChangeArrowheads="1"/>
          </p:cNvSpPr>
          <p:nvPr>
            <p:ph type="dt" sz="half" idx="10"/>
          </p:nvPr>
        </p:nvSpPr>
        <p:spPr/>
        <p:txBody>
          <a:bodyPr/>
          <a:lstStyle>
            <a:lvl1pPr>
              <a:defRPr/>
            </a:lvl1pPr>
          </a:lstStyle>
          <a:p>
            <a:pPr>
              <a:defRPr/>
            </a:pPr>
            <a:fld id="{44BC8E16-2CD8-40B7-88DE-D78787B0B19A}" type="datetime1">
              <a:rPr lang="zh-CN" altLang="en-US"/>
            </a:fld>
            <a:endParaRPr lang="en-US" altLang="zh-CN"/>
          </a:p>
        </p:txBody>
      </p:sp>
      <p:sp>
        <p:nvSpPr>
          <p:cNvPr id="9"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10" name="Rectangle 10"/>
          <p:cNvSpPr>
            <a:spLocks noGrp="1" noChangeArrowheads="1"/>
          </p:cNvSpPr>
          <p:nvPr>
            <p:ph type="sldNum" sz="quarter" idx="12"/>
          </p:nvPr>
        </p:nvSpPr>
        <p:spPr/>
        <p:txBody>
          <a:bodyPr/>
          <a:lstStyle>
            <a:lvl1pPr>
              <a:defRPr/>
            </a:lvl1pPr>
          </a:lstStyle>
          <a:p>
            <a:pPr>
              <a:defRPr/>
            </a:pPr>
            <a:fld id="{99CDB752-D80A-4300-89D3-83D6D5AC54D8}" type="slidenum">
              <a:rPr lang="en-US" altLang="zh-CN"/>
            </a:fld>
            <a:endParaRPr lang="en-US" altLang="zh-CN"/>
          </a:p>
        </p:txBody>
      </p:sp>
    </p:spTree>
  </p:cSld>
  <p:clrMapOvr>
    <a:masterClrMapping/>
  </p:clrMapOvr>
  <p:transition>
    <p:dissolv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idx="1"/>
          </p:nvPr>
        </p:nvSpPr>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0280FE9C-8CCB-434E-8535-A00ABDC59534}"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6054D8A8-806E-4D61-8522-D4963E849063}" type="slidenum">
              <a:rPr lang="en-US" altLang="zh-CN"/>
            </a:fld>
            <a:endParaRPr lang="en-US" altLang="zh-CN"/>
          </a:p>
        </p:txBody>
      </p:sp>
    </p:spTree>
  </p:cSld>
  <p:clrMapOvr>
    <a:masterClrMapping/>
  </p:clrMapOvr>
  <p:transition>
    <p:dissolv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0"/>
            <a:ext cx="10363200" cy="1362075"/>
          </a:xfrm>
        </p:spPr>
        <p:txBody>
          <a:bodyPr anchor="t"/>
          <a:lstStyle>
            <a:lvl1pPr algn="l">
              <a:defRPr sz="4000" b="1" cap="all"/>
            </a:lvl1pPr>
          </a:lstStyle>
          <a:p>
            <a:r>
              <a:rPr lang="en-US" altLang="zh-CN"/>
              <a:t>Click to edit Master title style</a:t>
            </a:r>
            <a:endParaRPr lang="zh-CN" alt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ltLang="zh-CN"/>
              <a:t>Click to edit Master text styles</a:t>
            </a:r>
            <a:endParaRPr lang="en-US" altLang="zh-CN"/>
          </a:p>
        </p:txBody>
      </p:sp>
      <p:sp>
        <p:nvSpPr>
          <p:cNvPr id="4" name="Rectangle 8"/>
          <p:cNvSpPr>
            <a:spLocks noGrp="1" noChangeArrowheads="1"/>
          </p:cNvSpPr>
          <p:nvPr>
            <p:ph type="dt" sz="half" idx="10"/>
          </p:nvPr>
        </p:nvSpPr>
        <p:spPr/>
        <p:txBody>
          <a:bodyPr/>
          <a:lstStyle>
            <a:lvl1pPr>
              <a:defRPr/>
            </a:lvl1pPr>
          </a:lstStyle>
          <a:p>
            <a:pPr>
              <a:defRPr/>
            </a:pPr>
            <a:fld id="{5F4AECEA-F646-43B7-8E86-C4C00FCD81BC}"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B448B253-0CC7-4B7A-96C6-190E29B73D0F}" type="slidenum">
              <a:rPr lang="en-US" altLang="zh-CN"/>
            </a:fld>
            <a:endParaRPr lang="en-US" altLang="zh-CN"/>
          </a:p>
        </p:txBody>
      </p:sp>
    </p:spTree>
  </p:cSld>
  <p:clrMapOvr>
    <a:masterClrMapping/>
  </p:clrMapOvr>
  <p:transition>
    <p:dissolv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1826684" y="1827213"/>
            <a:ext cx="4773083"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6802967" y="1827213"/>
            <a:ext cx="47752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6170ADAE-5562-4CB2-A84E-DC4684D02D0D}"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21FBBB0A-B25F-496F-B219-984C2C11ED21}" type="slidenum">
              <a:rPr lang="en-US" altLang="zh-CN"/>
            </a:fld>
            <a:endParaRPr lang="en-US" altLang="zh-CN"/>
          </a:p>
        </p:txBody>
      </p:sp>
    </p:spTree>
  </p:cSld>
  <p:clrMapOvr>
    <a:masterClrMapping/>
  </p:clrMapOvr>
  <p:transition>
    <p:dissolv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ltLang="zh-CN"/>
              <a:t>Click to edit Master title style</a:t>
            </a:r>
            <a:endParaRPr lang="zh-CN" alt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Click to edit Master text styles</a:t>
            </a:r>
            <a:endParaRPr lang="en-US" altLang="zh-CN"/>
          </a:p>
        </p:txBody>
      </p:sp>
      <p:sp>
        <p:nvSpPr>
          <p:cNvPr id="6" name="Content Placeholder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7" name="Rectangle 8"/>
          <p:cNvSpPr>
            <a:spLocks noGrp="1" noChangeArrowheads="1"/>
          </p:cNvSpPr>
          <p:nvPr>
            <p:ph type="dt" sz="half" idx="10"/>
          </p:nvPr>
        </p:nvSpPr>
        <p:spPr/>
        <p:txBody>
          <a:bodyPr/>
          <a:lstStyle>
            <a:lvl1pPr>
              <a:defRPr/>
            </a:lvl1pPr>
          </a:lstStyle>
          <a:p>
            <a:pPr>
              <a:defRPr/>
            </a:pPr>
            <a:fld id="{2853F40A-1290-4AF8-8F6B-3FDBB8EB87DB}" type="datetime1">
              <a:rPr lang="zh-CN" altLang="en-US"/>
            </a:fld>
            <a:endParaRPr lang="en-US" altLang="zh-CN"/>
          </a:p>
        </p:txBody>
      </p:sp>
      <p:sp>
        <p:nvSpPr>
          <p:cNvPr id="8"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9" name="Rectangle 10"/>
          <p:cNvSpPr>
            <a:spLocks noGrp="1" noChangeArrowheads="1"/>
          </p:cNvSpPr>
          <p:nvPr>
            <p:ph type="sldNum" sz="quarter" idx="12"/>
          </p:nvPr>
        </p:nvSpPr>
        <p:spPr/>
        <p:txBody>
          <a:bodyPr/>
          <a:lstStyle>
            <a:lvl1pPr>
              <a:defRPr/>
            </a:lvl1pPr>
          </a:lstStyle>
          <a:p>
            <a:pPr>
              <a:defRPr/>
            </a:pPr>
            <a:fld id="{1591AA6F-D673-4612-963A-EB57002FFF2E}" type="slidenum">
              <a:rPr lang="en-US" altLang="zh-CN"/>
            </a:fld>
            <a:endParaRPr lang="en-US" altLang="zh-CN"/>
          </a:p>
        </p:txBody>
      </p:sp>
    </p:spTree>
  </p:cSld>
  <p:clrMapOvr>
    <a:masterClrMapping/>
  </p:clrMapOvr>
  <p:transition>
    <p:dissolv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Rectangle 8"/>
          <p:cNvSpPr>
            <a:spLocks noGrp="1" noChangeArrowheads="1"/>
          </p:cNvSpPr>
          <p:nvPr>
            <p:ph type="dt" sz="half" idx="10"/>
          </p:nvPr>
        </p:nvSpPr>
        <p:spPr/>
        <p:txBody>
          <a:bodyPr/>
          <a:lstStyle>
            <a:lvl1pPr>
              <a:defRPr/>
            </a:lvl1pPr>
          </a:lstStyle>
          <a:p>
            <a:pPr>
              <a:defRPr/>
            </a:pPr>
            <a:fld id="{70F9208D-595C-42B2-A03F-7FFFEF5C3925}" type="datetime1">
              <a:rPr lang="zh-CN" altLang="en-US"/>
            </a:fld>
            <a:endParaRPr lang="en-US" altLang="zh-CN"/>
          </a:p>
        </p:txBody>
      </p:sp>
      <p:sp>
        <p:nvSpPr>
          <p:cNvPr id="4"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5" name="Rectangle 10"/>
          <p:cNvSpPr>
            <a:spLocks noGrp="1" noChangeArrowheads="1"/>
          </p:cNvSpPr>
          <p:nvPr>
            <p:ph type="sldNum" sz="quarter" idx="12"/>
          </p:nvPr>
        </p:nvSpPr>
        <p:spPr/>
        <p:txBody>
          <a:bodyPr/>
          <a:lstStyle>
            <a:lvl1pPr>
              <a:defRPr/>
            </a:lvl1pPr>
          </a:lstStyle>
          <a:p>
            <a:pPr>
              <a:defRPr/>
            </a:pPr>
            <a:fld id="{3C51B823-65EE-497F-BC8F-9D2AB40FE22D}" type="slidenum">
              <a:rPr lang="en-US" altLang="zh-CN"/>
            </a:fld>
            <a:endParaRPr lang="en-US" altLang="zh-CN"/>
          </a:p>
        </p:txBody>
      </p:sp>
    </p:spTree>
  </p:cSld>
  <p:clrMapOvr>
    <a:masterClrMapping/>
  </p:clrMapOvr>
  <p:transition>
    <p:dissolv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p:cNvSpPr>
            <a:spLocks noGrp="1" noChangeArrowheads="1"/>
          </p:cNvSpPr>
          <p:nvPr>
            <p:ph type="dt" sz="half" idx="10"/>
          </p:nvPr>
        </p:nvSpPr>
        <p:spPr/>
        <p:txBody>
          <a:bodyPr/>
          <a:lstStyle>
            <a:lvl1pPr>
              <a:defRPr/>
            </a:lvl1pPr>
          </a:lstStyle>
          <a:p>
            <a:pPr>
              <a:defRPr/>
            </a:pPr>
            <a:fld id="{AACDF348-3E40-4F8D-A447-20D9A262D024}" type="datetime1">
              <a:rPr lang="zh-CN" altLang="en-US"/>
            </a:fld>
            <a:endParaRPr lang="en-US" altLang="zh-CN"/>
          </a:p>
        </p:txBody>
      </p:sp>
      <p:sp>
        <p:nvSpPr>
          <p:cNvPr id="3"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4" name="Rectangle 10"/>
          <p:cNvSpPr>
            <a:spLocks noGrp="1" noChangeArrowheads="1"/>
          </p:cNvSpPr>
          <p:nvPr>
            <p:ph type="sldNum" sz="quarter" idx="12"/>
          </p:nvPr>
        </p:nvSpPr>
        <p:spPr/>
        <p:txBody>
          <a:bodyPr/>
          <a:lstStyle>
            <a:lvl1pPr>
              <a:defRPr/>
            </a:lvl1pPr>
          </a:lstStyle>
          <a:p>
            <a:pPr>
              <a:defRPr/>
            </a:pPr>
            <a:fld id="{AF700994-928F-411A-82C1-3D18928ECB45}" type="slidenum">
              <a:rPr lang="en-US" altLang="zh-CN"/>
            </a:fld>
            <a:endParaRPr lang="en-US" altLang="zh-CN"/>
          </a:p>
        </p:txBody>
      </p:sp>
    </p:spTree>
  </p:cSld>
  <p:clrMapOvr>
    <a:masterClrMapping/>
  </p:clrMapOvr>
  <p:transition>
    <p:dissolv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lstStyle>
            <a:lvl1pPr algn="l">
              <a:defRPr sz="2000" b="1"/>
            </a:lvl1pPr>
          </a:lstStyle>
          <a:p>
            <a:r>
              <a:rPr lang="en-US" altLang="zh-CN"/>
              <a:t>Click to edit Master title style</a:t>
            </a:r>
            <a:endParaRPr lang="zh-CN" altLang="en-US"/>
          </a:p>
        </p:txBody>
      </p:sp>
      <p:sp>
        <p:nvSpPr>
          <p:cNvPr id="3" name="Content Placeholder 2"/>
          <p:cNvSpPr>
            <a:spLocks noGrp="1"/>
          </p:cNvSpPr>
          <p:nvPr>
            <p:ph idx="1"/>
          </p:nvPr>
        </p:nvSpPr>
        <p:spPr>
          <a:xfrm>
            <a:off x="4766733" y="273050"/>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9D0CA07E-9646-4104-AD1E-24B7435DB4CD}"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E60B408D-6E8A-4ADF-B97B-A093591774D1}" type="slidenum">
              <a:rPr lang="en-US" altLang="zh-CN"/>
            </a:fld>
            <a:endParaRPr lang="en-US" altLang="zh-CN"/>
          </a:p>
        </p:txBody>
      </p:sp>
    </p:spTree>
  </p:cSld>
  <p:clrMapOvr>
    <a:masterClrMapping/>
  </p:clrMapOvr>
  <p:transition>
    <p:dissolv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ltLang="zh-CN"/>
              <a:t>Click to edit Master title style</a:t>
            </a:r>
            <a:endParaRPr lang="zh-CN" alt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altLang="zh-CN" noProof="0"/>
              <a:t>Click icon to add picture</a:t>
            </a:r>
            <a:endParaRPr lang="zh-CN" alt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Click to edit Master text styles</a:t>
            </a:r>
            <a:endParaRPr lang="en-US" altLang="zh-CN"/>
          </a:p>
        </p:txBody>
      </p:sp>
      <p:sp>
        <p:nvSpPr>
          <p:cNvPr id="5" name="Rectangle 8"/>
          <p:cNvSpPr>
            <a:spLocks noGrp="1" noChangeArrowheads="1"/>
          </p:cNvSpPr>
          <p:nvPr>
            <p:ph type="dt" sz="half" idx="10"/>
          </p:nvPr>
        </p:nvSpPr>
        <p:spPr/>
        <p:txBody>
          <a:bodyPr/>
          <a:lstStyle>
            <a:lvl1pPr>
              <a:defRPr/>
            </a:lvl1pPr>
          </a:lstStyle>
          <a:p>
            <a:pPr>
              <a:defRPr/>
            </a:pPr>
            <a:fld id="{E70FED88-CEB3-4873-A331-C5976CAE5A8A}"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3069F61A-55D2-46D4-A2E0-2634469BFD9D}" type="slidenum">
              <a:rPr lang="en-US" altLang="zh-CN"/>
            </a:fld>
            <a:endParaRPr lang="en-US" altLang="zh-CN"/>
          </a:p>
        </p:txBody>
      </p:sp>
    </p:spTree>
  </p:cSld>
  <p:clrMapOvr>
    <a:masterClrMapping/>
  </p:clrMapOvr>
  <p:transition>
    <p:dissolv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zh-CN" alt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8E8ACFC3-36F2-4F82-AE4F-3F90DED890CE}"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2B1B823A-A4C3-4F88-9171-448DC983CFA6}" type="slidenum">
              <a:rPr lang="en-US" altLang="zh-CN"/>
            </a:fld>
            <a:endParaRPr lang="en-US" altLang="zh-CN"/>
          </a:p>
        </p:txBody>
      </p:sp>
    </p:spTree>
  </p:cSld>
  <p:clrMapOvr>
    <a:masterClrMapping/>
  </p:clrMapOvr>
  <p:transition>
    <p:dissolv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1884" y="301625"/>
            <a:ext cx="2436283" cy="5640388"/>
          </a:xfrm>
        </p:spPr>
        <p:txBody>
          <a:bodyPr vert="eaVert"/>
          <a:lstStyle/>
          <a:p>
            <a:r>
              <a:rPr lang="en-US" altLang="zh-CN"/>
              <a:t>Click to edit Master title style</a:t>
            </a:r>
            <a:endParaRPr lang="zh-CN" altLang="en-US"/>
          </a:p>
        </p:txBody>
      </p:sp>
      <p:sp>
        <p:nvSpPr>
          <p:cNvPr id="3" name="Vertical Text Placeholder 2"/>
          <p:cNvSpPr>
            <a:spLocks noGrp="1"/>
          </p:cNvSpPr>
          <p:nvPr>
            <p:ph type="body" orient="vert" idx="1"/>
          </p:nvPr>
        </p:nvSpPr>
        <p:spPr>
          <a:xfrm>
            <a:off x="1826684" y="301625"/>
            <a:ext cx="7112000" cy="5640388"/>
          </a:xfrm>
        </p:spPr>
        <p:txBody>
          <a:bodyPr vert="eaVert"/>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Rectangle 8"/>
          <p:cNvSpPr>
            <a:spLocks noGrp="1" noChangeArrowheads="1"/>
          </p:cNvSpPr>
          <p:nvPr>
            <p:ph type="dt" sz="half" idx="10"/>
          </p:nvPr>
        </p:nvSpPr>
        <p:spPr/>
        <p:txBody>
          <a:bodyPr/>
          <a:lstStyle>
            <a:lvl1pPr>
              <a:defRPr/>
            </a:lvl1pPr>
          </a:lstStyle>
          <a:p>
            <a:pPr>
              <a:defRPr/>
            </a:pPr>
            <a:fld id="{E31B1F04-6B01-4DB0-B574-B0CDF29CDC3D}" type="datetime1">
              <a:rPr lang="zh-CN" altLang="en-US"/>
            </a:fld>
            <a:endParaRPr lang="en-US" altLang="zh-CN"/>
          </a:p>
        </p:txBody>
      </p:sp>
      <p:sp>
        <p:nvSpPr>
          <p:cNvPr id="5"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6" name="Rectangle 10"/>
          <p:cNvSpPr>
            <a:spLocks noGrp="1" noChangeArrowheads="1"/>
          </p:cNvSpPr>
          <p:nvPr>
            <p:ph type="sldNum" sz="quarter" idx="12"/>
          </p:nvPr>
        </p:nvSpPr>
        <p:spPr/>
        <p:txBody>
          <a:bodyPr/>
          <a:lstStyle>
            <a:lvl1pPr>
              <a:defRPr/>
            </a:lvl1pPr>
          </a:lstStyle>
          <a:p>
            <a:pPr>
              <a:defRPr/>
            </a:pPr>
            <a:fld id="{2689158E-7DCD-4BD6-B629-660D43B9FE64}" type="slidenum">
              <a:rPr lang="en-US" altLang="zh-CN"/>
            </a:fld>
            <a:endParaRPr lang="en-US" altLang="zh-CN"/>
          </a:p>
        </p:txBody>
      </p:sp>
    </p:spTree>
  </p:cSld>
  <p:clrMapOvr>
    <a:masterClrMapping/>
  </p:clrMapOvr>
  <p:transition>
    <p:dissolv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Text Placeholder 2"/>
          <p:cNvSpPr>
            <a:spLocks noGrp="1"/>
          </p:cNvSpPr>
          <p:nvPr>
            <p:ph type="body" sz="half" idx="1"/>
          </p:nvPr>
        </p:nvSpPr>
        <p:spPr>
          <a:xfrm>
            <a:off x="1826684" y="18272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half" idx="2"/>
          </p:nvPr>
        </p:nvSpPr>
        <p:spPr>
          <a:xfrm>
            <a:off x="1826684" y="39608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Rectangle 8"/>
          <p:cNvSpPr>
            <a:spLocks noGrp="1" noChangeArrowheads="1"/>
          </p:cNvSpPr>
          <p:nvPr>
            <p:ph type="dt" sz="half" idx="10"/>
          </p:nvPr>
        </p:nvSpPr>
        <p:spPr/>
        <p:txBody>
          <a:bodyPr/>
          <a:lstStyle>
            <a:lvl1pPr>
              <a:defRPr/>
            </a:lvl1pPr>
          </a:lstStyle>
          <a:p>
            <a:pPr>
              <a:defRPr/>
            </a:pPr>
            <a:fld id="{884176E3-FBBB-4340-A0ED-1837F83EECFB}" type="datetime1">
              <a:rPr lang="zh-CN" altLang="en-US"/>
            </a:fld>
            <a:endParaRPr lang="en-US" altLang="zh-CN"/>
          </a:p>
        </p:txBody>
      </p:sp>
      <p:sp>
        <p:nvSpPr>
          <p:cNvPr id="6"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7" name="Rectangle 10"/>
          <p:cNvSpPr>
            <a:spLocks noGrp="1" noChangeArrowheads="1"/>
          </p:cNvSpPr>
          <p:nvPr>
            <p:ph type="sldNum" sz="quarter" idx="12"/>
          </p:nvPr>
        </p:nvSpPr>
        <p:spPr/>
        <p:txBody>
          <a:bodyPr/>
          <a:lstStyle>
            <a:lvl1pPr>
              <a:defRPr/>
            </a:lvl1pPr>
          </a:lstStyle>
          <a:p>
            <a:pPr>
              <a:defRPr/>
            </a:pPr>
            <a:fld id="{CFAE2010-65B4-4191-9B19-4E38E0D8F124}" type="slidenum">
              <a:rPr lang="en-US" altLang="zh-CN"/>
            </a:fld>
            <a:endParaRPr lang="en-US" altLang="zh-CN"/>
          </a:p>
        </p:txBody>
      </p:sp>
    </p:spTree>
  </p:cSld>
  <p:clrMapOvr>
    <a:masterClrMapping/>
  </p:clrMapOvr>
  <p:transition>
    <p:dissolv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OverTx" preserve="1">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826684" y="301625"/>
            <a:ext cx="9751483" cy="1143000"/>
          </a:xfrm>
        </p:spPr>
        <p:txBody>
          <a:bodyPr/>
          <a:lstStyle/>
          <a:p>
            <a:r>
              <a:rPr lang="en-US" altLang="zh-CN"/>
              <a:t>Click to edit Master title style</a:t>
            </a:r>
            <a:endParaRPr lang="zh-CN" altLang="en-US"/>
          </a:p>
        </p:txBody>
      </p:sp>
      <p:sp>
        <p:nvSpPr>
          <p:cNvPr id="3" name="Content Placeholder 2"/>
          <p:cNvSpPr>
            <a:spLocks noGrp="1"/>
          </p:cNvSpPr>
          <p:nvPr>
            <p:ph sz="quarter" idx="1"/>
          </p:nvPr>
        </p:nvSpPr>
        <p:spPr>
          <a:xfrm>
            <a:off x="1826684" y="1827213"/>
            <a:ext cx="47730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4" name="Content Placeholder 3"/>
          <p:cNvSpPr>
            <a:spLocks noGrp="1"/>
          </p:cNvSpPr>
          <p:nvPr>
            <p:ph sz="quarter" idx="2"/>
          </p:nvPr>
        </p:nvSpPr>
        <p:spPr>
          <a:xfrm>
            <a:off x="6802967" y="1827213"/>
            <a:ext cx="4775200"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5" name="Text Placeholder 4"/>
          <p:cNvSpPr>
            <a:spLocks noGrp="1"/>
          </p:cNvSpPr>
          <p:nvPr>
            <p:ph type="body" sz="half" idx="3"/>
          </p:nvPr>
        </p:nvSpPr>
        <p:spPr>
          <a:xfrm>
            <a:off x="1826684" y="3960813"/>
            <a:ext cx="9751483" cy="1981200"/>
          </a:xfrm>
        </p:spPr>
        <p:txBody>
          <a:bodyPr/>
          <a:lstStyle/>
          <a:p>
            <a:pPr lvl="0"/>
            <a:r>
              <a:rPr lang="en-US" altLang="zh-CN"/>
              <a:t>Click to edit Master text styles</a:t>
            </a:r>
            <a:endParaRPr lang="en-US" altLang="zh-CN"/>
          </a:p>
          <a:p>
            <a:pPr lvl="1"/>
            <a:r>
              <a:rPr lang="en-US" altLang="zh-CN"/>
              <a:t>Second level</a:t>
            </a:r>
            <a:endParaRPr lang="en-US" altLang="zh-CN"/>
          </a:p>
          <a:p>
            <a:pPr lvl="2"/>
            <a:r>
              <a:rPr lang="en-US" altLang="zh-CN"/>
              <a:t>Third level</a:t>
            </a:r>
            <a:endParaRPr lang="en-US" altLang="zh-CN"/>
          </a:p>
          <a:p>
            <a:pPr lvl="3"/>
            <a:r>
              <a:rPr lang="en-US" altLang="zh-CN"/>
              <a:t>Fourth level</a:t>
            </a:r>
            <a:endParaRPr lang="en-US" altLang="zh-CN"/>
          </a:p>
          <a:p>
            <a:pPr lvl="4"/>
            <a:r>
              <a:rPr lang="en-US" altLang="zh-CN"/>
              <a:t>Fifth level</a:t>
            </a:r>
            <a:endParaRPr lang="zh-CN" altLang="en-US"/>
          </a:p>
        </p:txBody>
      </p:sp>
      <p:sp>
        <p:nvSpPr>
          <p:cNvPr id="6" name="Rectangle 8"/>
          <p:cNvSpPr>
            <a:spLocks noGrp="1" noChangeArrowheads="1"/>
          </p:cNvSpPr>
          <p:nvPr>
            <p:ph type="dt" sz="half" idx="10"/>
          </p:nvPr>
        </p:nvSpPr>
        <p:spPr/>
        <p:txBody>
          <a:bodyPr/>
          <a:lstStyle>
            <a:lvl1pPr>
              <a:defRPr/>
            </a:lvl1pPr>
          </a:lstStyle>
          <a:p>
            <a:pPr>
              <a:defRPr/>
            </a:pPr>
            <a:fld id="{4C87351D-0736-486B-9378-C771AC89A2C5}" type="datetime1">
              <a:rPr lang="zh-CN" altLang="en-US"/>
            </a:fld>
            <a:endParaRPr lang="en-US" altLang="zh-CN"/>
          </a:p>
        </p:txBody>
      </p:sp>
      <p:sp>
        <p:nvSpPr>
          <p:cNvPr id="7" name="Rectangle 9"/>
          <p:cNvSpPr>
            <a:spLocks noGrp="1" noChangeArrowheads="1"/>
          </p:cNvSpPr>
          <p:nvPr>
            <p:ph type="ftr" sz="quarter" idx="11"/>
          </p:nvPr>
        </p:nvSpPr>
        <p:spPr/>
        <p:txBody>
          <a:bodyPr/>
          <a:lstStyle>
            <a:lvl1pPr>
              <a:defRPr/>
            </a:lvl1pPr>
          </a:lstStyle>
          <a:p>
            <a:pPr>
              <a:defRPr/>
            </a:pPr>
            <a:r>
              <a:rPr lang="zh-CN" altLang="en-US"/>
              <a:t>信息隐藏与数字水印</a:t>
            </a:r>
            <a:endParaRPr lang="en-US" altLang="zh-CN"/>
          </a:p>
        </p:txBody>
      </p:sp>
      <p:sp>
        <p:nvSpPr>
          <p:cNvPr id="8" name="Rectangle 10"/>
          <p:cNvSpPr>
            <a:spLocks noGrp="1" noChangeArrowheads="1"/>
          </p:cNvSpPr>
          <p:nvPr>
            <p:ph type="sldNum" sz="quarter" idx="12"/>
          </p:nvPr>
        </p:nvSpPr>
        <p:spPr/>
        <p:txBody>
          <a:bodyPr/>
          <a:lstStyle>
            <a:lvl1pPr>
              <a:defRPr/>
            </a:lvl1pPr>
          </a:lstStyle>
          <a:p>
            <a:pPr>
              <a:defRPr/>
            </a:pPr>
            <a:fld id="{61AC7CD0-D57B-48F4-BF81-0C9F2F101A6B}" type="slidenum">
              <a:rPr lang="en-US" altLang="zh-CN"/>
            </a:fld>
            <a:endParaRPr lang="en-US" altLang="zh-CN"/>
          </a:p>
        </p:txBody>
      </p:sp>
    </p:spTree>
  </p:cSld>
  <p:clrMapOvr>
    <a:masterClrMapping/>
  </p:clrMapOvr>
  <p:transition>
    <p:dissolv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tx1"/>
        </a:solidFill>
        <a:effectLst/>
      </p:bgPr>
    </p:bg>
    <p:spTree>
      <p:nvGrpSpPr>
        <p:cNvPr id="1" name=""/>
        <p:cNvGrpSpPr/>
        <p:nvPr/>
      </p:nvGrpSpPr>
      <p:grpSpPr>
        <a:xfrm>
          <a:off x="0" y="0"/>
          <a:ext cx="0" cy="0"/>
          <a:chOff x="0" y="0"/>
          <a:chExt cx="0" cy="0"/>
        </a:xfrm>
      </p:grpSpPr>
      <p:sp>
        <p:nvSpPr>
          <p:cNvPr id="7" name="Line 3"/>
          <p:cNvSpPr>
            <a:spLocks noChangeShapeType="1"/>
          </p:cNvSpPr>
          <p:nvPr>
            <p:custDataLst>
              <p:tags r:id="rId2"/>
            </p:custDataLst>
          </p:nvPr>
        </p:nvSpPr>
        <p:spPr bwMode="auto">
          <a:xfrm>
            <a:off x="1930400" y="2514600"/>
            <a:ext cx="9652000" cy="0"/>
          </a:xfrm>
          <a:prstGeom prst="line">
            <a:avLst/>
          </a:prstGeom>
          <a:noFill/>
          <a:ln w="12700">
            <a:solidFill>
              <a:schemeClr val="bg1"/>
            </a:solidFill>
            <a:round/>
          </a:ln>
        </p:spPr>
        <p:txBody>
          <a:bodyPr/>
          <a:p>
            <a:endParaRPr lang="zh-CN" altLang="en-US" sz="100">
              <a:latin typeface="+mn-lt"/>
              <a:ea typeface="+mn-ea"/>
            </a:endParaRPr>
          </a:p>
        </p:txBody>
      </p:sp>
      <p:sp>
        <p:nvSpPr>
          <p:cNvPr id="8" name="AutoShape 4"/>
          <p:cNvSpPr>
            <a:spLocks noChangeArrowheads="1"/>
          </p:cNvSpPr>
          <p:nvPr>
            <p:custDataLst>
              <p:tags r:id="rId3"/>
            </p:custDataLst>
          </p:nvPr>
        </p:nvSpPr>
        <p:spPr bwMode="auto">
          <a:xfrm>
            <a:off x="-3352800" y="1371600"/>
            <a:ext cx="4876800" cy="3657600"/>
          </a:xfrm>
          <a:custGeom>
            <a:avLst/>
            <a:gdLst>
              <a:gd name="T0" fmla="*/ 2 w 64000"/>
              <a:gd name="T1" fmla="*/ 0 h 64000"/>
              <a:gd name="T2" fmla="*/ 3 w 64000"/>
              <a:gd name="T3" fmla="*/ 1 h 64000"/>
              <a:gd name="T4" fmla="*/ 2 w 64000"/>
              <a:gd name="T5" fmla="*/ 3 h 64000"/>
              <a:gd name="T6" fmla="*/ 2 w 64000"/>
              <a:gd name="T7" fmla="*/ 3 h 64000"/>
              <a:gd name="T8" fmla="*/ 2 w 64000"/>
              <a:gd name="T9" fmla="*/ 3 h 64000"/>
              <a:gd name="T10" fmla="*/ 2 w 64000"/>
              <a:gd name="T11" fmla="*/ 3 h 64000"/>
              <a:gd name="T12" fmla="*/ 2 w 64000"/>
              <a:gd name="T13" fmla="*/ 0 h 64000"/>
              <a:gd name="T14" fmla="*/ 2 w 64000"/>
              <a:gd name="T15" fmla="*/ 0 h 64000"/>
              <a:gd name="T16" fmla="*/ 2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3">
              <a:lumMod val="38831"/>
              <a:lumOff val="6116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p>
            <a:endParaRPr lang="zh-CN" altLang="en-US" sz="100">
              <a:latin typeface="+mn-lt"/>
              <a:ea typeface="+mn-ea"/>
            </a:endParaRPr>
          </a:p>
        </p:txBody>
      </p:sp>
      <p:sp>
        <p:nvSpPr>
          <p:cNvPr id="9" name="AutoShape 5"/>
          <p:cNvSpPr>
            <a:spLocks noChangeArrowheads="1"/>
          </p:cNvSpPr>
          <p:nvPr>
            <p:custDataLst>
              <p:tags r:id="rId4"/>
            </p:custDataLst>
          </p:nvPr>
        </p:nvSpPr>
        <p:spPr bwMode="auto">
          <a:xfrm>
            <a:off x="-4297045" y="304800"/>
            <a:ext cx="5384800" cy="4038600"/>
          </a:xfrm>
          <a:custGeom>
            <a:avLst/>
            <a:gdLst>
              <a:gd name="T0" fmla="*/ 3 w 64000"/>
              <a:gd name="T1" fmla="*/ 0 h 64000"/>
              <a:gd name="T2" fmla="*/ 4 w 64000"/>
              <a:gd name="T3" fmla="*/ 2 h 64000"/>
              <a:gd name="T4" fmla="*/ 3 w 64000"/>
              <a:gd name="T5" fmla="*/ 4 h 64000"/>
              <a:gd name="T6" fmla="*/ 3 w 64000"/>
              <a:gd name="T7" fmla="*/ 4 h 64000"/>
              <a:gd name="T8" fmla="*/ 3 w 64000"/>
              <a:gd name="T9" fmla="*/ 4 h 64000"/>
              <a:gd name="T10" fmla="*/ 3 w 64000"/>
              <a:gd name="T11" fmla="*/ 4 h 64000"/>
              <a:gd name="T12" fmla="*/ 3 w 64000"/>
              <a:gd name="T13" fmla="*/ 0 h 64000"/>
              <a:gd name="T14" fmla="*/ 3 w 64000"/>
              <a:gd name="T15" fmla="*/ 0 h 64000"/>
              <a:gd name="T16" fmla="*/ 3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bg2">
              <a:lumMod val="92727"/>
              <a:lumOff val="727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p>
            <a:endParaRPr lang="zh-CN" altLang="en-US" sz="100">
              <a:latin typeface="+mn-lt"/>
              <a:ea typeface="+mn-ea"/>
            </a:endParaRPr>
          </a:p>
        </p:txBody>
      </p:sp>
      <p:pic>
        <p:nvPicPr>
          <p:cNvPr id="23" name="图片 22"/>
          <p:cNvPicPr>
            <a:picLocks noChangeAspect="1"/>
          </p:cNvPicPr>
          <p:nvPr>
            <p:custDataLst>
              <p:tags r:id="rId5"/>
            </p:custDataLst>
          </p:nvPr>
        </p:nvPicPr>
        <p:blipFill rotWithShape="1">
          <a:blip r:embed="rId6"/>
          <a:srcRect t="4982" r="14708" b="10728"/>
          <a:stretch>
            <a:fillRect/>
          </a:stretch>
        </p:blipFill>
        <p:spPr>
          <a:xfrm>
            <a:off x="1793132" y="1"/>
            <a:ext cx="10398868" cy="6857999"/>
          </a:xfrm>
          <a:prstGeom prst="rect">
            <a:avLst/>
          </a:prstGeom>
        </p:spPr>
      </p:pic>
      <p:sp>
        <p:nvSpPr>
          <p:cNvPr id="28" name="矩形 27"/>
          <p:cNvSpPr/>
          <p:nvPr>
            <p:custDataLst>
              <p:tags r:id="rId7"/>
            </p:custDataLst>
          </p:nvPr>
        </p:nvSpPr>
        <p:spPr>
          <a:xfrm>
            <a:off x="1" y="0"/>
            <a:ext cx="6524428" cy="6858000"/>
          </a:xfrm>
          <a:prstGeom prst="rect">
            <a:avLst/>
          </a:prstGeom>
          <a:solidFill>
            <a:schemeClr val="accent1"/>
          </a:solidFill>
          <a:ln>
            <a:solidFill>
              <a:schemeClr val="accent3">
                <a:lumMod val="82741"/>
                <a:lumOff val="1725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6" name="平行四边形 45"/>
          <p:cNvSpPr/>
          <p:nvPr>
            <p:custDataLst>
              <p:tags r:id="rId8"/>
            </p:custDataLst>
          </p:nvPr>
        </p:nvSpPr>
        <p:spPr>
          <a:xfrm>
            <a:off x="3829260" y="-1"/>
            <a:ext cx="5496125" cy="6857999"/>
          </a:xfrm>
          <a:prstGeom prst="parallelogram">
            <a:avLst>
              <a:gd name="adj" fmla="val 488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0" name="椭圆 29"/>
          <p:cNvSpPr/>
          <p:nvPr>
            <p:custDataLst>
              <p:tags r:id="rId9"/>
            </p:custDataLst>
          </p:nvPr>
        </p:nvSpPr>
        <p:spPr>
          <a:xfrm>
            <a:off x="7089140" y="2515235"/>
            <a:ext cx="2198370" cy="219837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2" name="图片 31"/>
          <p:cNvPicPr>
            <a:picLocks noChangeAspect="1"/>
          </p:cNvPicPr>
          <p:nvPr>
            <p:custDataLst>
              <p:tags r:id="rId10"/>
            </p:custDataLst>
          </p:nvPr>
        </p:nvPicPr>
        <p:blipFill>
          <a:blip r:embed="rId11" cstate="print">
            <a:extLst>
              <a:ext uri="{28A0092B-C50C-407E-A947-70E740481C1C}">
                <a14:useLocalDpi xmlns:a14="http://schemas.microsoft.com/office/drawing/2010/main" val="0"/>
              </a:ext>
            </a:extLst>
          </a:blip>
          <a:stretch>
            <a:fillRect/>
          </a:stretch>
        </p:blipFill>
        <p:spPr>
          <a:xfrm>
            <a:off x="7176135" y="2602865"/>
            <a:ext cx="2023110" cy="2023110"/>
          </a:xfrm>
          <a:prstGeom prst="rect">
            <a:avLst/>
          </a:prstGeom>
        </p:spPr>
      </p:pic>
      <p:cxnSp>
        <p:nvCxnSpPr>
          <p:cNvPr id="35" name="直接连接符 34"/>
          <p:cNvCxnSpPr/>
          <p:nvPr>
            <p:custDataLst>
              <p:tags r:id="rId12"/>
            </p:custDataLst>
          </p:nvPr>
        </p:nvCxnSpPr>
        <p:spPr>
          <a:xfrm flipV="1">
            <a:off x="745453" y="1595814"/>
            <a:ext cx="0" cy="249514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署名占位符 10"/>
          <p:cNvSpPr>
            <a:spLocks noGrp="1"/>
          </p:cNvSpPr>
          <p:nvPr>
            <p:ph type="body" sz="quarter" idx="17" hasCustomPrompt="1"/>
            <p:custDataLst>
              <p:tags r:id="rId13"/>
            </p:custDataLst>
          </p:nvPr>
        </p:nvSpPr>
        <p:spPr>
          <a:xfrm>
            <a:off x="1534511" y="4923543"/>
            <a:ext cx="2160000" cy="432000"/>
          </a:xfrm>
          <a:prstGeom prst="roundRect">
            <a:avLst>
              <a:gd name="adj" fmla="val 50000"/>
            </a:avLst>
          </a:prstGeom>
          <a:ln w="12700">
            <a:solidFill>
              <a:schemeClr val="lt1">
                <a:lumMod val="10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18000" rIns="71755" bIns="18000" numCol="1" spcCol="0" rtlCol="0" fromWordArt="0" anchor="ctr" anchorCtr="0" forceAA="0" compatLnSpc="1">
            <a:normAutofit/>
          </a:bodyPr>
          <a:lstStyle>
            <a:defPPr>
              <a:defRPr lang="zh-CN"/>
            </a:defPPr>
            <a:lvl1pPr marL="0" marR="0" algn="ctr" defTabSz="914400" rtl="0" eaLnBrk="1" fontAlgn="auto" latinLnBrk="0" hangingPunct="1">
              <a:lnSpc>
                <a:spcPct val="100000"/>
              </a:lnSpc>
              <a:buClrTx/>
              <a:buSzTx/>
              <a:buFontTx/>
              <a:buNone/>
              <a:defRPr kumimoji="0" lang="zh-CN" altLang="en-US" sz="1600" b="1" i="0" u="none" strike="noStrike" kern="1200" cap="none" spc="0" normalizeH="0" baseline="0" noProof="1" dirty="0">
                <a:solidFill>
                  <a:schemeClr val="lt1"/>
                </a:solidFill>
                <a:latin typeface="+mn-ea"/>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a:sym typeface="+mn-ea"/>
              </a:rPr>
              <a:t>署名</a:t>
            </a:r>
            <a:endParaRPr>
              <a:sym typeface="+mn-ea"/>
            </a:endParaRPr>
          </a:p>
        </p:txBody>
      </p:sp>
      <p:sp>
        <p:nvSpPr>
          <p:cNvPr id="11" name="副标题 2"/>
          <p:cNvSpPr txBox="1">
            <a:spLocks noGrp="1"/>
          </p:cNvSpPr>
          <p:nvPr>
            <p:ph type="body" idx="1" hasCustomPrompt="1"/>
            <p:custDataLst>
              <p:tags r:id="rId14"/>
            </p:custDataLst>
          </p:nvPr>
        </p:nvSpPr>
        <p:spPr>
          <a:xfrm>
            <a:off x="1524000" y="4151948"/>
            <a:ext cx="4025526" cy="364490"/>
          </a:xfrm>
          <a:noFill/>
        </p:spPr>
        <p:txBody>
          <a:bodyPr wrap="square" rtlCol="0" anchor="ctr" anchorCtr="0">
            <a:normAutofit/>
          </a:bodyPr>
          <a:lstStyle>
            <a:defPPr>
              <a:defRPr lang="zh-CN"/>
            </a:defPPr>
            <a:lvl1pPr marL="0" marR="0" algn="l" defTabSz="914400" rtl="0" eaLnBrk="1" fontAlgn="auto" latinLnBrk="0" hangingPunct="1">
              <a:lnSpc>
                <a:spcPct val="100000"/>
              </a:lnSpc>
              <a:buClrTx/>
              <a:buSzTx/>
              <a:buFontTx/>
              <a:buNone/>
              <a:defRPr kumimoji="0" lang="zh-CN" altLang="en-US" sz="2000" b="1" i="0" u="none" strike="noStrike" kern="1200" cap="none" spc="0" normalizeH="0" baseline="0" noProof="1" dirty="0">
                <a:solidFill>
                  <a:schemeClr val="tx1">
                    <a:lumMod val="75000"/>
                    <a:lumOff val="25000"/>
                  </a:schemeClr>
                </a:solidFill>
                <a:uFillTx/>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a:sym typeface="+mn-ea"/>
              </a:rPr>
              <a:t>单击此处编辑副标题</a:t>
            </a:r>
            <a:endParaRPr>
              <a:sym typeface="+mn-ea"/>
            </a:endParaRPr>
          </a:p>
        </p:txBody>
      </p:sp>
      <p:sp>
        <p:nvSpPr>
          <p:cNvPr id="10" name="标题 1"/>
          <p:cNvSpPr txBox="1">
            <a:spLocks noGrp="1"/>
          </p:cNvSpPr>
          <p:nvPr>
            <p:ph type="ctrTitle" hasCustomPrompt="1"/>
            <p:custDataLst>
              <p:tags r:id="rId15"/>
            </p:custDataLst>
          </p:nvPr>
        </p:nvSpPr>
        <p:spPr>
          <a:xfrm>
            <a:off x="1524000" y="2620328"/>
            <a:ext cx="4025526" cy="1428115"/>
          </a:xfrm>
          <a:noFill/>
        </p:spPr>
        <p:txBody>
          <a:bodyPr wrap="square" rtlCol="0" anchor="ctr" anchorCtr="0">
            <a:normAutofit/>
          </a:bodyPr>
          <a:lstStyle>
            <a:defPPr>
              <a:defRPr lang="zh-CN"/>
            </a:defPPr>
            <a:lvl1pPr marL="0" marR="0" algn="l" defTabSz="914400" rtl="0" eaLnBrk="1" fontAlgn="auto" latinLnBrk="0" hangingPunct="1">
              <a:lnSpc>
                <a:spcPct val="100000"/>
              </a:lnSpc>
              <a:buClrTx/>
              <a:buSzTx/>
              <a:buFontTx/>
              <a:buNone/>
              <a:defRPr kumimoji="0" lang="zh-CN" altLang="en-US" sz="4400" b="0" i="0" u="none" strike="noStrike" kern="1200" cap="none" spc="0" normalizeH="0" baseline="0" noProof="1" dirty="0">
                <a:solidFill>
                  <a:schemeClr val="tx1"/>
                </a:solidFill>
                <a:latin typeface="+mj-lt"/>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dirty="0">
                <a:sym typeface="+mn-ea"/>
              </a:rPr>
              <a:t>单击此处</a:t>
            </a:r>
            <a:br>
              <a:rPr dirty="0">
                <a:sym typeface="+mn-ea"/>
              </a:rPr>
            </a:br>
            <a:r>
              <a:rPr dirty="0">
                <a:sym typeface="+mn-ea"/>
              </a:rPr>
              <a:t>编辑母版标题</a:t>
            </a:r>
            <a:endParaRPr dirty="0">
              <a:sym typeface="+mn-ea"/>
            </a:endParaRPr>
          </a:p>
        </p:txBody>
      </p:sp>
    </p:spTree>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1301749"/>
            <a:ext cx="10800000" cy="4873625"/>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灯片编号占位符 5"/>
          <p:cNvSpPr>
            <a:spLocks noGrp="1"/>
          </p:cNvSpPr>
          <p:nvPr>
            <p:ph type="sldNum" sz="quarter" idx="12"/>
            <p:custDataLst>
              <p:tags r:id="rId3"/>
            </p:custDataLst>
          </p:nvPr>
        </p:nvSpPr>
        <p:spPr/>
        <p:txBody>
          <a:bodyPr/>
          <a:lstStyle/>
          <a:p>
            <a:fld id="{49AE70B2-8BF9-45C0-BB95-33D1B9D3A854}" type="slidenum">
              <a:rPr lang="zh-CN" altLang="en-US" smtClean="0"/>
            </a:fld>
            <a:endParaRPr lang="zh-CN" altLang="en-US"/>
          </a:p>
        </p:txBody>
      </p:sp>
      <p:sp>
        <p:nvSpPr>
          <p:cNvPr id="7" name="标题 1"/>
          <p:cNvSpPr>
            <a:spLocks noGrp="1"/>
          </p:cNvSpPr>
          <p:nvPr>
            <p:ph type="title"/>
            <p:custDataLst>
              <p:tags r:id="rId4"/>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目录">
    <p:spTree>
      <p:nvGrpSpPr>
        <p:cNvPr id="1" name=""/>
        <p:cNvGrpSpPr/>
        <p:nvPr/>
      </p:nvGrpSpPr>
      <p:grpSpPr>
        <a:xfrm>
          <a:off x="0" y="0"/>
          <a:ext cx="0" cy="0"/>
          <a:chOff x="0" y="0"/>
          <a:chExt cx="0" cy="0"/>
        </a:xfrm>
      </p:grpSpPr>
      <p:sp>
        <p:nvSpPr>
          <p:cNvPr id="5" name="标题 1"/>
          <p:cNvSpPr>
            <a:spLocks noGrp="1"/>
          </p:cNvSpPr>
          <p:nvPr>
            <p:ph type="title" hasCustomPrompt="1"/>
            <p:custDataLst>
              <p:tags r:id="rId2"/>
            </p:custDataLst>
          </p:nvPr>
        </p:nvSpPr>
        <p:spPr>
          <a:xfrm>
            <a:off x="5297486" y="728713"/>
            <a:ext cx="1977755" cy="1081088"/>
          </a:xfrm>
        </p:spPr>
        <p:txBody>
          <a:bodyPr wrap="square" anchor="b">
            <a:normAutofit/>
          </a:bodyPr>
          <a:lstStyle>
            <a:lvl1pPr algn="ctr">
              <a:defRPr kumimoji="0" lang="zh-CN" altLang="en-US" sz="6000" b="1" i="0" u="none" strike="noStrike" kern="1200" cap="none" spc="0" normalizeH="0" baseline="0" noProof="1" dirty="0">
                <a:solidFill>
                  <a:schemeClr val="accent1">
                    <a:lumMod val="92808"/>
                  </a:schemeClr>
                </a:solidFill>
                <a:latin typeface="+mj-lt"/>
                <a:ea typeface="+mj-ea"/>
                <a:cs typeface="+mn-cs"/>
                <a:sym typeface="+mn-ea"/>
              </a:defRPr>
            </a:lvl1pPr>
          </a:lstStyle>
          <a:p>
            <a:r>
              <a:rPr lang="zh-CN" altLang="en-US" dirty="0"/>
              <a:t>标题</a:t>
            </a:r>
            <a:endParaRPr lang="zh-CN" altLang="en-US" dirty="0"/>
          </a:p>
        </p:txBody>
      </p:sp>
      <p:sp>
        <p:nvSpPr>
          <p:cNvPr id="9" name="灯片编号占位符 5"/>
          <p:cNvSpPr>
            <a:spLocks noGrp="1"/>
          </p:cNvSpPr>
          <p:nvPr>
            <p:ph type="sldNum" sz="quarter" idx="12"/>
            <p:custDataLst>
              <p:tags r:id="rId3"/>
            </p:custDataLst>
          </p:nvPr>
        </p:nvSpPr>
        <p:spPr/>
        <p:txBody>
          <a:bodyPr wrap="square">
            <a:normAutofit/>
          </a:bodyPr>
          <a:lstStyle/>
          <a:p>
            <a:fld id="{BE5F26B5-172A-4DC2-B0B7-181CFC56B87C}" type="slidenum">
              <a:rPr lang="zh-CN" altLang="en-US" smtClean="0"/>
            </a:fld>
            <a:endParaRPr lang="zh-CN" altLang="en-US"/>
          </a:p>
        </p:txBody>
      </p:sp>
      <p:sp>
        <p:nvSpPr>
          <p:cNvPr id="8" name="页脚占位符 4"/>
          <p:cNvSpPr>
            <a:spLocks noGrp="1"/>
          </p:cNvSpPr>
          <p:nvPr>
            <p:ph type="ftr" sz="quarter" idx="11"/>
            <p:custDataLst>
              <p:tags r:id="rId4"/>
            </p:custDataLst>
          </p:nvPr>
        </p:nvSpPr>
        <p:spPr/>
        <p:txBody>
          <a:bodyPr/>
          <a:lstStyle/>
          <a:p>
            <a:endParaRPr lang="zh-CN" altLang="en-US"/>
          </a:p>
        </p:txBody>
      </p:sp>
      <p:sp>
        <p:nvSpPr>
          <p:cNvPr id="7" name="日期占位符 3"/>
          <p:cNvSpPr>
            <a:spLocks noGrp="1"/>
          </p:cNvSpPr>
          <p:nvPr>
            <p:ph type="dt" sz="half" idx="10"/>
            <p:custDataLst>
              <p:tags r:id="rId5"/>
            </p:custDataLst>
          </p:nvPr>
        </p:nvSpPr>
        <p:spPr/>
        <p:txBody>
          <a:bodyPr wrap="square">
            <a:normAutofit/>
          </a:bodyPr>
          <a:lstStyle/>
          <a:p>
            <a:fld id="{5592522B-0F24-4480-B9DD-A9474A6880D6}" type="datetimeFigureOut">
              <a:rPr lang="zh-CN" altLang="en-US" smtClean="0"/>
            </a:fld>
            <a:endParaRPr lang="zh-CN" alt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2" name="灯片编号占位符 6"/>
          <p:cNvSpPr>
            <a:spLocks noGrp="1"/>
          </p:cNvSpPr>
          <p:nvPr>
            <p:ph type="sldNum" sz="quarter" idx="12"/>
            <p:custDataLst>
              <p:tags r:id="rId2"/>
            </p:custDataLst>
          </p:nvPr>
        </p:nvSpPr>
        <p:spPr/>
        <p:txBody>
          <a:bodyPr wrap="square">
            <a:normAutofit/>
          </a:bodyPr>
          <a:lstStyle/>
          <a:p>
            <a:fld id="{BE5F26B5-172A-4DC2-B0B7-181CFC56B87C}" type="slidenum">
              <a:rPr lang="zh-CN" altLang="en-US" smtClean="0"/>
            </a:fld>
            <a:endParaRPr lang="zh-CN" altLang="en-US"/>
          </a:p>
        </p:txBody>
      </p:sp>
      <p:sp>
        <p:nvSpPr>
          <p:cNvPr id="11" name="页脚占位符 5"/>
          <p:cNvSpPr>
            <a:spLocks noGrp="1"/>
          </p:cNvSpPr>
          <p:nvPr>
            <p:ph type="ftr" sz="quarter" idx="11"/>
            <p:custDataLst>
              <p:tags r:id="rId3"/>
            </p:custDataLst>
          </p:nvPr>
        </p:nvSpPr>
        <p:spPr/>
        <p:txBody>
          <a:bodyPr/>
          <a:lstStyle/>
          <a:p>
            <a:endParaRPr lang="zh-CN" altLang="en-US"/>
          </a:p>
        </p:txBody>
      </p:sp>
      <p:sp>
        <p:nvSpPr>
          <p:cNvPr id="10" name="日期占位符 4"/>
          <p:cNvSpPr>
            <a:spLocks noGrp="1"/>
          </p:cNvSpPr>
          <p:nvPr>
            <p:ph type="dt" sz="half" idx="10"/>
            <p:custDataLst>
              <p:tags r:id="rId4"/>
            </p:custDataLst>
          </p:nvPr>
        </p:nvSpPr>
        <p:spPr/>
        <p:txBody>
          <a:bodyPr wrap="square">
            <a:normAutofit/>
          </a:bodyPr>
          <a:lstStyle/>
          <a:p>
            <a:fld id="{5592522B-0F24-4480-B9DD-A9474A6880D6}" type="datetimeFigureOut">
              <a:rPr lang="zh-CN" altLang="en-US" smtClean="0"/>
            </a:fld>
            <a:endParaRPr lang="zh-CN" altLang="en-US"/>
          </a:p>
        </p:txBody>
      </p:sp>
      <p:sp>
        <p:nvSpPr>
          <p:cNvPr id="9" name="节编号 3"/>
          <p:cNvSpPr>
            <a:spLocks noGrp="1"/>
          </p:cNvSpPr>
          <p:nvPr>
            <p:ph type="body" sz="quarter" idx="13" hasCustomPrompt="1"/>
            <p:custDataLst>
              <p:tags r:id="rId5"/>
            </p:custDataLst>
          </p:nvPr>
        </p:nvSpPr>
        <p:spPr>
          <a:xfrm>
            <a:off x="3269762" y="2763358"/>
            <a:ext cx="1008000" cy="1008000"/>
          </a:xfrm>
          <a:prstGeom prst="ellipse">
            <a:avLst/>
          </a:prstGeom>
          <a:solidFill>
            <a:schemeClr val="accent1"/>
          </a:solidFill>
          <a:ln w="12700">
            <a:solidFill>
              <a:srgbClr val="FFFFFF"/>
            </a:solidFill>
          </a:ln>
        </p:spPr>
        <p:txBody>
          <a:bodyPr wrap="none" anchor="ctr">
            <a:normAutofit/>
          </a:bodyPr>
          <a:lstStyle>
            <a:lvl1pPr marL="0" indent="0" algn="ctr">
              <a:buNone/>
              <a:defRPr sz="3600" b="1">
                <a:solidFill>
                  <a:srgbClr val="FFFFFF"/>
                </a:solidFill>
              </a:defRPr>
            </a:lvl1pPr>
          </a:lstStyle>
          <a:p>
            <a:pPr lvl="0"/>
            <a:r>
              <a:rPr lang="zh-CN" altLang="en-US" dirty="0"/>
              <a:t>节编号</a:t>
            </a:r>
            <a:endParaRPr lang="zh-CN" altLang="en-US" dirty="0"/>
          </a:p>
        </p:txBody>
      </p:sp>
      <p:sp>
        <p:nvSpPr>
          <p:cNvPr id="8" name="文本占位符 2"/>
          <p:cNvSpPr>
            <a:spLocks noGrp="1"/>
          </p:cNvSpPr>
          <p:nvPr>
            <p:ph type="body" idx="1" hasCustomPrompt="1"/>
            <p:custDataLst>
              <p:tags r:id="rId6"/>
            </p:custDataLst>
          </p:nvPr>
        </p:nvSpPr>
        <p:spPr>
          <a:xfrm>
            <a:off x="4688163" y="3810958"/>
            <a:ext cx="4564800" cy="561600"/>
          </a:xfrm>
        </p:spPr>
        <p:txBody>
          <a:bodyPr wrap="square">
            <a:normAutofit/>
          </a:bodyPr>
          <a:lstStyle>
            <a:lvl1pPr marL="0" indent="0" algn="l">
              <a:buNone/>
              <a:defRPr sz="2200" b="1">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单击此处编辑副标题</a:t>
            </a:r>
            <a:endParaRPr lang="zh-CN" altLang="en-US" dirty="0"/>
          </a:p>
        </p:txBody>
      </p:sp>
      <p:sp>
        <p:nvSpPr>
          <p:cNvPr id="7" name="标题 1"/>
          <p:cNvSpPr>
            <a:spLocks noGrp="1"/>
          </p:cNvSpPr>
          <p:nvPr>
            <p:ph type="title" hasCustomPrompt="1"/>
            <p:custDataLst>
              <p:tags r:id="rId7"/>
            </p:custDataLst>
          </p:nvPr>
        </p:nvSpPr>
        <p:spPr>
          <a:xfrm>
            <a:off x="4637763" y="2320557"/>
            <a:ext cx="4604400" cy="1375200"/>
          </a:xfrm>
        </p:spPr>
        <p:txBody>
          <a:bodyPr wrap="square" anchor="b">
            <a:normAutofit/>
          </a:bodyPr>
          <a:lstStyle>
            <a:lvl1pPr algn="l">
              <a:defRPr kumimoji="0" lang="zh-CN" altLang="en-US" sz="5400" b="1" i="0" u="none" strike="noStrike" kern="1200" cap="none" spc="0" normalizeH="0" baseline="0" noProof="1" dirty="0">
                <a:solidFill>
                  <a:schemeClr val="accent1">
                    <a:lumMod val="92808"/>
                  </a:schemeClr>
                </a:solidFill>
                <a:latin typeface="+mj-lt"/>
                <a:ea typeface="+mj-ea"/>
                <a:cs typeface="+mn-cs"/>
                <a:sym typeface="+mn-ea"/>
              </a:defRPr>
            </a:lvl1pPr>
          </a:lstStyle>
          <a:p>
            <a:r>
              <a:rPr lang="zh-CN" altLang="en-US" dirty="0"/>
              <a:t>编辑母版标题</a:t>
            </a:r>
            <a:endParaRPr lang="zh-CN" alt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3" name="内容占位符 2"/>
          <p:cNvSpPr>
            <a:spLocks noGrp="1"/>
          </p:cNvSpPr>
          <p:nvPr>
            <p:ph sz="half" idx="1"/>
            <p:custDataLst>
              <p:tags r:id="rId2"/>
            </p:custDataLst>
          </p:nvPr>
        </p:nvSpPr>
        <p:spPr>
          <a:xfrm>
            <a:off x="69596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3"/>
            </p:custDataLst>
          </p:nvPr>
        </p:nvSpPr>
        <p:spPr>
          <a:xfrm>
            <a:off x="6172200" y="1301750"/>
            <a:ext cx="5323840" cy="487585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标题 1"/>
          <p:cNvSpPr>
            <a:spLocks noGrp="1"/>
          </p:cNvSpPr>
          <p:nvPr>
            <p:ph type="title"/>
            <p:custDataLst>
              <p:tags r:id="rId7"/>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p:custDataLst>
              <p:tags r:id="rId2"/>
            </p:custDataLst>
          </p:nvPr>
        </p:nvSpPr>
        <p:spPr>
          <a:xfrm>
            <a:off x="69596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4" name="内容占位符 3"/>
          <p:cNvSpPr>
            <a:spLocks noGrp="1"/>
          </p:cNvSpPr>
          <p:nvPr>
            <p:ph sz="half" idx="2"/>
            <p:custDataLst>
              <p:tags r:id="rId3"/>
            </p:custDataLst>
          </p:nvPr>
        </p:nvSpPr>
        <p:spPr>
          <a:xfrm>
            <a:off x="69596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custDataLst>
              <p:tags r:id="rId4"/>
            </p:custDataLst>
          </p:nvPr>
        </p:nvSpPr>
        <p:spPr>
          <a:xfrm>
            <a:off x="6172200" y="1301750"/>
            <a:ext cx="5323840" cy="411303"/>
          </a:xfrm>
        </p:spPr>
        <p:txBody>
          <a:bodyPr anchor="ctr" anchorCtr="0"/>
          <a:lstStyle>
            <a:lvl1pPr marL="0" indent="0">
              <a:buNone/>
              <a:defRPr sz="2800"/>
            </a:lvl1pPr>
            <a:lvl2pPr marL="457200" indent="0">
              <a:buNone/>
              <a:defRPr sz="2400"/>
            </a:lvl2pPr>
            <a:lvl3pPr marL="914400" indent="0">
              <a:buNone/>
              <a:defRPr sz="2000"/>
            </a:lvl3pPr>
            <a:lvl4pPr marL="1371600" indent="0">
              <a:buNone/>
              <a:defRPr sz="1800"/>
            </a:lvl4pPr>
            <a:lvl5pPr marL="1828800" indent="0">
              <a:buNone/>
              <a:defRPr sz="1800"/>
            </a:lvl5pPr>
            <a:lvl6pPr marL="2286000" indent="0">
              <a:buNone/>
              <a:defRPr sz="1800"/>
            </a:lvl6pPr>
            <a:lvl7pPr marL="2743200" indent="0">
              <a:buNone/>
              <a:defRPr sz="1800"/>
            </a:lvl7pPr>
            <a:lvl8pPr marL="3200400" indent="0">
              <a:buNone/>
              <a:defRPr sz="1800"/>
            </a:lvl8pPr>
            <a:lvl9pPr marL="3657600" indent="0">
              <a:buNone/>
              <a:defRPr sz="180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custDataLst>
              <p:tags r:id="rId5"/>
            </p:custDataLst>
          </p:nvPr>
        </p:nvSpPr>
        <p:spPr>
          <a:xfrm>
            <a:off x="6172200" y="1875099"/>
            <a:ext cx="5323840" cy="4300276"/>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fld>
            <a:endParaRPr lang="zh-CN" altLang="en-US"/>
          </a:p>
        </p:txBody>
      </p:sp>
      <p:sp>
        <p:nvSpPr>
          <p:cNvPr id="10" name="标题 1"/>
          <p:cNvSpPr>
            <a:spLocks noGrp="1"/>
          </p:cNvSpPr>
          <p:nvPr>
            <p:ph type="title"/>
            <p:custDataLst>
              <p:tags r:id="rId9"/>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标题 1"/>
          <p:cNvSpPr>
            <a:spLocks noGrp="1"/>
          </p:cNvSpPr>
          <p:nvPr>
            <p:ph type="title"/>
            <p:custDataLst>
              <p:tags r:id="rId5"/>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仅内容">
    <p:spTree>
      <p:nvGrpSpPr>
        <p:cNvPr id="1" name=""/>
        <p:cNvGrpSpPr/>
        <p:nvPr/>
      </p:nvGrpSpPr>
      <p:grpSpPr>
        <a:xfrm>
          <a:off x="0" y="0"/>
          <a:ext cx="0" cy="0"/>
          <a:chOff x="0" y="0"/>
          <a:chExt cx="0" cy="0"/>
        </a:xfrm>
      </p:grpSpPr>
      <p:sp>
        <p:nvSpPr>
          <p:cNvPr id="3" name="内容占位符 2"/>
          <p:cNvSpPr>
            <a:spLocks noGrp="1"/>
          </p:cNvSpPr>
          <p:nvPr>
            <p:ph idx="1"/>
            <p:custDataLst>
              <p:tags r:id="rId2"/>
            </p:custDataLst>
          </p:nvPr>
        </p:nvSpPr>
        <p:spPr>
          <a:xfrm>
            <a:off x="695960" y="360045"/>
            <a:ext cx="10801985" cy="5817870"/>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标题和副标题">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6" name="Text Placeholder 5"/>
          <p:cNvSpPr>
            <a:spLocks noGrp="1"/>
          </p:cNvSpPr>
          <p:nvPr>
            <p:ph type="body" idx="13" hasCustomPrompt="1"/>
            <p:custDataLst>
              <p:tags r:id="rId5"/>
            </p:custDataLst>
          </p:nvPr>
        </p:nvSpPr>
        <p:spPr>
          <a:xfrm>
            <a:off x="695960" y="1301750"/>
            <a:ext cx="10799088" cy="405553"/>
          </a:xfrm>
        </p:spPr>
        <p:txBody>
          <a:bodyPr/>
          <a:lstStyle>
            <a:lvl5pPr>
              <a:buNone/>
              <a:defRPr/>
            </a:lvl5pPr>
          </a:lstStyle>
          <a:p>
            <a:pPr lvl="0"/>
            <a:r>
              <a:rPr lang="zh-CN" altLang="en-US" smtClean="0"/>
              <a:t>单击此处编辑副标题</a:t>
            </a:r>
            <a:endParaRPr lang="zh-CN" altLang="en-US" smtClean="0"/>
          </a:p>
        </p:txBody>
      </p:sp>
      <p:sp>
        <p:nvSpPr>
          <p:cNvPr id="7" name="标题 1"/>
          <p:cNvSpPr>
            <a:spLocks noGrp="1"/>
          </p:cNvSpPr>
          <p:nvPr>
            <p:ph type="title"/>
            <p:custDataLst>
              <p:tags r:id="rId6"/>
            </p:custDataLst>
          </p:nvPr>
        </p:nvSpPr>
        <p:spPr/>
        <p:txBody>
          <a:bodyPr/>
          <a:p>
            <a:r>
              <a:rPr lang="zh-CN" altLang="en-US" smtClean="0"/>
              <a:t>单击此处编辑母版标题样式</a:t>
            </a:r>
            <a:endParaRPr lang="zh-CN" alt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末尾幻灯片">
    <p:bg>
      <p:bgPr>
        <a:solidFill>
          <a:schemeClr val="tx1"/>
        </a:solidFill>
        <a:effectLst/>
      </p:bgPr>
    </p:bg>
    <p:spTree>
      <p:nvGrpSpPr>
        <p:cNvPr id="1" name=""/>
        <p:cNvGrpSpPr/>
        <p:nvPr/>
      </p:nvGrpSpPr>
      <p:grpSpPr>
        <a:xfrm>
          <a:off x="0" y="0"/>
          <a:ext cx="0" cy="0"/>
          <a:chOff x="0" y="0"/>
          <a:chExt cx="0" cy="0"/>
        </a:xfrm>
      </p:grpSpPr>
      <p:sp>
        <p:nvSpPr>
          <p:cNvPr id="6" name="Line 3"/>
          <p:cNvSpPr>
            <a:spLocks noChangeShapeType="1"/>
          </p:cNvSpPr>
          <p:nvPr>
            <p:custDataLst>
              <p:tags r:id="rId2"/>
            </p:custDataLst>
          </p:nvPr>
        </p:nvSpPr>
        <p:spPr bwMode="auto">
          <a:xfrm>
            <a:off x="1930400" y="2514600"/>
            <a:ext cx="9652000" cy="0"/>
          </a:xfrm>
          <a:prstGeom prst="line">
            <a:avLst/>
          </a:prstGeom>
          <a:noFill/>
          <a:ln w="12700">
            <a:solidFill>
              <a:schemeClr val="bg1"/>
            </a:solidFill>
            <a:round/>
          </a:ln>
        </p:spPr>
        <p:txBody>
          <a:bodyPr/>
          <a:p>
            <a:endParaRPr lang="zh-CN" altLang="en-US" sz="100">
              <a:latin typeface="+mn-lt"/>
              <a:ea typeface="+mn-ea"/>
            </a:endParaRPr>
          </a:p>
        </p:txBody>
      </p:sp>
      <p:sp>
        <p:nvSpPr>
          <p:cNvPr id="7" name="AutoShape 4"/>
          <p:cNvSpPr>
            <a:spLocks noChangeArrowheads="1"/>
          </p:cNvSpPr>
          <p:nvPr>
            <p:custDataLst>
              <p:tags r:id="rId3"/>
            </p:custDataLst>
          </p:nvPr>
        </p:nvSpPr>
        <p:spPr bwMode="auto">
          <a:xfrm>
            <a:off x="-3352800" y="1371600"/>
            <a:ext cx="4876800" cy="3657600"/>
          </a:xfrm>
          <a:custGeom>
            <a:avLst/>
            <a:gdLst>
              <a:gd name="T0" fmla="*/ 2 w 64000"/>
              <a:gd name="T1" fmla="*/ 0 h 64000"/>
              <a:gd name="T2" fmla="*/ 3 w 64000"/>
              <a:gd name="T3" fmla="*/ 1 h 64000"/>
              <a:gd name="T4" fmla="*/ 2 w 64000"/>
              <a:gd name="T5" fmla="*/ 3 h 64000"/>
              <a:gd name="T6" fmla="*/ 2 w 64000"/>
              <a:gd name="T7" fmla="*/ 3 h 64000"/>
              <a:gd name="T8" fmla="*/ 2 w 64000"/>
              <a:gd name="T9" fmla="*/ 3 h 64000"/>
              <a:gd name="T10" fmla="*/ 2 w 64000"/>
              <a:gd name="T11" fmla="*/ 3 h 64000"/>
              <a:gd name="T12" fmla="*/ 2 w 64000"/>
              <a:gd name="T13" fmla="*/ 0 h 64000"/>
              <a:gd name="T14" fmla="*/ 2 w 64000"/>
              <a:gd name="T15" fmla="*/ 0 h 64000"/>
              <a:gd name="T16" fmla="*/ 2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3">
              <a:lumMod val="38831"/>
              <a:lumOff val="61169"/>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p>
            <a:endParaRPr lang="zh-CN" altLang="en-US" sz="100">
              <a:latin typeface="+mn-lt"/>
              <a:ea typeface="+mn-ea"/>
            </a:endParaRPr>
          </a:p>
        </p:txBody>
      </p:sp>
      <p:sp>
        <p:nvSpPr>
          <p:cNvPr id="8" name="AutoShape 5"/>
          <p:cNvSpPr>
            <a:spLocks noChangeArrowheads="1"/>
          </p:cNvSpPr>
          <p:nvPr>
            <p:custDataLst>
              <p:tags r:id="rId4"/>
            </p:custDataLst>
          </p:nvPr>
        </p:nvSpPr>
        <p:spPr bwMode="auto">
          <a:xfrm>
            <a:off x="-4297045" y="304800"/>
            <a:ext cx="5384800" cy="4038600"/>
          </a:xfrm>
          <a:custGeom>
            <a:avLst/>
            <a:gdLst>
              <a:gd name="T0" fmla="*/ 3 w 64000"/>
              <a:gd name="T1" fmla="*/ 0 h 64000"/>
              <a:gd name="T2" fmla="*/ 4 w 64000"/>
              <a:gd name="T3" fmla="*/ 2 h 64000"/>
              <a:gd name="T4" fmla="*/ 3 w 64000"/>
              <a:gd name="T5" fmla="*/ 4 h 64000"/>
              <a:gd name="T6" fmla="*/ 3 w 64000"/>
              <a:gd name="T7" fmla="*/ 4 h 64000"/>
              <a:gd name="T8" fmla="*/ 3 w 64000"/>
              <a:gd name="T9" fmla="*/ 4 h 64000"/>
              <a:gd name="T10" fmla="*/ 3 w 64000"/>
              <a:gd name="T11" fmla="*/ 4 h 64000"/>
              <a:gd name="T12" fmla="*/ 3 w 64000"/>
              <a:gd name="T13" fmla="*/ 0 h 64000"/>
              <a:gd name="T14" fmla="*/ 3 w 64000"/>
              <a:gd name="T15" fmla="*/ 0 h 64000"/>
              <a:gd name="T16" fmla="*/ 3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bg2">
              <a:lumMod val="92727"/>
              <a:lumOff val="7273"/>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p>
            <a:endParaRPr lang="zh-CN" altLang="en-US" sz="100">
              <a:latin typeface="+mn-lt"/>
              <a:ea typeface="+mn-ea"/>
            </a:endParaRPr>
          </a:p>
        </p:txBody>
      </p:sp>
      <p:pic>
        <p:nvPicPr>
          <p:cNvPr id="23" name="图片 22"/>
          <p:cNvPicPr>
            <a:picLocks noChangeAspect="1"/>
          </p:cNvPicPr>
          <p:nvPr>
            <p:custDataLst>
              <p:tags r:id="rId5"/>
            </p:custDataLst>
          </p:nvPr>
        </p:nvPicPr>
        <p:blipFill rotWithShape="1">
          <a:blip r:embed="rId6"/>
          <a:srcRect t="4982" r="14708" b="10728"/>
          <a:stretch>
            <a:fillRect/>
          </a:stretch>
        </p:blipFill>
        <p:spPr>
          <a:xfrm>
            <a:off x="1793132" y="1"/>
            <a:ext cx="10398868" cy="6857999"/>
          </a:xfrm>
          <a:prstGeom prst="rect">
            <a:avLst/>
          </a:prstGeom>
        </p:spPr>
      </p:pic>
      <p:sp>
        <p:nvSpPr>
          <p:cNvPr id="28" name="矩形 27"/>
          <p:cNvSpPr/>
          <p:nvPr>
            <p:custDataLst>
              <p:tags r:id="rId7"/>
            </p:custDataLst>
          </p:nvPr>
        </p:nvSpPr>
        <p:spPr>
          <a:xfrm>
            <a:off x="1" y="0"/>
            <a:ext cx="6524428" cy="6858000"/>
          </a:xfrm>
          <a:prstGeom prst="rect">
            <a:avLst/>
          </a:prstGeom>
          <a:solidFill>
            <a:schemeClr val="accent1"/>
          </a:solidFill>
          <a:ln>
            <a:solidFill>
              <a:schemeClr val="accent3">
                <a:lumMod val="82741"/>
                <a:lumOff val="17259"/>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46" name="平行四边形 45"/>
          <p:cNvSpPr/>
          <p:nvPr>
            <p:custDataLst>
              <p:tags r:id="rId8"/>
            </p:custDataLst>
          </p:nvPr>
        </p:nvSpPr>
        <p:spPr>
          <a:xfrm>
            <a:off x="3829260" y="-1"/>
            <a:ext cx="5496125" cy="6857999"/>
          </a:xfrm>
          <a:prstGeom prst="parallelogram">
            <a:avLst>
              <a:gd name="adj" fmla="val 4889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30" name="椭圆 29"/>
          <p:cNvSpPr/>
          <p:nvPr>
            <p:custDataLst>
              <p:tags r:id="rId9"/>
            </p:custDataLst>
          </p:nvPr>
        </p:nvSpPr>
        <p:spPr>
          <a:xfrm>
            <a:off x="7089140" y="2515235"/>
            <a:ext cx="2198370" cy="219837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pic>
        <p:nvPicPr>
          <p:cNvPr id="32" name="图片 31"/>
          <p:cNvPicPr>
            <a:picLocks noChangeAspect="1"/>
          </p:cNvPicPr>
          <p:nvPr>
            <p:custDataLst>
              <p:tags r:id="rId10"/>
            </p:custDataLst>
          </p:nvPr>
        </p:nvPicPr>
        <p:blipFill>
          <a:blip r:embed="rId11" cstate="print">
            <a:extLst>
              <a:ext uri="{28A0092B-C50C-407E-A947-70E740481C1C}">
                <a14:useLocalDpi xmlns:a14="http://schemas.microsoft.com/office/drawing/2010/main" val="0"/>
              </a:ext>
            </a:extLst>
          </a:blip>
          <a:stretch>
            <a:fillRect/>
          </a:stretch>
        </p:blipFill>
        <p:spPr>
          <a:xfrm>
            <a:off x="7176135" y="2602865"/>
            <a:ext cx="2023110" cy="2023110"/>
          </a:xfrm>
          <a:prstGeom prst="rect">
            <a:avLst/>
          </a:prstGeom>
        </p:spPr>
      </p:pic>
      <p:cxnSp>
        <p:nvCxnSpPr>
          <p:cNvPr id="35" name="直接连接符 34"/>
          <p:cNvCxnSpPr/>
          <p:nvPr>
            <p:custDataLst>
              <p:tags r:id="rId12"/>
            </p:custDataLst>
          </p:nvPr>
        </p:nvCxnSpPr>
        <p:spPr>
          <a:xfrm flipV="1">
            <a:off x="745453" y="1595814"/>
            <a:ext cx="0" cy="249514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署名占位符 10"/>
          <p:cNvSpPr>
            <a:spLocks noGrp="1"/>
          </p:cNvSpPr>
          <p:nvPr>
            <p:ph type="body" sz="quarter" idx="17" hasCustomPrompt="1"/>
            <p:custDataLst>
              <p:tags r:id="rId13"/>
            </p:custDataLst>
          </p:nvPr>
        </p:nvSpPr>
        <p:spPr>
          <a:xfrm>
            <a:off x="1524000" y="4410363"/>
            <a:ext cx="2160000" cy="432000"/>
          </a:xfrm>
          <a:prstGeom prst="roundRect">
            <a:avLst>
              <a:gd name="adj" fmla="val 50000"/>
            </a:avLst>
          </a:prstGeom>
          <a:ln w="12700">
            <a:solidFill>
              <a:schemeClr val="lt1">
                <a:lumMod val="100000"/>
              </a:schemeClr>
            </a:solid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71755" tIns="18000" rIns="71755" bIns="18000" numCol="1" spcCol="0" rtlCol="0" fromWordArt="0" anchor="ctr" anchorCtr="0" forceAA="0" compatLnSpc="1">
            <a:normAutofit/>
          </a:bodyPr>
          <a:lstStyle>
            <a:defPPr>
              <a:defRPr lang="zh-CN"/>
            </a:defPPr>
            <a:lvl1pPr marL="0" marR="0" algn="ctr" defTabSz="914400" rtl="0" eaLnBrk="1" fontAlgn="auto" latinLnBrk="0" hangingPunct="1">
              <a:lnSpc>
                <a:spcPct val="100000"/>
              </a:lnSpc>
              <a:buClrTx/>
              <a:buSzTx/>
              <a:buFontTx/>
              <a:buNone/>
              <a:defRPr kumimoji="0" lang="zh-CN" altLang="en-US" sz="1600" b="1" i="0" u="none" strike="noStrike" kern="1200" cap="none" spc="0" normalizeH="0" baseline="0" noProof="1" dirty="0">
                <a:solidFill>
                  <a:schemeClr val="lt1"/>
                </a:solidFill>
                <a:latin typeface="+mn-ea"/>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r>
              <a:rPr>
                <a:sym typeface="+mn-ea"/>
              </a:rPr>
              <a:t>署名</a:t>
            </a:r>
            <a:endParaRPr>
              <a:sym typeface="+mn-ea"/>
            </a:endParaRPr>
          </a:p>
        </p:txBody>
      </p:sp>
      <p:sp>
        <p:nvSpPr>
          <p:cNvPr id="9" name="标题 6"/>
          <p:cNvSpPr txBox="1">
            <a:spLocks noGrp="1"/>
          </p:cNvSpPr>
          <p:nvPr>
            <p:ph type="ctrTitle" hasCustomPrompt="1"/>
            <p:custDataLst>
              <p:tags r:id="rId14"/>
            </p:custDataLst>
          </p:nvPr>
        </p:nvSpPr>
        <p:spPr>
          <a:xfrm>
            <a:off x="1524000" y="3133408"/>
            <a:ext cx="4178935" cy="1024890"/>
          </a:xfrm>
          <a:noFill/>
        </p:spPr>
        <p:txBody>
          <a:bodyPr wrap="square" rtlCol="0" anchor="ctr" anchorCtr="0">
            <a:normAutofit/>
          </a:bodyPr>
          <a:lstStyle>
            <a:defPPr>
              <a:defRPr lang="zh-CN"/>
            </a:defPPr>
            <a:lvl1pPr marL="0" marR="0" algn="l" defTabSz="914400" rtl="0" eaLnBrk="1" fontAlgn="auto" latinLnBrk="0" hangingPunct="1">
              <a:lnSpc>
                <a:spcPct val="100000"/>
              </a:lnSpc>
              <a:buClrTx/>
              <a:buSzTx/>
              <a:buFontTx/>
              <a:buNone/>
              <a:defRPr kumimoji="0" lang="zh-CN" altLang="en-US" sz="6000" b="0" i="0" u="none" strike="noStrike" kern="1200" cap="none" spc="0" normalizeH="0" baseline="0" noProof="1" dirty="0">
                <a:solidFill>
                  <a:schemeClr val="tx1"/>
                </a:solidFill>
                <a:uFillTx/>
                <a:latin typeface="+mj-lt"/>
                <a:ea typeface="+mj-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r>
              <a:rPr>
                <a:sym typeface="+mn-ea"/>
              </a:rPr>
              <a:t>编辑标题</a:t>
            </a:r>
            <a:endParaRPr>
              <a:sym typeface="+mn-ea"/>
            </a:endParaRPr>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pn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5" Type="http://schemas.openxmlformats.org/officeDocument/2006/relationships/theme" Target="../theme/theme2.xml"/><Relationship Id="rId14" Type="http://schemas.openxmlformats.org/officeDocument/2006/relationships/image" Target="../media/image1.png"/><Relationship Id="rId13" Type="http://schemas.openxmlformats.org/officeDocument/2006/relationships/slideLayout" Target="../slideLayouts/slideLayout26.xml"/><Relationship Id="rId12" Type="http://schemas.openxmlformats.org/officeDocument/2006/relationships/slideLayout" Target="../slideLayouts/slideLayout25.xml"/><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5.xml"/><Relationship Id="rId8" Type="http://schemas.openxmlformats.org/officeDocument/2006/relationships/slideLayout" Target="../slideLayouts/slideLayout34.xml"/><Relationship Id="rId7" Type="http://schemas.openxmlformats.org/officeDocument/2006/relationships/slideLayout" Target="../slideLayouts/slideLayout33.xml"/><Relationship Id="rId6" Type="http://schemas.openxmlformats.org/officeDocument/2006/relationships/slideLayout" Target="../slideLayouts/slideLayout32.xml"/><Relationship Id="rId5" Type="http://schemas.openxmlformats.org/officeDocument/2006/relationships/slideLayout" Target="../slideLayouts/slideLayout31.xml"/><Relationship Id="rId4" Type="http://schemas.openxmlformats.org/officeDocument/2006/relationships/slideLayout" Target="../slideLayouts/slideLayout30.xml"/><Relationship Id="rId3" Type="http://schemas.openxmlformats.org/officeDocument/2006/relationships/slideLayout" Target="../slideLayouts/slideLayout29.xml"/><Relationship Id="rId2" Type="http://schemas.openxmlformats.org/officeDocument/2006/relationships/slideLayout" Target="../slideLayouts/slideLayout28.xml"/><Relationship Id="rId19" Type="http://schemas.openxmlformats.org/officeDocument/2006/relationships/theme" Target="../theme/theme3.xml"/><Relationship Id="rId18" Type="http://schemas.openxmlformats.org/officeDocument/2006/relationships/tags" Target="../tags/tag73.xml"/><Relationship Id="rId17" Type="http://schemas.openxmlformats.org/officeDocument/2006/relationships/tags" Target="../tags/tag72.xml"/><Relationship Id="rId16" Type="http://schemas.openxmlformats.org/officeDocument/2006/relationships/tags" Target="../tags/tag71.xml"/><Relationship Id="rId15" Type="http://schemas.openxmlformats.org/officeDocument/2006/relationships/tags" Target="../tags/tag70.xml"/><Relationship Id="rId14" Type="http://schemas.openxmlformats.org/officeDocument/2006/relationships/tags" Target="../tags/tag69.xml"/><Relationship Id="rId13" Type="http://schemas.openxmlformats.org/officeDocument/2006/relationships/tags" Target="../tags/tag68.xml"/><Relationship Id="rId12" Type="http://schemas.openxmlformats.org/officeDocument/2006/relationships/tags" Target="../tags/tag67.xml"/><Relationship Id="rId11" Type="http://schemas.openxmlformats.org/officeDocument/2006/relationships/slideLayout" Target="../slideLayouts/slideLayout37.xml"/><Relationship Id="rId10" Type="http://schemas.openxmlformats.org/officeDocument/2006/relationships/slideLayout" Target="../slideLayouts/slideLayout36.xml"/><Relationship Id="rId1"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4"/>
          <a:stretch>
            <a:fillRect/>
          </a:stretch>
        </a:blipFill>
        <a:effectLst/>
      </p:bgPr>
    </p:bg>
    <p:spTree>
      <p:nvGrpSpPr>
        <p:cNvPr id="1" name=""/>
        <p:cNvGrpSpPr/>
        <p:nvPr/>
      </p:nvGrpSpPr>
      <p:grpSpPr>
        <a:xfrm>
          <a:off x="0" y="0"/>
          <a:ext cx="0" cy="0"/>
          <a:chOff x="0" y="0"/>
          <a:chExt cx="0" cy="0"/>
        </a:xfrm>
      </p:grpSpPr>
      <p:grpSp>
        <p:nvGrpSpPr>
          <p:cNvPr id="1026" name="Group 2"/>
          <p:cNvGrpSpPr/>
          <p:nvPr/>
        </p:nvGrpSpPr>
        <p:grpSpPr bwMode="auto">
          <a:xfrm>
            <a:off x="-4318000" y="0"/>
            <a:ext cx="15900400" cy="3810000"/>
            <a:chOff x="-2040" y="0"/>
            <a:chExt cx="7512" cy="2400"/>
          </a:xfrm>
        </p:grpSpPr>
        <p:sp>
          <p:nvSpPr>
            <p:cNvPr id="1032" name="AutoShape 3"/>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ea typeface="+mn-ea"/>
              </a:endParaRPr>
            </a:p>
          </p:txBody>
        </p:sp>
        <p:sp>
          <p:nvSpPr>
            <p:cNvPr id="1033" name="AutoShape 4"/>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mn-lt"/>
                <a:ea typeface="+mn-ea"/>
              </a:endParaRPr>
            </a:p>
          </p:txBody>
        </p:sp>
        <p:sp>
          <p:nvSpPr>
            <p:cNvPr id="1034" name="Line 5"/>
            <p:cNvSpPr>
              <a:spLocks noChangeShapeType="1"/>
            </p:cNvSpPr>
            <p:nvPr/>
          </p:nvSpPr>
          <p:spPr bwMode="auto">
            <a:xfrm>
              <a:off x="864" y="960"/>
              <a:ext cx="460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a:latin typeface="+mn-lt"/>
                <a:ea typeface="+mn-ea"/>
              </a:endParaRPr>
            </a:p>
          </p:txBody>
        </p:sp>
      </p:grpSp>
      <p:sp>
        <p:nvSpPr>
          <p:cNvPr id="1027" name="Rectangle 6"/>
          <p:cNvSpPr>
            <a:spLocks noGrp="1" noChangeArrowheads="1"/>
          </p:cNvSpPr>
          <p:nvPr>
            <p:ph type="title"/>
          </p:nvPr>
        </p:nvSpPr>
        <p:spPr bwMode="auto">
          <a:xfrm>
            <a:off x="1826684" y="301625"/>
            <a:ext cx="975148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8" name="Rectangle 7"/>
          <p:cNvSpPr>
            <a:spLocks noGrp="1" noChangeArrowheads="1"/>
          </p:cNvSpPr>
          <p:nvPr>
            <p:ph type="body" idx="1"/>
          </p:nvPr>
        </p:nvSpPr>
        <p:spPr bwMode="auto">
          <a:xfrm>
            <a:off x="1826684" y="1827213"/>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3976" name="Rectangle 8"/>
          <p:cNvSpPr>
            <a:spLocks noGrp="1" noChangeArrowheads="1"/>
          </p:cNvSpPr>
          <p:nvPr>
            <p:ph type="dt" sz="half" idx="2"/>
          </p:nvPr>
        </p:nvSpPr>
        <p:spPr bwMode="auto">
          <a:xfrm>
            <a:off x="609600" y="6248400"/>
            <a:ext cx="2844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mn-lt"/>
                <a:ea typeface="+mn-ea"/>
              </a:defRPr>
            </a:lvl1pPr>
          </a:lstStyle>
          <a:p>
            <a:pPr>
              <a:defRPr/>
            </a:pPr>
            <a:fld id="{2CC26286-696E-413A-9A86-CD4C8D75DA5E}" type="datetime1">
              <a:rPr lang="zh-CN" altLang="en-US"/>
            </a:fld>
            <a:endParaRPr lang="en-US" altLang="zh-CN"/>
          </a:p>
        </p:txBody>
      </p:sp>
      <p:sp>
        <p:nvSpPr>
          <p:cNvPr id="83977" name="Rectangle 9"/>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a:latin typeface="+mn-lt"/>
                <a:ea typeface="+mn-ea"/>
              </a:defRPr>
            </a:lvl1pPr>
          </a:lstStyle>
          <a:p>
            <a:pPr>
              <a:defRPr/>
            </a:pPr>
            <a:r>
              <a:rPr lang="zh-CN" altLang="en-US"/>
              <a:t>信息隐藏与数字水印</a:t>
            </a:r>
            <a:endParaRPr lang="en-US" altLang="zh-CN"/>
          </a:p>
        </p:txBody>
      </p:sp>
      <p:sp>
        <p:nvSpPr>
          <p:cNvPr id="83978" name="Rectangle 10"/>
          <p:cNvSpPr>
            <a:spLocks noGrp="1" noChangeArrowheads="1"/>
          </p:cNvSpPr>
          <p:nvPr>
            <p:ph type="sldNum" sz="quarter" idx="4"/>
          </p:nvPr>
        </p:nvSpPr>
        <p:spPr bwMode="auto">
          <a:xfrm>
            <a:off x="8737600" y="6248400"/>
            <a:ext cx="2844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mn-lt"/>
                <a:ea typeface="+mn-ea"/>
              </a:defRPr>
            </a:lvl1pPr>
          </a:lstStyle>
          <a:p>
            <a:pPr>
              <a:defRPr/>
            </a:pPr>
            <a:fld id="{F543D9AF-110F-4E0E-97B2-6387383A19F2}"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dissolve/>
  </p:transition>
  <p:hf hdr="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4"/>
          <a:stretch>
            <a:fillRect/>
          </a:stretch>
        </a:blipFill>
        <a:effectLst/>
      </p:bgPr>
    </p:bg>
    <p:spTree>
      <p:nvGrpSpPr>
        <p:cNvPr id="1" name=""/>
        <p:cNvGrpSpPr/>
        <p:nvPr/>
      </p:nvGrpSpPr>
      <p:grpSpPr>
        <a:xfrm>
          <a:off x="0" y="0"/>
          <a:ext cx="0" cy="0"/>
          <a:chOff x="0" y="0"/>
          <a:chExt cx="0" cy="0"/>
        </a:xfrm>
      </p:grpSpPr>
      <p:grpSp>
        <p:nvGrpSpPr>
          <p:cNvPr id="1026" name="Group 2"/>
          <p:cNvGrpSpPr/>
          <p:nvPr/>
        </p:nvGrpSpPr>
        <p:grpSpPr bwMode="auto">
          <a:xfrm>
            <a:off x="-4318000" y="0"/>
            <a:ext cx="15900400" cy="3810000"/>
            <a:chOff x="-2040" y="0"/>
            <a:chExt cx="7512" cy="2400"/>
          </a:xfrm>
        </p:grpSpPr>
        <p:sp>
          <p:nvSpPr>
            <p:cNvPr id="1032" name="AutoShape 3"/>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800">
                <a:latin typeface="+mn-lt"/>
                <a:ea typeface="+mn-ea"/>
              </a:endParaRPr>
            </a:p>
          </p:txBody>
        </p:sp>
        <p:sp>
          <p:nvSpPr>
            <p:cNvPr id="1033" name="AutoShape 4"/>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sz="1800">
                <a:latin typeface="+mn-lt"/>
                <a:ea typeface="+mn-ea"/>
              </a:endParaRPr>
            </a:p>
          </p:txBody>
        </p:sp>
        <p:sp>
          <p:nvSpPr>
            <p:cNvPr id="1034" name="Line 5"/>
            <p:cNvSpPr>
              <a:spLocks noChangeShapeType="1"/>
            </p:cNvSpPr>
            <p:nvPr/>
          </p:nvSpPr>
          <p:spPr bwMode="auto">
            <a:xfrm>
              <a:off x="864" y="960"/>
              <a:ext cx="4608" cy="0"/>
            </a:xfrm>
            <a:prstGeom prst="line">
              <a:avLst/>
            </a:prstGeom>
            <a:noFill/>
            <a:ln w="12700">
              <a:solidFill>
                <a:schemeClr val="tx1"/>
              </a:solidFill>
              <a:round/>
            </a:ln>
            <a:extLst>
              <a:ext uri="{909E8E84-426E-40DD-AFC4-6F175D3DCCD1}">
                <a14:hiddenFill xmlns:a14="http://schemas.microsoft.com/office/drawing/2010/main">
                  <a:noFill/>
                </a14:hiddenFill>
              </a:ext>
            </a:extLst>
          </p:spPr>
          <p:txBody>
            <a:bodyPr/>
            <a:lstStyle/>
            <a:p>
              <a:endParaRPr lang="zh-CN" altLang="en-US" sz="1800">
                <a:latin typeface="+mn-lt"/>
                <a:ea typeface="+mn-ea"/>
              </a:endParaRPr>
            </a:p>
          </p:txBody>
        </p:sp>
      </p:grpSp>
      <p:sp>
        <p:nvSpPr>
          <p:cNvPr id="1027" name="Rectangle 6"/>
          <p:cNvSpPr>
            <a:spLocks noGrp="1" noChangeArrowheads="1"/>
          </p:cNvSpPr>
          <p:nvPr>
            <p:ph type="title"/>
          </p:nvPr>
        </p:nvSpPr>
        <p:spPr bwMode="auto">
          <a:xfrm>
            <a:off x="1826684" y="301625"/>
            <a:ext cx="975148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p>
            <a:pPr lvl="0"/>
            <a:r>
              <a:rPr lang="zh-CN" altLang="en-US"/>
              <a:t>单击此处编辑母版标题样式</a:t>
            </a:r>
            <a:endParaRPr lang="zh-CN" altLang="en-US"/>
          </a:p>
        </p:txBody>
      </p:sp>
      <p:sp>
        <p:nvSpPr>
          <p:cNvPr id="1028" name="Rectangle 7"/>
          <p:cNvSpPr>
            <a:spLocks noGrp="1" noChangeArrowheads="1"/>
          </p:cNvSpPr>
          <p:nvPr>
            <p:ph type="body" idx="1"/>
          </p:nvPr>
        </p:nvSpPr>
        <p:spPr bwMode="auto">
          <a:xfrm>
            <a:off x="1826684" y="1827213"/>
            <a:ext cx="9751483"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83976" name="Rectangle 8"/>
          <p:cNvSpPr>
            <a:spLocks noGrp="1" noChangeArrowheads="1"/>
          </p:cNvSpPr>
          <p:nvPr>
            <p:ph type="dt" sz="half" idx="2"/>
          </p:nvPr>
        </p:nvSpPr>
        <p:spPr bwMode="auto">
          <a:xfrm>
            <a:off x="609600" y="6248400"/>
            <a:ext cx="2844800" cy="457200"/>
          </a:xfrm>
          <a:prstGeom prst="rect">
            <a:avLst/>
          </a:prstGeom>
          <a:noFill/>
          <a:ln w="9525">
            <a:noFill/>
            <a:miter lim="800000"/>
          </a:ln>
          <a:effectLst/>
        </p:spPr>
        <p:txBody>
          <a:bodyPr vert="horz" wrap="square" lIns="91440" tIns="45720" rIns="91440" bIns="45720" numCol="1" anchor="b" anchorCtr="0" compatLnSpc="1"/>
          <a:lstStyle>
            <a:lvl1pPr eaLnBrk="1" hangingPunct="1">
              <a:defRPr sz="1200">
                <a:latin typeface="+mn-lt"/>
                <a:ea typeface="+mn-ea"/>
              </a:defRPr>
            </a:lvl1pPr>
          </a:lstStyle>
          <a:p>
            <a:pPr>
              <a:defRPr/>
            </a:pPr>
            <a:fld id="{2CC26286-696E-413A-9A86-CD4C8D75DA5E}" type="datetime1">
              <a:rPr lang="zh-CN" altLang="en-US"/>
            </a:fld>
            <a:endParaRPr lang="en-US" altLang="zh-CN"/>
          </a:p>
        </p:txBody>
      </p:sp>
      <p:sp>
        <p:nvSpPr>
          <p:cNvPr id="83977" name="Rectangle 9"/>
          <p:cNvSpPr>
            <a:spLocks noGrp="1" noChangeArrowheads="1"/>
          </p:cNvSpPr>
          <p:nvPr>
            <p:ph type="ftr" sz="quarter" idx="3"/>
          </p:nvPr>
        </p:nvSpPr>
        <p:spPr bwMode="auto">
          <a:xfrm>
            <a:off x="4165600" y="6248400"/>
            <a:ext cx="3860800" cy="457200"/>
          </a:xfrm>
          <a:prstGeom prst="rect">
            <a:avLst/>
          </a:prstGeom>
          <a:noFill/>
          <a:ln w="9525">
            <a:noFill/>
            <a:miter lim="800000"/>
          </a:ln>
          <a:effectLst/>
        </p:spPr>
        <p:txBody>
          <a:bodyPr vert="horz" wrap="square" lIns="91440" tIns="45720" rIns="91440" bIns="45720" numCol="1" anchor="b" anchorCtr="0" compatLnSpc="1"/>
          <a:lstStyle>
            <a:lvl1pPr algn="ctr" eaLnBrk="1" hangingPunct="1">
              <a:defRPr sz="1200">
                <a:latin typeface="+mn-lt"/>
                <a:ea typeface="+mn-ea"/>
              </a:defRPr>
            </a:lvl1pPr>
          </a:lstStyle>
          <a:p>
            <a:pPr>
              <a:defRPr/>
            </a:pPr>
            <a:r>
              <a:rPr lang="zh-CN" altLang="en-US"/>
              <a:t>信息隐藏与数字水印</a:t>
            </a:r>
            <a:endParaRPr lang="en-US" altLang="zh-CN"/>
          </a:p>
        </p:txBody>
      </p:sp>
      <p:sp>
        <p:nvSpPr>
          <p:cNvPr id="83978" name="Rectangle 10"/>
          <p:cNvSpPr>
            <a:spLocks noGrp="1" noChangeArrowheads="1"/>
          </p:cNvSpPr>
          <p:nvPr>
            <p:ph type="sldNum" sz="quarter" idx="4"/>
          </p:nvPr>
        </p:nvSpPr>
        <p:spPr bwMode="auto">
          <a:xfrm>
            <a:off x="8737600" y="6248400"/>
            <a:ext cx="2844800" cy="457200"/>
          </a:xfrm>
          <a:prstGeom prst="rect">
            <a:avLst/>
          </a:prstGeom>
          <a:noFill/>
          <a:ln w="9525">
            <a:noFill/>
            <a:miter lim="800000"/>
          </a:ln>
          <a:effectLst/>
        </p:spPr>
        <p:txBody>
          <a:bodyPr vert="horz" wrap="square" lIns="91440" tIns="45720" rIns="91440" bIns="45720" numCol="1" anchor="b" anchorCtr="0" compatLnSpc="1"/>
          <a:lstStyle>
            <a:lvl1pPr algn="r" eaLnBrk="1" hangingPunct="1">
              <a:defRPr sz="1200">
                <a:latin typeface="+mn-lt"/>
                <a:ea typeface="+mn-ea"/>
              </a:defRPr>
            </a:lvl1pPr>
          </a:lstStyle>
          <a:p>
            <a:pPr>
              <a:defRPr/>
            </a:pPr>
            <a:fld id="{F543D9AF-110F-4E0E-97B2-6387383A19F2}" type="slidenum">
              <a:rPr lang="en-US" altLang="zh-CN"/>
            </a:fld>
            <a:endParaRPr lang="en-US" altLang="zh-CN"/>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transition>
    <p:dissolve/>
  </p:transition>
  <p:hf hdr="0"/>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平行四边形 7"/>
          <p:cNvSpPr/>
          <p:nvPr>
            <p:custDataLst>
              <p:tags r:id="rId12"/>
            </p:custDataLst>
          </p:nvPr>
        </p:nvSpPr>
        <p:spPr>
          <a:xfrm>
            <a:off x="123825" y="249555"/>
            <a:ext cx="872490" cy="492760"/>
          </a:xfrm>
          <a:prstGeom prst="parallelogram">
            <a:avLst>
              <a:gd name="adj" fmla="val 48207"/>
            </a:avLst>
          </a:prstGeom>
          <a:solidFill>
            <a:schemeClr val="accent5">
              <a:lumMod val="94220"/>
            </a:schemeClr>
          </a:solidFill>
          <a:ln w="12700" cap="flat" cmpd="sng" algn="ctr">
            <a:noFill/>
            <a:prstDash val="solid"/>
            <a:miter lim="800000"/>
          </a:ln>
          <a:effectLst/>
        </p:spPr>
        <p:txBody>
          <a:bodyPr rtlCol="0" anchor="ctr"/>
          <a:p>
            <a:pPr algn="ctr"/>
            <a:endParaRPr lang="zh-CN" altLang="en-US" sz="1865">
              <a:solidFill>
                <a:srgbClr val="FFFFFF"/>
              </a:solidFill>
              <a:latin typeface="Impact" panose="020B0806030902050204" pitchFamily="34" charset="0"/>
              <a:ea typeface="微软雅黑" panose="020B0503020204020204" charset="-122"/>
            </a:endParaRPr>
          </a:p>
        </p:txBody>
      </p:sp>
      <p:sp>
        <p:nvSpPr>
          <p:cNvPr id="9" name="文本框 9"/>
          <p:cNvSpPr txBox="1"/>
          <p:nvPr>
            <p:custDataLst>
              <p:tags r:id="rId13"/>
            </p:custDataLst>
          </p:nvPr>
        </p:nvSpPr>
        <p:spPr>
          <a:xfrm>
            <a:off x="262255" y="260985"/>
            <a:ext cx="840740" cy="521970"/>
          </a:xfrm>
          <a:prstGeom prst="rect">
            <a:avLst/>
          </a:prstGeom>
          <a:noFill/>
        </p:spPr>
        <p:txBody>
          <a:bodyPr wrap="square" rtlCol="0">
            <a:spAutoFit/>
          </a:bodyPr>
          <a:p>
            <a:endParaRPr lang="zh-CN" altLang="en-US" sz="2800" dirty="0">
              <a:solidFill>
                <a:srgbClr val="FFFFFF"/>
              </a:solidFill>
              <a:latin typeface="Impact" panose="020B0806030902050204" pitchFamily="34" charset="0"/>
            </a:endParaRPr>
          </a:p>
        </p:txBody>
      </p:sp>
      <p:sp>
        <p:nvSpPr>
          <p:cNvPr id="6" name="灯片编号占位符 5"/>
          <p:cNvSpPr>
            <a:spLocks noGrp="1"/>
          </p:cNvSpPr>
          <p:nvPr>
            <p:ph type="sldNum" sz="quarter" idx="4"/>
            <p:custDataLst>
              <p:tags r:id="rId14"/>
            </p:custDataLst>
          </p:nvPr>
        </p:nvSpPr>
        <p:spPr>
          <a:xfrm>
            <a:off x="8753983"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latin typeface="+mn-lt"/>
                <a:ea typeface="+mn-ea"/>
              </a:defRPr>
            </a:lvl1pPr>
          </a:lstStyle>
          <a:p>
            <a:fld id="{49AE70B2-8BF9-45C0-BB95-33D1B9D3A854}" type="slidenum">
              <a:rPr lang="zh-CN" altLang="en-US" smtClean="0"/>
            </a:fld>
            <a:endParaRPr lang="zh-CN" altLang="en-US"/>
          </a:p>
        </p:txBody>
      </p:sp>
      <p:sp>
        <p:nvSpPr>
          <p:cNvPr id="5" name="页脚占位符 4"/>
          <p:cNvSpPr>
            <a:spLocks noGrp="1"/>
          </p:cNvSpPr>
          <p:nvPr>
            <p:ph type="ftr" sz="quarter" idx="3"/>
            <p:custDataLst>
              <p:tags r:id="rId15"/>
            </p:custDataLst>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latin typeface="+mn-lt"/>
                <a:ea typeface="+mn-ea"/>
              </a:defRPr>
            </a:lvl1pPr>
          </a:lstStyle>
          <a:p>
            <a:endParaRPr lang="zh-CN" altLang="en-US"/>
          </a:p>
        </p:txBody>
      </p:sp>
      <p:sp>
        <p:nvSpPr>
          <p:cNvPr id="4" name="日期占位符 3"/>
          <p:cNvSpPr>
            <a:spLocks noGrp="1"/>
          </p:cNvSpPr>
          <p:nvPr>
            <p:ph type="dt" sz="half" idx="2"/>
            <p:custDataLst>
              <p:tags r:id="rId16"/>
            </p:custDataLst>
          </p:nvPr>
        </p:nvSpPr>
        <p:spPr>
          <a:xfrm>
            <a:off x="69596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latin typeface="+mn-lt"/>
                <a:ea typeface="+mn-ea"/>
              </a:defRPr>
            </a:lvl1pPr>
          </a:lstStyle>
          <a:p>
            <a:fld id="{760FBDFE-C587-4B4C-A407-44438C67B59E}" type="datetimeFigureOut">
              <a:rPr lang="zh-CN" altLang="en-US" smtClean="0"/>
            </a:fld>
            <a:endParaRPr lang="zh-CN" altLang="en-US"/>
          </a:p>
        </p:txBody>
      </p:sp>
      <p:sp>
        <p:nvSpPr>
          <p:cNvPr id="3" name="文本占位符 2"/>
          <p:cNvSpPr>
            <a:spLocks noGrp="1"/>
          </p:cNvSpPr>
          <p:nvPr>
            <p:ph type="body" idx="1"/>
            <p:custDataLst>
              <p:tags r:id="rId17"/>
            </p:custDataLst>
          </p:nvPr>
        </p:nvSpPr>
        <p:spPr>
          <a:xfrm>
            <a:off x="695960" y="1301749"/>
            <a:ext cx="10800000" cy="4873625"/>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 name="标题占位符 1"/>
          <p:cNvSpPr>
            <a:spLocks noGrp="1"/>
          </p:cNvSpPr>
          <p:nvPr>
            <p:ph type="title"/>
            <p:custDataLst>
              <p:tags r:id="rId18"/>
            </p:custDataLst>
          </p:nvPr>
        </p:nvSpPr>
        <p:spPr>
          <a:xfrm>
            <a:off x="695960" y="360000"/>
            <a:ext cx="10800000" cy="720000"/>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3200" b="1" i="0" u="none" kern="1200" spc="0">
          <a:solidFill>
            <a:schemeClr val="accent1">
              <a:lumMod val="92808"/>
            </a:schemeClr>
          </a:solidFill>
          <a:effectLst>
            <a:outerShdw>
              <a:srgbClr val="FFFFFF"/>
            </a:outerShdw>
          </a:effectLst>
          <a:uFill>
            <a:solidFill>
              <a:srgbClr val="023B8C"/>
            </a:solidFill>
          </a:uFill>
          <a:latin typeface="+mj-lt"/>
          <a:ea typeface="+mj-ea"/>
          <a:cs typeface="+mj-cs"/>
        </a:defRPr>
      </a:lvl1pPr>
    </p:titleStyle>
    <p:bodyStyle>
      <a:lvl1pPr marL="228600" indent="0" algn="l" defTabSz="914400" rtl="0" eaLnBrk="1" latinLnBrk="0" hangingPunct="1">
        <a:lnSpc>
          <a:spcPct val="130000"/>
        </a:lnSpc>
        <a:spcBef>
          <a:spcPts val="1000"/>
        </a:spcBef>
        <a:buFont typeface="Arial" panose="020B0604020202020204" pitchFamily="34" charset="0"/>
        <a:buChar char="•"/>
        <a:defRPr sz="2400" kern="1200" spc="0">
          <a:solidFill>
            <a:schemeClr val="tx1"/>
          </a:solidFill>
          <a:latin typeface="+mn-lt"/>
          <a:ea typeface="+mn-ea"/>
          <a:cs typeface="+mn-cs"/>
        </a:defRPr>
      </a:lvl1pPr>
      <a:lvl2pPr marL="685800" indent="0" algn="l" defTabSz="914400" rtl="0" eaLnBrk="1" latinLnBrk="0" hangingPunct="1">
        <a:lnSpc>
          <a:spcPct val="130000"/>
        </a:lnSpc>
        <a:spcBef>
          <a:spcPts val="500"/>
        </a:spcBef>
        <a:buFont typeface="Arial" panose="020B0604020202020204" pitchFamily="34" charset="0"/>
        <a:buChar char="•"/>
        <a:defRPr sz="2000" kern="1200" spc="0">
          <a:solidFill>
            <a:schemeClr val="tx1"/>
          </a:solidFill>
          <a:latin typeface="+mn-lt"/>
          <a:ea typeface="+mn-ea"/>
          <a:cs typeface="+mn-cs"/>
        </a:defRPr>
      </a:lvl2pPr>
      <a:lvl3pPr marL="11430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3pPr>
      <a:lvl4pPr marL="16002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4pPr>
      <a:lvl5pPr marL="2057400" indent="0" algn="l" defTabSz="914400" rtl="0" eaLnBrk="1" latinLnBrk="0" hangingPunct="1">
        <a:lnSpc>
          <a:spcPct val="130000"/>
        </a:lnSpc>
        <a:spcBef>
          <a:spcPts val="500"/>
        </a:spcBef>
        <a:buFont typeface="Arial" panose="020B0604020202020204" pitchFamily="34" charset="0"/>
        <a:buChar char="•"/>
        <a:defRPr sz="18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7.xml"/><Relationship Id="rId2" Type="http://schemas.openxmlformats.org/officeDocument/2006/relationships/tags" Target="../tags/tag75.xml"/><Relationship Id="rId1" Type="http://schemas.openxmlformats.org/officeDocument/2006/relationships/tags" Target="../tags/tag74.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80.xml"/><Relationship Id="rId4" Type="http://schemas.openxmlformats.org/officeDocument/2006/relationships/tags" Target="../tags/tag79.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85.xml"/><Relationship Id="rId4" Type="http://schemas.openxmlformats.org/officeDocument/2006/relationships/tags" Target="../tags/tag84.xml"/><Relationship Id="rId3" Type="http://schemas.openxmlformats.org/officeDocument/2006/relationships/tags" Target="../tags/tag83.xml"/><Relationship Id="rId2" Type="http://schemas.openxmlformats.org/officeDocument/2006/relationships/tags" Target="../tags/tag82.xml"/><Relationship Id="rId1" Type="http://schemas.openxmlformats.org/officeDocument/2006/relationships/tags" Target="../tags/tag81.xml"/></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2.xml"/><Relationship Id="rId8" Type="http://schemas.openxmlformats.org/officeDocument/2006/relationships/slideLayout" Target="../slideLayouts/slideLayout28.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image" Target="../media/image4.png"/><Relationship Id="rId4" Type="http://schemas.openxmlformats.org/officeDocument/2006/relationships/tags" Target="../tags/tag89.xml"/><Relationship Id="rId3" Type="http://schemas.openxmlformats.org/officeDocument/2006/relationships/tags" Target="../tags/tag88.xml"/><Relationship Id="rId2" Type="http://schemas.openxmlformats.org/officeDocument/2006/relationships/tags" Target="../tags/tag87.xml"/><Relationship Id="rId1" Type="http://schemas.openxmlformats.org/officeDocument/2006/relationships/tags" Target="../tags/tag86.xml"/></Relationships>
</file>

<file path=ppt/slides/_rels/slide5.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8" Type="http://schemas.openxmlformats.org/officeDocument/2006/relationships/notesSlide" Target="../notesSlides/notesSlide3.xml"/><Relationship Id="rId17" Type="http://schemas.openxmlformats.org/officeDocument/2006/relationships/slideLayout" Target="../slideLayouts/slideLayout34.xml"/><Relationship Id="rId16" Type="http://schemas.openxmlformats.org/officeDocument/2006/relationships/tags" Target="../tags/tag107.xml"/><Relationship Id="rId15" Type="http://schemas.openxmlformats.org/officeDocument/2006/relationships/tags" Target="../tags/tag106.xml"/><Relationship Id="rId14" Type="http://schemas.openxmlformats.org/officeDocument/2006/relationships/tags" Target="../tags/tag105.xml"/><Relationship Id="rId13" Type="http://schemas.openxmlformats.org/officeDocument/2006/relationships/tags" Target="../tags/tag104.xml"/><Relationship Id="rId12" Type="http://schemas.openxmlformats.org/officeDocument/2006/relationships/tags" Target="../tags/tag103.xml"/><Relationship Id="rId11" Type="http://schemas.openxmlformats.org/officeDocument/2006/relationships/tags" Target="../tags/tag102.xml"/><Relationship Id="rId10" Type="http://schemas.openxmlformats.org/officeDocument/2006/relationships/tags" Target="../tags/tag101.xml"/><Relationship Id="rId1" Type="http://schemas.openxmlformats.org/officeDocument/2006/relationships/tags" Target="../tags/tag92.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4.xml"/><Relationship Id="rId6" Type="http://schemas.openxmlformats.org/officeDocument/2006/relationships/slideLayout" Target="../slideLayouts/slideLayout28.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7.xml.rels><?xml version="1.0" encoding="UTF-8" standalone="yes"?>
<Relationships xmlns="http://schemas.openxmlformats.org/package/2006/relationships"><Relationship Id="rId9" Type="http://schemas.openxmlformats.org/officeDocument/2006/relationships/tags" Target="../tags/tag119.xml"/><Relationship Id="rId8" Type="http://schemas.openxmlformats.org/officeDocument/2006/relationships/tags" Target="../tags/tag118.xml"/><Relationship Id="rId7" Type="http://schemas.openxmlformats.org/officeDocument/2006/relationships/image" Target="../media/image6.png"/><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image" Target="../media/image5.emf"/><Relationship Id="rId3" Type="http://schemas.openxmlformats.org/officeDocument/2006/relationships/tags" Target="../tags/tag115.xml"/><Relationship Id="rId2" Type="http://schemas.openxmlformats.org/officeDocument/2006/relationships/tags" Target="../tags/tag114.xml"/><Relationship Id="rId15" Type="http://schemas.openxmlformats.org/officeDocument/2006/relationships/notesSlide" Target="../notesSlides/notesSlide5.xml"/><Relationship Id="rId14" Type="http://schemas.openxmlformats.org/officeDocument/2006/relationships/slideLayout" Target="../slideLayouts/slideLayout28.xml"/><Relationship Id="rId13" Type="http://schemas.openxmlformats.org/officeDocument/2006/relationships/tags" Target="../tags/tag122.xml"/><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image" Target="../media/image7.png"/><Relationship Id="rId1" Type="http://schemas.openxmlformats.org/officeDocument/2006/relationships/tags" Target="../tags/tag113.xml"/></Relationships>
</file>

<file path=ppt/slides/_rels/slide8.xml.rels><?xml version="1.0" encoding="UTF-8" standalone="yes"?>
<Relationships xmlns="http://schemas.openxmlformats.org/package/2006/relationships"><Relationship Id="rId9" Type="http://schemas.openxmlformats.org/officeDocument/2006/relationships/tags" Target="../tags/tag129.xml"/><Relationship Id="rId8" Type="http://schemas.openxmlformats.org/officeDocument/2006/relationships/tags" Target="../tags/tag128.xml"/><Relationship Id="rId7" Type="http://schemas.openxmlformats.org/officeDocument/2006/relationships/image" Target="../media/image8.png"/><Relationship Id="rId6" Type="http://schemas.openxmlformats.org/officeDocument/2006/relationships/tags" Target="../tags/tag127.xml"/><Relationship Id="rId5" Type="http://schemas.openxmlformats.org/officeDocument/2006/relationships/tags" Target="../tags/tag126.xml"/><Relationship Id="rId4" Type="http://schemas.openxmlformats.org/officeDocument/2006/relationships/image" Target="../media/image5.emf"/><Relationship Id="rId3" Type="http://schemas.openxmlformats.org/officeDocument/2006/relationships/tags" Target="../tags/tag125.xml"/><Relationship Id="rId28" Type="http://schemas.openxmlformats.org/officeDocument/2006/relationships/notesSlide" Target="../notesSlides/notesSlide6.xml"/><Relationship Id="rId27" Type="http://schemas.openxmlformats.org/officeDocument/2006/relationships/slideLayout" Target="../slideLayouts/slideLayout28.xml"/><Relationship Id="rId26" Type="http://schemas.openxmlformats.org/officeDocument/2006/relationships/tags" Target="../tags/tag139.xml"/><Relationship Id="rId25" Type="http://schemas.openxmlformats.org/officeDocument/2006/relationships/tags" Target="../tags/tag138.xml"/><Relationship Id="rId24" Type="http://schemas.openxmlformats.org/officeDocument/2006/relationships/tags" Target="../tags/tag137.xml"/><Relationship Id="rId23" Type="http://schemas.openxmlformats.org/officeDocument/2006/relationships/image" Target="../media/image15.png"/><Relationship Id="rId22" Type="http://schemas.openxmlformats.org/officeDocument/2006/relationships/tags" Target="../tags/tag136.xml"/><Relationship Id="rId21" Type="http://schemas.openxmlformats.org/officeDocument/2006/relationships/image" Target="../media/image14.png"/><Relationship Id="rId20" Type="http://schemas.openxmlformats.org/officeDocument/2006/relationships/tags" Target="../tags/tag135.xml"/><Relationship Id="rId2" Type="http://schemas.openxmlformats.org/officeDocument/2006/relationships/tags" Target="../tags/tag124.xml"/><Relationship Id="rId19" Type="http://schemas.openxmlformats.org/officeDocument/2006/relationships/tags" Target="../tags/tag134.xml"/><Relationship Id="rId18" Type="http://schemas.openxmlformats.org/officeDocument/2006/relationships/image" Target="../media/image13.png"/><Relationship Id="rId17" Type="http://schemas.openxmlformats.org/officeDocument/2006/relationships/tags" Target="../tags/tag133.xml"/><Relationship Id="rId16" Type="http://schemas.openxmlformats.org/officeDocument/2006/relationships/image" Target="../media/image12.png"/><Relationship Id="rId15" Type="http://schemas.openxmlformats.org/officeDocument/2006/relationships/tags" Target="../tags/tag132.xml"/><Relationship Id="rId14" Type="http://schemas.openxmlformats.org/officeDocument/2006/relationships/image" Target="../media/image11.png"/><Relationship Id="rId13" Type="http://schemas.openxmlformats.org/officeDocument/2006/relationships/tags" Target="../tags/tag131.xml"/><Relationship Id="rId12" Type="http://schemas.openxmlformats.org/officeDocument/2006/relationships/image" Target="../media/image10.png"/><Relationship Id="rId11" Type="http://schemas.openxmlformats.org/officeDocument/2006/relationships/tags" Target="../tags/tag130.xml"/><Relationship Id="rId10" Type="http://schemas.openxmlformats.org/officeDocument/2006/relationships/image" Target="../media/image9.png"/><Relationship Id="rId1" Type="http://schemas.openxmlformats.org/officeDocument/2006/relationships/tags" Target="../tags/tag123.xml"/></Relationships>
</file>

<file path=ppt/slides/_rels/slide9.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image" Target="../media/image17.png"/><Relationship Id="rId7" Type="http://schemas.openxmlformats.org/officeDocument/2006/relationships/tags" Target="../tags/tag144.xml"/><Relationship Id="rId6" Type="http://schemas.openxmlformats.org/officeDocument/2006/relationships/image" Target="../media/image12.png"/><Relationship Id="rId5" Type="http://schemas.openxmlformats.org/officeDocument/2006/relationships/tags" Target="../tags/tag143.xml"/><Relationship Id="rId4" Type="http://schemas.openxmlformats.org/officeDocument/2006/relationships/image" Target="../media/image16.jpeg"/><Relationship Id="rId36" Type="http://schemas.openxmlformats.org/officeDocument/2006/relationships/notesSlide" Target="../notesSlides/notesSlide7.xml"/><Relationship Id="rId35" Type="http://schemas.openxmlformats.org/officeDocument/2006/relationships/slideLayout" Target="../slideLayouts/slideLayout28.xml"/><Relationship Id="rId34" Type="http://schemas.openxmlformats.org/officeDocument/2006/relationships/tags" Target="../tags/tag162.xml"/><Relationship Id="rId33" Type="http://schemas.openxmlformats.org/officeDocument/2006/relationships/tags" Target="../tags/tag161.xml"/><Relationship Id="rId32" Type="http://schemas.openxmlformats.org/officeDocument/2006/relationships/tags" Target="../tags/tag160.xml"/><Relationship Id="rId31" Type="http://schemas.openxmlformats.org/officeDocument/2006/relationships/image" Target="../media/image24.png"/><Relationship Id="rId30" Type="http://schemas.openxmlformats.org/officeDocument/2006/relationships/tags" Target="../tags/tag159.xml"/><Relationship Id="rId3" Type="http://schemas.openxmlformats.org/officeDocument/2006/relationships/tags" Target="../tags/tag142.xml"/><Relationship Id="rId29" Type="http://schemas.openxmlformats.org/officeDocument/2006/relationships/tags" Target="../tags/tag158.xml"/><Relationship Id="rId28" Type="http://schemas.openxmlformats.org/officeDocument/2006/relationships/image" Target="../media/image23.png"/><Relationship Id="rId27" Type="http://schemas.openxmlformats.org/officeDocument/2006/relationships/tags" Target="../tags/tag157.xml"/><Relationship Id="rId26" Type="http://schemas.openxmlformats.org/officeDocument/2006/relationships/tags" Target="../tags/tag156.xml"/><Relationship Id="rId25" Type="http://schemas.openxmlformats.org/officeDocument/2006/relationships/image" Target="../media/image22.png"/><Relationship Id="rId24" Type="http://schemas.openxmlformats.org/officeDocument/2006/relationships/tags" Target="../tags/tag155.xml"/><Relationship Id="rId23" Type="http://schemas.openxmlformats.org/officeDocument/2006/relationships/tags" Target="../tags/tag154.xml"/><Relationship Id="rId22" Type="http://schemas.openxmlformats.org/officeDocument/2006/relationships/tags" Target="../tags/tag153.xml"/><Relationship Id="rId21" Type="http://schemas.openxmlformats.org/officeDocument/2006/relationships/image" Target="../media/image21.png"/><Relationship Id="rId20" Type="http://schemas.openxmlformats.org/officeDocument/2006/relationships/tags" Target="../tags/tag152.xml"/><Relationship Id="rId2" Type="http://schemas.openxmlformats.org/officeDocument/2006/relationships/tags" Target="../tags/tag141.xml"/><Relationship Id="rId19" Type="http://schemas.openxmlformats.org/officeDocument/2006/relationships/tags" Target="../tags/tag151.xml"/><Relationship Id="rId18" Type="http://schemas.openxmlformats.org/officeDocument/2006/relationships/image" Target="../media/image13.png"/><Relationship Id="rId17" Type="http://schemas.openxmlformats.org/officeDocument/2006/relationships/tags" Target="../tags/tag150.xml"/><Relationship Id="rId16" Type="http://schemas.openxmlformats.org/officeDocument/2006/relationships/tags" Target="../tags/tag149.xml"/><Relationship Id="rId15" Type="http://schemas.openxmlformats.org/officeDocument/2006/relationships/image" Target="../media/image20.jpeg"/><Relationship Id="rId14" Type="http://schemas.openxmlformats.org/officeDocument/2006/relationships/tags" Target="../tags/tag148.xml"/><Relationship Id="rId13" Type="http://schemas.openxmlformats.org/officeDocument/2006/relationships/image" Target="../media/image19.png"/><Relationship Id="rId12" Type="http://schemas.openxmlformats.org/officeDocument/2006/relationships/tags" Target="../tags/tag147.xml"/><Relationship Id="rId11" Type="http://schemas.openxmlformats.org/officeDocument/2006/relationships/image" Target="../media/image18.png"/><Relationship Id="rId10" Type="http://schemas.openxmlformats.org/officeDocument/2006/relationships/tags" Target="../tags/tag146.xml"/><Relationship Id="rId1" Type="http://schemas.openxmlformats.org/officeDocument/2006/relationships/tags" Target="../tags/tag140.xml"/></Relationships>
</file>

<file path=ppt/slides/_rels/slide10.xml.rels><?xml version="1.0" encoding="UTF-8" standalone="yes"?>
<Relationships xmlns="http://schemas.openxmlformats.org/package/2006/relationships"><Relationship Id="rId9" Type="http://schemas.openxmlformats.org/officeDocument/2006/relationships/tags" Target="../tags/tag170.xml"/><Relationship Id="rId8" Type="http://schemas.openxmlformats.org/officeDocument/2006/relationships/image" Target="../media/image25.png"/><Relationship Id="rId7" Type="http://schemas.openxmlformats.org/officeDocument/2006/relationships/tags" Target="../tags/tag169.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39" Type="http://schemas.openxmlformats.org/officeDocument/2006/relationships/notesSlide" Target="../notesSlides/notesSlide8.xml"/><Relationship Id="rId38" Type="http://schemas.openxmlformats.org/officeDocument/2006/relationships/slideLayout" Target="../slideLayouts/slideLayout28.xml"/><Relationship Id="rId37" Type="http://schemas.openxmlformats.org/officeDocument/2006/relationships/tags" Target="../tags/tag191.xml"/><Relationship Id="rId36" Type="http://schemas.openxmlformats.org/officeDocument/2006/relationships/tags" Target="../tags/tag190.xml"/><Relationship Id="rId35" Type="http://schemas.openxmlformats.org/officeDocument/2006/relationships/tags" Target="../tags/tag189.xml"/><Relationship Id="rId34" Type="http://schemas.openxmlformats.org/officeDocument/2006/relationships/image" Target="../media/image32.png"/><Relationship Id="rId33" Type="http://schemas.openxmlformats.org/officeDocument/2006/relationships/tags" Target="../tags/tag188.xml"/><Relationship Id="rId32" Type="http://schemas.openxmlformats.org/officeDocument/2006/relationships/tags" Target="../tags/tag187.xml"/><Relationship Id="rId31" Type="http://schemas.openxmlformats.org/officeDocument/2006/relationships/tags" Target="../tags/tag186.xml"/><Relationship Id="rId30" Type="http://schemas.openxmlformats.org/officeDocument/2006/relationships/tags" Target="../tags/tag185.xml"/><Relationship Id="rId3" Type="http://schemas.openxmlformats.org/officeDocument/2006/relationships/tags" Target="../tags/tag165.xml"/><Relationship Id="rId29" Type="http://schemas.openxmlformats.org/officeDocument/2006/relationships/tags" Target="../tags/tag184.xml"/><Relationship Id="rId28" Type="http://schemas.openxmlformats.org/officeDocument/2006/relationships/tags" Target="../tags/tag183.xml"/><Relationship Id="rId27" Type="http://schemas.openxmlformats.org/officeDocument/2006/relationships/image" Target="../media/image31.png"/><Relationship Id="rId26" Type="http://schemas.openxmlformats.org/officeDocument/2006/relationships/tags" Target="../tags/tag182.xml"/><Relationship Id="rId25" Type="http://schemas.openxmlformats.org/officeDocument/2006/relationships/image" Target="../media/image30.png"/><Relationship Id="rId24" Type="http://schemas.openxmlformats.org/officeDocument/2006/relationships/tags" Target="../tags/tag181.xml"/><Relationship Id="rId23" Type="http://schemas.openxmlformats.org/officeDocument/2006/relationships/tags" Target="../tags/tag180.xml"/><Relationship Id="rId22" Type="http://schemas.openxmlformats.org/officeDocument/2006/relationships/image" Target="../media/image29.png"/><Relationship Id="rId21" Type="http://schemas.openxmlformats.org/officeDocument/2006/relationships/tags" Target="../tags/tag179.xml"/><Relationship Id="rId20" Type="http://schemas.openxmlformats.org/officeDocument/2006/relationships/image" Target="../media/image28.png"/><Relationship Id="rId2" Type="http://schemas.openxmlformats.org/officeDocument/2006/relationships/tags" Target="../tags/tag164.xml"/><Relationship Id="rId19" Type="http://schemas.openxmlformats.org/officeDocument/2006/relationships/tags" Target="../tags/tag178.xml"/><Relationship Id="rId18" Type="http://schemas.openxmlformats.org/officeDocument/2006/relationships/image" Target="../media/image27.jpeg"/><Relationship Id="rId17" Type="http://schemas.openxmlformats.org/officeDocument/2006/relationships/tags" Target="../tags/tag177.xml"/><Relationship Id="rId16" Type="http://schemas.openxmlformats.org/officeDocument/2006/relationships/tags" Target="../tags/tag176.xml"/><Relationship Id="rId15" Type="http://schemas.openxmlformats.org/officeDocument/2006/relationships/tags" Target="../tags/tag175.xml"/><Relationship Id="rId14" Type="http://schemas.openxmlformats.org/officeDocument/2006/relationships/tags" Target="../tags/tag174.xml"/><Relationship Id="rId13" Type="http://schemas.openxmlformats.org/officeDocument/2006/relationships/image" Target="../media/image26.png"/><Relationship Id="rId12" Type="http://schemas.openxmlformats.org/officeDocument/2006/relationships/tags" Target="../tags/tag173.xml"/><Relationship Id="rId11" Type="http://schemas.openxmlformats.org/officeDocument/2006/relationships/tags" Target="../tags/tag172.xml"/><Relationship Id="rId10" Type="http://schemas.openxmlformats.org/officeDocument/2006/relationships/tags" Target="../tags/tag171.xml"/><Relationship Id="rId1" Type="http://schemas.openxmlformats.org/officeDocument/2006/relationships/tags" Target="../tags/tag163.xml"/></Relationships>
</file>

<file path=ppt/slides/_rels/slide11.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196.xml"/><Relationship Id="rId4" Type="http://schemas.openxmlformats.org/officeDocument/2006/relationships/tags" Target="../tags/tag195.xml"/><Relationship Id="rId3" Type="http://schemas.openxmlformats.org/officeDocument/2006/relationships/tags" Target="../tags/tag194.xml"/><Relationship Id="rId2" Type="http://schemas.openxmlformats.org/officeDocument/2006/relationships/tags" Target="../tags/tag193.xml"/><Relationship Id="rId1" Type="http://schemas.openxmlformats.org/officeDocument/2006/relationships/tags" Target="../tags/tag192.xml"/></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9.xml"/><Relationship Id="rId6" Type="http://schemas.openxmlformats.org/officeDocument/2006/relationships/slideLayout" Target="../slideLayouts/slideLayout28.xml"/><Relationship Id="rId5" Type="http://schemas.openxmlformats.org/officeDocument/2006/relationships/tags" Target="../tags/tag201.xml"/><Relationship Id="rId4" Type="http://schemas.openxmlformats.org/officeDocument/2006/relationships/tags" Target="../tags/tag200.xml"/><Relationship Id="rId3" Type="http://schemas.openxmlformats.org/officeDocument/2006/relationships/tags" Target="../tags/tag199.xml"/><Relationship Id="rId2" Type="http://schemas.openxmlformats.org/officeDocument/2006/relationships/tags" Target="../tags/tag198.xml"/><Relationship Id="rId1" Type="http://schemas.openxmlformats.org/officeDocument/2006/relationships/tags" Target="../tags/tag197.xml"/></Relationships>
</file>

<file path=ppt/slides/_rels/slide13.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8.xml"/><Relationship Id="rId5" Type="http://schemas.openxmlformats.org/officeDocument/2006/relationships/tags" Target="../tags/tag206.xml"/><Relationship Id="rId4" Type="http://schemas.openxmlformats.org/officeDocument/2006/relationships/tags" Target="../tags/tag205.xml"/><Relationship Id="rId3" Type="http://schemas.openxmlformats.org/officeDocument/2006/relationships/tags" Target="../tags/tag204.xml"/><Relationship Id="rId2" Type="http://schemas.openxmlformats.org/officeDocument/2006/relationships/tags" Target="../tags/tag203.xml"/><Relationship Id="rId1" Type="http://schemas.openxmlformats.org/officeDocument/2006/relationships/tags" Target="../tags/tag202.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211.xml"/><Relationship Id="rId4" Type="http://schemas.openxmlformats.org/officeDocument/2006/relationships/tags" Target="../tags/tag210.xml"/><Relationship Id="rId3" Type="http://schemas.openxmlformats.org/officeDocument/2006/relationships/tags" Target="../tags/tag209.xml"/><Relationship Id="rId2" Type="http://schemas.openxmlformats.org/officeDocument/2006/relationships/tags" Target="../tags/tag208.xml"/><Relationship Id="rId1" Type="http://schemas.openxmlformats.org/officeDocument/2006/relationships/tags" Target="../tags/tag207.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216.xml"/><Relationship Id="rId4" Type="http://schemas.openxmlformats.org/officeDocument/2006/relationships/tags" Target="../tags/tag215.xml"/><Relationship Id="rId3" Type="http://schemas.openxmlformats.org/officeDocument/2006/relationships/tags" Target="../tags/tag214.xml"/><Relationship Id="rId2" Type="http://schemas.openxmlformats.org/officeDocument/2006/relationships/tags" Target="../tags/tag213.xml"/><Relationship Id="rId1" Type="http://schemas.openxmlformats.org/officeDocument/2006/relationships/tags" Target="../tags/tag212.xml"/></Relationships>
</file>

<file path=ppt/slides/_rels/slide16.xml.rels><?xml version="1.0" encoding="UTF-8" standalone="yes"?>
<Relationships xmlns="http://schemas.openxmlformats.org/package/2006/relationships"><Relationship Id="rId7" Type="http://schemas.openxmlformats.org/officeDocument/2006/relationships/notesSlide" Target="../notesSlides/notesSlide11.xml"/><Relationship Id="rId6" Type="http://schemas.openxmlformats.org/officeDocument/2006/relationships/slideLayout" Target="../slideLayouts/slideLayout28.xml"/><Relationship Id="rId5" Type="http://schemas.openxmlformats.org/officeDocument/2006/relationships/tags" Target="../tags/tag221.xml"/><Relationship Id="rId4" Type="http://schemas.openxmlformats.org/officeDocument/2006/relationships/tags" Target="../tags/tag220.xml"/><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s>
</file>

<file path=ppt/slides/_rels/slide17.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226.xml"/><Relationship Id="rId4" Type="http://schemas.openxmlformats.org/officeDocument/2006/relationships/tags" Target="../tags/tag225.xml"/><Relationship Id="rId3" Type="http://schemas.openxmlformats.org/officeDocument/2006/relationships/tags" Target="../tags/tag224.xml"/><Relationship Id="rId2" Type="http://schemas.openxmlformats.org/officeDocument/2006/relationships/tags" Target="../tags/tag223.xml"/><Relationship Id="rId1" Type="http://schemas.openxmlformats.org/officeDocument/2006/relationships/tags" Target="../tags/tag222.xml"/></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231.xml"/><Relationship Id="rId4" Type="http://schemas.openxmlformats.org/officeDocument/2006/relationships/tags" Target="../tags/tag230.xml"/><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s>
</file>

<file path=ppt/slides/_rels/slide19.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236.xml"/><Relationship Id="rId4" Type="http://schemas.openxmlformats.org/officeDocument/2006/relationships/tags" Target="../tags/tag235.xml"/><Relationship Id="rId3" Type="http://schemas.openxmlformats.org/officeDocument/2006/relationships/tags" Target="../tags/tag234.xml"/><Relationship Id="rId2" Type="http://schemas.openxmlformats.org/officeDocument/2006/relationships/tags" Target="../tags/tag233.xml"/><Relationship Id="rId1" Type="http://schemas.openxmlformats.org/officeDocument/2006/relationships/tags" Target="../tags/tag232.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12.xml"/><Relationship Id="rId5" Type="http://schemas.openxmlformats.org/officeDocument/2006/relationships/slideLayout" Target="../slideLayouts/slideLayout28.xml"/><Relationship Id="rId4" Type="http://schemas.openxmlformats.org/officeDocument/2006/relationships/tags" Target="../tags/tag240.xml"/><Relationship Id="rId3" Type="http://schemas.openxmlformats.org/officeDocument/2006/relationships/tags" Target="../tags/tag239.xml"/><Relationship Id="rId2" Type="http://schemas.openxmlformats.org/officeDocument/2006/relationships/tags" Target="../tags/tag238.xml"/><Relationship Id="rId1" Type="http://schemas.openxmlformats.org/officeDocument/2006/relationships/tags" Target="../tags/tag237.xml"/></Relationships>
</file>

<file path=ppt/slides/_rels/slide21.xml.rels><?xml version="1.0" encoding="UTF-8" standalone="yes"?>
<Relationships xmlns="http://schemas.openxmlformats.org/package/2006/relationships"><Relationship Id="rId9" Type="http://schemas.openxmlformats.org/officeDocument/2006/relationships/tags" Target="../tags/tag247.xml"/><Relationship Id="rId8" Type="http://schemas.openxmlformats.org/officeDocument/2006/relationships/image" Target="../media/image34.png"/><Relationship Id="rId7" Type="http://schemas.openxmlformats.org/officeDocument/2006/relationships/tags" Target="../tags/tag246.xml"/><Relationship Id="rId6" Type="http://schemas.openxmlformats.org/officeDocument/2006/relationships/image" Target="../media/image33.jpeg"/><Relationship Id="rId5" Type="http://schemas.openxmlformats.org/officeDocument/2006/relationships/tags" Target="../tags/tag245.xml"/><Relationship Id="rId4" Type="http://schemas.openxmlformats.org/officeDocument/2006/relationships/tags" Target="../tags/tag244.xml"/><Relationship Id="rId3" Type="http://schemas.openxmlformats.org/officeDocument/2006/relationships/tags" Target="../tags/tag243.xml"/><Relationship Id="rId2" Type="http://schemas.openxmlformats.org/officeDocument/2006/relationships/tags" Target="../tags/tag242.xml"/><Relationship Id="rId18" Type="http://schemas.openxmlformats.org/officeDocument/2006/relationships/notesSlide" Target="../notesSlides/notesSlide13.xml"/><Relationship Id="rId17" Type="http://schemas.openxmlformats.org/officeDocument/2006/relationships/vmlDrawing" Target="../drawings/vmlDrawing1.vml"/><Relationship Id="rId16" Type="http://schemas.openxmlformats.org/officeDocument/2006/relationships/slideLayout" Target="../slideLayouts/slideLayout28.xml"/><Relationship Id="rId15" Type="http://schemas.openxmlformats.org/officeDocument/2006/relationships/tags" Target="../tags/tag250.xml"/><Relationship Id="rId14" Type="http://schemas.openxmlformats.org/officeDocument/2006/relationships/tags" Target="../tags/tag249.xml"/><Relationship Id="rId13" Type="http://schemas.openxmlformats.org/officeDocument/2006/relationships/image" Target="../media/image36.wmf"/><Relationship Id="rId12" Type="http://schemas.openxmlformats.org/officeDocument/2006/relationships/oleObject" Target="../embeddings/oleObject1.bin"/><Relationship Id="rId11" Type="http://schemas.openxmlformats.org/officeDocument/2006/relationships/tags" Target="../tags/tag248.xml"/><Relationship Id="rId10" Type="http://schemas.openxmlformats.org/officeDocument/2006/relationships/image" Target="../media/image35.png"/><Relationship Id="rId1" Type="http://schemas.openxmlformats.org/officeDocument/2006/relationships/tags" Target="../tags/tag241.xml"/></Relationships>
</file>

<file path=ppt/slides/_rels/slide22.xml.rels><?xml version="1.0" encoding="UTF-8" standalone="yes"?>
<Relationships xmlns="http://schemas.openxmlformats.org/package/2006/relationships"><Relationship Id="rId6" Type="http://schemas.openxmlformats.org/officeDocument/2006/relationships/notesSlide" Target="../notesSlides/notesSlide14.xml"/><Relationship Id="rId5" Type="http://schemas.openxmlformats.org/officeDocument/2006/relationships/slideLayout" Target="../slideLayouts/slideLayout28.xml"/><Relationship Id="rId4" Type="http://schemas.openxmlformats.org/officeDocument/2006/relationships/tags" Target="../tags/tag254.xml"/><Relationship Id="rId3" Type="http://schemas.openxmlformats.org/officeDocument/2006/relationships/tags" Target="../tags/tag253.xml"/><Relationship Id="rId2" Type="http://schemas.openxmlformats.org/officeDocument/2006/relationships/tags" Target="../tags/tag252.xml"/><Relationship Id="rId1" Type="http://schemas.openxmlformats.org/officeDocument/2006/relationships/tags" Target="../tags/tag251.xml"/></Relationships>
</file>

<file path=ppt/slides/_rels/slide23.xml.rels><?xml version="1.0" encoding="UTF-8" standalone="yes"?>
<Relationships xmlns="http://schemas.openxmlformats.org/package/2006/relationships"><Relationship Id="rId9" Type="http://schemas.openxmlformats.org/officeDocument/2006/relationships/tags" Target="../tags/tag260.xml"/><Relationship Id="rId8" Type="http://schemas.openxmlformats.org/officeDocument/2006/relationships/image" Target="../media/image39.png"/><Relationship Id="rId7" Type="http://schemas.openxmlformats.org/officeDocument/2006/relationships/tags" Target="../tags/tag259.xml"/><Relationship Id="rId6" Type="http://schemas.openxmlformats.org/officeDocument/2006/relationships/image" Target="../media/image38.jpeg"/><Relationship Id="rId5" Type="http://schemas.openxmlformats.org/officeDocument/2006/relationships/tags" Target="../tags/tag258.xml"/><Relationship Id="rId4" Type="http://schemas.openxmlformats.org/officeDocument/2006/relationships/image" Target="../media/image37.png"/><Relationship Id="rId3" Type="http://schemas.openxmlformats.org/officeDocument/2006/relationships/tags" Target="../tags/tag257.xml"/><Relationship Id="rId2" Type="http://schemas.openxmlformats.org/officeDocument/2006/relationships/tags" Target="../tags/tag256.xml"/><Relationship Id="rId18" Type="http://schemas.openxmlformats.org/officeDocument/2006/relationships/notesSlide" Target="../notesSlides/notesSlide15.xml"/><Relationship Id="rId17" Type="http://schemas.openxmlformats.org/officeDocument/2006/relationships/slideLayout" Target="../slideLayouts/slideLayout28.xml"/><Relationship Id="rId16" Type="http://schemas.openxmlformats.org/officeDocument/2006/relationships/tags" Target="../tags/tag266.xml"/><Relationship Id="rId15" Type="http://schemas.openxmlformats.org/officeDocument/2006/relationships/tags" Target="../tags/tag265.xml"/><Relationship Id="rId14" Type="http://schemas.openxmlformats.org/officeDocument/2006/relationships/slide" Target="slide1.xml"/><Relationship Id="rId13" Type="http://schemas.openxmlformats.org/officeDocument/2006/relationships/tags" Target="../tags/tag264.xml"/><Relationship Id="rId12" Type="http://schemas.openxmlformats.org/officeDocument/2006/relationships/tags" Target="../tags/tag263.xml"/><Relationship Id="rId11" Type="http://schemas.openxmlformats.org/officeDocument/2006/relationships/tags" Target="../tags/tag262.xml"/><Relationship Id="rId10" Type="http://schemas.openxmlformats.org/officeDocument/2006/relationships/tags" Target="../tags/tag261.xml"/><Relationship Id="rId1" Type="http://schemas.openxmlformats.org/officeDocument/2006/relationships/tags" Target="../tags/tag255.xml"/></Relationships>
</file>

<file path=ppt/slides/_rels/slide24.xml.rels><?xml version="1.0" encoding="UTF-8" standalone="yes"?>
<Relationships xmlns="http://schemas.openxmlformats.org/package/2006/relationships"><Relationship Id="rId9" Type="http://schemas.openxmlformats.org/officeDocument/2006/relationships/notesSlide" Target="../notesSlides/notesSlide16.xml"/><Relationship Id="rId8" Type="http://schemas.openxmlformats.org/officeDocument/2006/relationships/slideLayout" Target="../slideLayouts/slideLayout28.xml"/><Relationship Id="rId7" Type="http://schemas.openxmlformats.org/officeDocument/2006/relationships/tags" Target="../tags/tag272.xml"/><Relationship Id="rId6" Type="http://schemas.openxmlformats.org/officeDocument/2006/relationships/tags" Target="../tags/tag271.xml"/><Relationship Id="rId5" Type="http://schemas.openxmlformats.org/officeDocument/2006/relationships/tags" Target="../tags/tag270.xml"/><Relationship Id="rId4" Type="http://schemas.openxmlformats.org/officeDocument/2006/relationships/image" Target="../media/image40.jpeg"/><Relationship Id="rId3" Type="http://schemas.openxmlformats.org/officeDocument/2006/relationships/tags" Target="../tags/tag269.xml"/><Relationship Id="rId2" Type="http://schemas.openxmlformats.org/officeDocument/2006/relationships/tags" Target="../tags/tag268.xml"/><Relationship Id="rId1" Type="http://schemas.openxmlformats.org/officeDocument/2006/relationships/tags" Target="../tags/tag267.xml"/></Relationships>
</file>

<file path=ppt/slides/_rels/slide25.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277.xml"/><Relationship Id="rId4" Type="http://schemas.openxmlformats.org/officeDocument/2006/relationships/tags" Target="../tags/tag276.xml"/><Relationship Id="rId3" Type="http://schemas.openxmlformats.org/officeDocument/2006/relationships/tags" Target="../tags/tag275.xml"/><Relationship Id="rId2" Type="http://schemas.openxmlformats.org/officeDocument/2006/relationships/tags" Target="../tags/tag274.xml"/><Relationship Id="rId1" Type="http://schemas.openxmlformats.org/officeDocument/2006/relationships/tags" Target="../tags/tag273.xml"/></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17.xml"/><Relationship Id="rId6" Type="http://schemas.openxmlformats.org/officeDocument/2006/relationships/slideLayout" Target="../slideLayouts/slideLayout28.xml"/><Relationship Id="rId5" Type="http://schemas.openxmlformats.org/officeDocument/2006/relationships/tags" Target="../tags/tag282.xml"/><Relationship Id="rId4" Type="http://schemas.openxmlformats.org/officeDocument/2006/relationships/tags" Target="../tags/tag281.xml"/><Relationship Id="rId3" Type="http://schemas.openxmlformats.org/officeDocument/2006/relationships/tags" Target="../tags/tag280.xml"/><Relationship Id="rId2" Type="http://schemas.openxmlformats.org/officeDocument/2006/relationships/tags" Target="../tags/tag279.xml"/><Relationship Id="rId1" Type="http://schemas.openxmlformats.org/officeDocument/2006/relationships/tags" Target="../tags/tag278.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slideLayout" Target="../slideLayouts/slideLayout28.xml"/><Relationship Id="rId5" Type="http://schemas.openxmlformats.org/officeDocument/2006/relationships/tags" Target="../tags/tag287.xml"/><Relationship Id="rId4" Type="http://schemas.openxmlformats.org/officeDocument/2006/relationships/tags" Target="../tags/tag286.xml"/><Relationship Id="rId3" Type="http://schemas.openxmlformats.org/officeDocument/2006/relationships/tags" Target="../tags/tag285.xml"/><Relationship Id="rId2" Type="http://schemas.openxmlformats.org/officeDocument/2006/relationships/tags" Target="../tags/tag284.xml"/><Relationship Id="rId1" Type="http://schemas.openxmlformats.org/officeDocument/2006/relationships/tags" Target="../tags/tag283.xml"/></Relationships>
</file>

<file path=ppt/slides/_rels/slide28.xml.rels><?xml version="1.0" encoding="UTF-8" standalone="yes"?>
<Relationships xmlns="http://schemas.openxmlformats.org/package/2006/relationships"><Relationship Id="rId7" Type="http://schemas.openxmlformats.org/officeDocument/2006/relationships/notesSlide" Target="../notesSlides/notesSlide19.xml"/><Relationship Id="rId6" Type="http://schemas.openxmlformats.org/officeDocument/2006/relationships/slideLayout" Target="../slideLayouts/slideLayout28.xml"/><Relationship Id="rId5" Type="http://schemas.openxmlformats.org/officeDocument/2006/relationships/tags" Target="../tags/tag292.xml"/><Relationship Id="rId4" Type="http://schemas.openxmlformats.org/officeDocument/2006/relationships/tags" Target="../tags/tag291.xml"/><Relationship Id="rId3" Type="http://schemas.openxmlformats.org/officeDocument/2006/relationships/tags" Target="../tags/tag290.xml"/><Relationship Id="rId2" Type="http://schemas.openxmlformats.org/officeDocument/2006/relationships/tags" Target="../tags/tag289.xml"/><Relationship Id="rId1" Type="http://schemas.openxmlformats.org/officeDocument/2006/relationships/tags" Target="../tags/tag288.xml"/></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7.xml"/><Relationship Id="rId2" Type="http://schemas.openxmlformats.org/officeDocument/2006/relationships/tags" Target="../tags/tag294.xml"/><Relationship Id="rId1" Type="http://schemas.openxmlformats.org/officeDocument/2006/relationships/tags" Target="../tags/tag293.xml"/></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21.xml"/><Relationship Id="rId5" Type="http://schemas.openxmlformats.org/officeDocument/2006/relationships/slideLayout" Target="../slideLayouts/slideLayout28.xml"/><Relationship Id="rId4" Type="http://schemas.openxmlformats.org/officeDocument/2006/relationships/tags" Target="../tags/tag298.xml"/><Relationship Id="rId3" Type="http://schemas.openxmlformats.org/officeDocument/2006/relationships/tags" Target="../tags/tag297.xml"/><Relationship Id="rId2" Type="http://schemas.openxmlformats.org/officeDocument/2006/relationships/tags" Target="../tags/tag296.xml"/><Relationship Id="rId1" Type="http://schemas.openxmlformats.org/officeDocument/2006/relationships/tags" Target="../tags/tag295.xml"/></Relationships>
</file>

<file path=ppt/slides/_rels/slide31.xml.rels><?xml version="1.0" encoding="UTF-8" standalone="yes"?>
<Relationships xmlns="http://schemas.openxmlformats.org/package/2006/relationships"><Relationship Id="rId6" Type="http://schemas.openxmlformats.org/officeDocument/2006/relationships/notesSlide" Target="../notesSlides/notesSlide22.xml"/><Relationship Id="rId5" Type="http://schemas.openxmlformats.org/officeDocument/2006/relationships/slideLayout" Target="../slideLayouts/slideLayout28.xml"/><Relationship Id="rId4" Type="http://schemas.openxmlformats.org/officeDocument/2006/relationships/tags" Target="../tags/tag302.xml"/><Relationship Id="rId3" Type="http://schemas.openxmlformats.org/officeDocument/2006/relationships/tags" Target="../tags/tag301.xml"/><Relationship Id="rId2" Type="http://schemas.openxmlformats.org/officeDocument/2006/relationships/tags" Target="../tags/tag300.xml"/><Relationship Id="rId1" Type="http://schemas.openxmlformats.org/officeDocument/2006/relationships/tags" Target="../tags/tag299.xml"/></Relationships>
</file>

<file path=ppt/slides/_rels/slide32.xml.rels><?xml version="1.0" encoding="UTF-8" standalone="yes"?>
<Relationships xmlns="http://schemas.openxmlformats.org/package/2006/relationships"><Relationship Id="rId9" Type="http://schemas.openxmlformats.org/officeDocument/2006/relationships/image" Target="../media/image43.png"/><Relationship Id="rId8" Type="http://schemas.openxmlformats.org/officeDocument/2006/relationships/tags" Target="../tags/tag307.xml"/><Relationship Id="rId7" Type="http://schemas.openxmlformats.org/officeDocument/2006/relationships/image" Target="../media/image42.wmf"/><Relationship Id="rId6" Type="http://schemas.openxmlformats.org/officeDocument/2006/relationships/oleObject" Target="../embeddings/oleObject2.bin"/><Relationship Id="rId5" Type="http://schemas.openxmlformats.org/officeDocument/2006/relationships/tags" Target="../tags/tag306.xml"/><Relationship Id="rId4" Type="http://schemas.openxmlformats.org/officeDocument/2006/relationships/image" Target="../media/image41.png"/><Relationship Id="rId3" Type="http://schemas.openxmlformats.org/officeDocument/2006/relationships/tags" Target="../tags/tag305.xml"/><Relationship Id="rId2" Type="http://schemas.openxmlformats.org/officeDocument/2006/relationships/tags" Target="../tags/tag304.xml"/><Relationship Id="rId14" Type="http://schemas.openxmlformats.org/officeDocument/2006/relationships/notesSlide" Target="../notesSlides/notesSlide23.xml"/><Relationship Id="rId13" Type="http://schemas.openxmlformats.org/officeDocument/2006/relationships/vmlDrawing" Target="../drawings/vmlDrawing2.vml"/><Relationship Id="rId12" Type="http://schemas.openxmlformats.org/officeDocument/2006/relationships/slideLayout" Target="../slideLayouts/slideLayout28.xml"/><Relationship Id="rId11" Type="http://schemas.openxmlformats.org/officeDocument/2006/relationships/tags" Target="../tags/tag309.xml"/><Relationship Id="rId10" Type="http://schemas.openxmlformats.org/officeDocument/2006/relationships/tags" Target="../tags/tag308.xml"/><Relationship Id="rId1" Type="http://schemas.openxmlformats.org/officeDocument/2006/relationships/tags" Target="../tags/tag303.xml"/></Relationships>
</file>

<file path=ppt/slides/_rels/slide33.xml.rels><?xml version="1.0" encoding="UTF-8" standalone="yes"?>
<Relationships xmlns="http://schemas.openxmlformats.org/package/2006/relationships"><Relationship Id="rId9" Type="http://schemas.openxmlformats.org/officeDocument/2006/relationships/tags" Target="../tags/tag316.xml"/><Relationship Id="rId8" Type="http://schemas.openxmlformats.org/officeDocument/2006/relationships/tags" Target="../tags/tag315.xml"/><Relationship Id="rId7" Type="http://schemas.openxmlformats.org/officeDocument/2006/relationships/tags" Target="../tags/tag314.xml"/><Relationship Id="rId6" Type="http://schemas.openxmlformats.org/officeDocument/2006/relationships/tags" Target="../tags/tag313.xml"/><Relationship Id="rId5" Type="http://schemas.openxmlformats.org/officeDocument/2006/relationships/tags" Target="../tags/tag312.xml"/><Relationship Id="rId4" Type="http://schemas.openxmlformats.org/officeDocument/2006/relationships/image" Target="../media/image45.png"/><Relationship Id="rId3" Type="http://schemas.openxmlformats.org/officeDocument/2006/relationships/tags" Target="../tags/tag311.xml"/><Relationship Id="rId2" Type="http://schemas.openxmlformats.org/officeDocument/2006/relationships/image" Target="../media/image44.png"/><Relationship Id="rId12" Type="http://schemas.openxmlformats.org/officeDocument/2006/relationships/notesSlide" Target="../notesSlides/notesSlide24.xml"/><Relationship Id="rId11" Type="http://schemas.openxmlformats.org/officeDocument/2006/relationships/slideLayout" Target="../slideLayouts/slideLayout28.xml"/><Relationship Id="rId10" Type="http://schemas.openxmlformats.org/officeDocument/2006/relationships/tags" Target="../tags/tag317.xml"/><Relationship Id="rId1" Type="http://schemas.openxmlformats.org/officeDocument/2006/relationships/tags" Target="../tags/tag310.xml"/></Relationships>
</file>

<file path=ppt/slides/_rels/slide34.xml.rels><?xml version="1.0" encoding="UTF-8" standalone="yes"?>
<Relationships xmlns="http://schemas.openxmlformats.org/package/2006/relationships"><Relationship Id="rId9" Type="http://schemas.openxmlformats.org/officeDocument/2006/relationships/tags" Target="../tags/tag326.xml"/><Relationship Id="rId8" Type="http://schemas.openxmlformats.org/officeDocument/2006/relationships/tags" Target="../tags/tag325.xml"/><Relationship Id="rId7" Type="http://schemas.openxmlformats.org/officeDocument/2006/relationships/tags" Target="../tags/tag324.xml"/><Relationship Id="rId6" Type="http://schemas.openxmlformats.org/officeDocument/2006/relationships/tags" Target="../tags/tag323.xml"/><Relationship Id="rId5" Type="http://schemas.openxmlformats.org/officeDocument/2006/relationships/tags" Target="../tags/tag322.xml"/><Relationship Id="rId4" Type="http://schemas.openxmlformats.org/officeDocument/2006/relationships/tags" Target="../tags/tag321.xml"/><Relationship Id="rId3" Type="http://schemas.openxmlformats.org/officeDocument/2006/relationships/tags" Target="../tags/tag320.xml"/><Relationship Id="rId2" Type="http://schemas.openxmlformats.org/officeDocument/2006/relationships/tags" Target="../tags/tag319.xml"/><Relationship Id="rId17" Type="http://schemas.openxmlformats.org/officeDocument/2006/relationships/notesSlide" Target="../notesSlides/notesSlide25.xml"/><Relationship Id="rId16" Type="http://schemas.openxmlformats.org/officeDocument/2006/relationships/slideLayout" Target="../slideLayouts/slideLayout33.xml"/><Relationship Id="rId15" Type="http://schemas.openxmlformats.org/officeDocument/2006/relationships/tags" Target="../tags/tag332.xml"/><Relationship Id="rId14" Type="http://schemas.openxmlformats.org/officeDocument/2006/relationships/tags" Target="../tags/tag331.xml"/><Relationship Id="rId13" Type="http://schemas.openxmlformats.org/officeDocument/2006/relationships/tags" Target="../tags/tag330.xml"/><Relationship Id="rId12" Type="http://schemas.openxmlformats.org/officeDocument/2006/relationships/tags" Target="../tags/tag329.xml"/><Relationship Id="rId11" Type="http://schemas.openxmlformats.org/officeDocument/2006/relationships/tags" Target="../tags/tag328.xml"/><Relationship Id="rId10" Type="http://schemas.openxmlformats.org/officeDocument/2006/relationships/tags" Target="../tags/tag327.xml"/><Relationship Id="rId1" Type="http://schemas.openxmlformats.org/officeDocument/2006/relationships/tags" Target="../tags/tag318.xml"/></Relationships>
</file>

<file path=ppt/slides/_rels/slide35.xml.rels><?xml version="1.0" encoding="UTF-8" standalone="yes"?>
<Relationships xmlns="http://schemas.openxmlformats.org/package/2006/relationships"><Relationship Id="rId9" Type="http://schemas.openxmlformats.org/officeDocument/2006/relationships/tags" Target="../tags/tag335.xml"/><Relationship Id="rId8" Type="http://schemas.openxmlformats.org/officeDocument/2006/relationships/image" Target="../media/image48.wmf"/><Relationship Id="rId7" Type="http://schemas.openxmlformats.org/officeDocument/2006/relationships/oleObject" Target="../embeddings/oleObject5.bin"/><Relationship Id="rId6" Type="http://schemas.openxmlformats.org/officeDocument/2006/relationships/image" Target="../media/image47.wmf"/><Relationship Id="rId5" Type="http://schemas.openxmlformats.org/officeDocument/2006/relationships/oleObject" Target="../embeddings/oleObject4.bin"/><Relationship Id="rId4" Type="http://schemas.openxmlformats.org/officeDocument/2006/relationships/image" Target="../media/image46.wmf"/><Relationship Id="rId3" Type="http://schemas.openxmlformats.org/officeDocument/2006/relationships/oleObject" Target="../embeddings/oleObject3.bin"/><Relationship Id="rId2" Type="http://schemas.openxmlformats.org/officeDocument/2006/relationships/tags" Target="../tags/tag334.xml"/><Relationship Id="rId13" Type="http://schemas.openxmlformats.org/officeDocument/2006/relationships/notesSlide" Target="../notesSlides/notesSlide26.xml"/><Relationship Id="rId12" Type="http://schemas.openxmlformats.org/officeDocument/2006/relationships/vmlDrawing" Target="../drawings/vmlDrawing3.vml"/><Relationship Id="rId11" Type="http://schemas.openxmlformats.org/officeDocument/2006/relationships/slideLayout" Target="../slideLayouts/slideLayout28.xml"/><Relationship Id="rId10" Type="http://schemas.openxmlformats.org/officeDocument/2006/relationships/tags" Target="../tags/tag336.xml"/><Relationship Id="rId1" Type="http://schemas.openxmlformats.org/officeDocument/2006/relationships/tags" Target="../tags/tag333.xml"/></Relationships>
</file>

<file path=ppt/slides/_rels/slide36.xml.rels><?xml version="1.0" encoding="UTF-8" standalone="yes"?>
<Relationships xmlns="http://schemas.openxmlformats.org/package/2006/relationships"><Relationship Id="rId9" Type="http://schemas.openxmlformats.org/officeDocument/2006/relationships/slideLayout" Target="../slideLayouts/slideLayout28.xml"/><Relationship Id="rId8" Type="http://schemas.openxmlformats.org/officeDocument/2006/relationships/tags" Target="../tags/tag340.xml"/><Relationship Id="rId7" Type="http://schemas.openxmlformats.org/officeDocument/2006/relationships/tags" Target="../tags/tag339.xml"/><Relationship Id="rId6" Type="http://schemas.openxmlformats.org/officeDocument/2006/relationships/image" Target="../media/image50.wmf"/><Relationship Id="rId5" Type="http://schemas.openxmlformats.org/officeDocument/2006/relationships/oleObject" Target="../embeddings/oleObject7.bin"/><Relationship Id="rId4" Type="http://schemas.openxmlformats.org/officeDocument/2006/relationships/image" Target="../media/image49.wmf"/><Relationship Id="rId3" Type="http://schemas.openxmlformats.org/officeDocument/2006/relationships/oleObject" Target="../embeddings/oleObject6.bin"/><Relationship Id="rId2" Type="http://schemas.openxmlformats.org/officeDocument/2006/relationships/tags" Target="../tags/tag338.xml"/><Relationship Id="rId11" Type="http://schemas.openxmlformats.org/officeDocument/2006/relationships/notesSlide" Target="../notesSlides/notesSlide27.xml"/><Relationship Id="rId10" Type="http://schemas.openxmlformats.org/officeDocument/2006/relationships/vmlDrawing" Target="../drawings/vmlDrawing4.vml"/><Relationship Id="rId1" Type="http://schemas.openxmlformats.org/officeDocument/2006/relationships/tags" Target="../tags/tag337.xml"/></Relationships>
</file>

<file path=ppt/slides/_rels/slide37.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28.xml"/><Relationship Id="rId4" Type="http://schemas.openxmlformats.org/officeDocument/2006/relationships/tags" Target="../tags/tag344.xml"/><Relationship Id="rId3" Type="http://schemas.openxmlformats.org/officeDocument/2006/relationships/tags" Target="../tags/tag343.xml"/><Relationship Id="rId2" Type="http://schemas.openxmlformats.org/officeDocument/2006/relationships/tags" Target="../tags/tag342.xml"/><Relationship Id="rId1" Type="http://schemas.openxmlformats.org/officeDocument/2006/relationships/tags" Target="../tags/tag341.xml"/></Relationships>
</file>

<file path=ppt/slides/_rels/slide38.xml.rels><?xml version="1.0" encoding="UTF-8" standalone="yes"?>
<Relationships xmlns="http://schemas.openxmlformats.org/package/2006/relationships"><Relationship Id="rId6" Type="http://schemas.openxmlformats.org/officeDocument/2006/relationships/notesSlide" Target="../notesSlides/notesSlide29.xml"/><Relationship Id="rId5" Type="http://schemas.openxmlformats.org/officeDocument/2006/relationships/slideLayout" Target="../slideLayouts/slideLayout28.xml"/><Relationship Id="rId4" Type="http://schemas.openxmlformats.org/officeDocument/2006/relationships/tags" Target="../tags/tag348.xml"/><Relationship Id="rId3" Type="http://schemas.openxmlformats.org/officeDocument/2006/relationships/tags" Target="../tags/tag347.xml"/><Relationship Id="rId2" Type="http://schemas.openxmlformats.org/officeDocument/2006/relationships/tags" Target="../tags/tag346.xml"/><Relationship Id="rId1" Type="http://schemas.openxmlformats.org/officeDocument/2006/relationships/tags" Target="../tags/tag345.xml"/></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30.xml"/><Relationship Id="rId5" Type="http://schemas.openxmlformats.org/officeDocument/2006/relationships/slideLayout" Target="../slideLayouts/slideLayout28.xml"/><Relationship Id="rId4" Type="http://schemas.openxmlformats.org/officeDocument/2006/relationships/tags" Target="../tags/tag352.xml"/><Relationship Id="rId3" Type="http://schemas.openxmlformats.org/officeDocument/2006/relationships/tags" Target="../tags/tag351.xml"/><Relationship Id="rId2" Type="http://schemas.openxmlformats.org/officeDocument/2006/relationships/tags" Target="../tags/tag350.xml"/><Relationship Id="rId1" Type="http://schemas.openxmlformats.org/officeDocument/2006/relationships/tags" Target="../tags/tag349.xml"/></Relationships>
</file>

<file path=ppt/slides/_rels/slide40.xml.rels><?xml version="1.0" encoding="UTF-8" standalone="yes"?>
<Relationships xmlns="http://schemas.openxmlformats.org/package/2006/relationships"><Relationship Id="rId6" Type="http://schemas.openxmlformats.org/officeDocument/2006/relationships/notesSlide" Target="../notesSlides/notesSlide31.xml"/><Relationship Id="rId5" Type="http://schemas.openxmlformats.org/officeDocument/2006/relationships/slideLayout" Target="../slideLayouts/slideLayout28.xml"/><Relationship Id="rId4" Type="http://schemas.openxmlformats.org/officeDocument/2006/relationships/tags" Target="../tags/tag356.xml"/><Relationship Id="rId3" Type="http://schemas.openxmlformats.org/officeDocument/2006/relationships/tags" Target="../tags/tag355.xml"/><Relationship Id="rId2" Type="http://schemas.openxmlformats.org/officeDocument/2006/relationships/tags" Target="../tags/tag354.xml"/><Relationship Id="rId1" Type="http://schemas.openxmlformats.org/officeDocument/2006/relationships/tags" Target="../tags/tag353.xml"/></Relationships>
</file>

<file path=ppt/slides/_rels/slide41.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slideLayout" Target="../slideLayouts/slideLayout28.xml"/><Relationship Id="rId4" Type="http://schemas.openxmlformats.org/officeDocument/2006/relationships/tags" Target="../tags/tag360.xml"/><Relationship Id="rId3" Type="http://schemas.openxmlformats.org/officeDocument/2006/relationships/tags" Target="../tags/tag359.xml"/><Relationship Id="rId2" Type="http://schemas.openxmlformats.org/officeDocument/2006/relationships/tags" Target="../tags/tag358.xml"/><Relationship Id="rId1" Type="http://schemas.openxmlformats.org/officeDocument/2006/relationships/tags" Target="../tags/tag357.xml"/></Relationships>
</file>

<file path=ppt/slides/_rels/slide42.xml.rels><?xml version="1.0" encoding="UTF-8" standalone="yes"?>
<Relationships xmlns="http://schemas.openxmlformats.org/package/2006/relationships"><Relationship Id="rId9" Type="http://schemas.openxmlformats.org/officeDocument/2006/relationships/tags" Target="../tags/tag369.xml"/><Relationship Id="rId8" Type="http://schemas.openxmlformats.org/officeDocument/2006/relationships/tags" Target="../tags/tag368.xml"/><Relationship Id="rId7" Type="http://schemas.openxmlformats.org/officeDocument/2006/relationships/tags" Target="../tags/tag367.xml"/><Relationship Id="rId6" Type="http://schemas.openxmlformats.org/officeDocument/2006/relationships/tags" Target="../tags/tag366.xml"/><Relationship Id="rId5" Type="http://schemas.openxmlformats.org/officeDocument/2006/relationships/tags" Target="../tags/tag365.xml"/><Relationship Id="rId4" Type="http://schemas.openxmlformats.org/officeDocument/2006/relationships/tags" Target="../tags/tag364.xml"/><Relationship Id="rId3" Type="http://schemas.openxmlformats.org/officeDocument/2006/relationships/tags" Target="../tags/tag363.xml"/><Relationship Id="rId2" Type="http://schemas.openxmlformats.org/officeDocument/2006/relationships/tags" Target="../tags/tag362.xml"/><Relationship Id="rId12" Type="http://schemas.openxmlformats.org/officeDocument/2006/relationships/notesSlide" Target="../notesSlides/notesSlide33.xml"/><Relationship Id="rId11" Type="http://schemas.openxmlformats.org/officeDocument/2006/relationships/slideLayout" Target="../slideLayouts/slideLayout34.xml"/><Relationship Id="rId10" Type="http://schemas.openxmlformats.org/officeDocument/2006/relationships/tags" Target="../tags/tag370.xml"/><Relationship Id="rId1" Type="http://schemas.openxmlformats.org/officeDocument/2006/relationships/tags" Target="../tags/tag361.xml"/></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12.bin"/><Relationship Id="rId8" Type="http://schemas.openxmlformats.org/officeDocument/2006/relationships/image" Target="../media/image54.wmf"/><Relationship Id="rId7" Type="http://schemas.openxmlformats.org/officeDocument/2006/relationships/oleObject" Target="../embeddings/oleObject11.bin"/><Relationship Id="rId6" Type="http://schemas.openxmlformats.org/officeDocument/2006/relationships/image" Target="../media/image53.wmf"/><Relationship Id="rId5" Type="http://schemas.openxmlformats.org/officeDocument/2006/relationships/oleObject" Target="../embeddings/oleObject10.bin"/><Relationship Id="rId4" Type="http://schemas.openxmlformats.org/officeDocument/2006/relationships/image" Target="../media/image52.wmf"/><Relationship Id="rId3" Type="http://schemas.openxmlformats.org/officeDocument/2006/relationships/oleObject" Target="../embeddings/oleObject9.bin"/><Relationship Id="rId28" Type="http://schemas.openxmlformats.org/officeDocument/2006/relationships/notesSlide" Target="../notesSlides/notesSlide34.xml"/><Relationship Id="rId27" Type="http://schemas.openxmlformats.org/officeDocument/2006/relationships/vmlDrawing" Target="../drawings/vmlDrawing5.vml"/><Relationship Id="rId26" Type="http://schemas.openxmlformats.org/officeDocument/2006/relationships/slideLayout" Target="../slideLayouts/slideLayout28.xml"/><Relationship Id="rId25" Type="http://schemas.openxmlformats.org/officeDocument/2006/relationships/tags" Target="../tags/tag379.xml"/><Relationship Id="rId24" Type="http://schemas.openxmlformats.org/officeDocument/2006/relationships/tags" Target="../tags/tag378.xml"/><Relationship Id="rId23" Type="http://schemas.openxmlformats.org/officeDocument/2006/relationships/tags" Target="../tags/tag377.xml"/><Relationship Id="rId22" Type="http://schemas.openxmlformats.org/officeDocument/2006/relationships/tags" Target="../tags/tag376.xml"/><Relationship Id="rId21" Type="http://schemas.openxmlformats.org/officeDocument/2006/relationships/tags" Target="../tags/tag375.xml"/><Relationship Id="rId20" Type="http://schemas.openxmlformats.org/officeDocument/2006/relationships/tags" Target="../tags/tag374.xml"/><Relationship Id="rId2" Type="http://schemas.openxmlformats.org/officeDocument/2006/relationships/image" Target="../media/image51.wmf"/><Relationship Id="rId19" Type="http://schemas.openxmlformats.org/officeDocument/2006/relationships/tags" Target="../tags/tag373.xml"/><Relationship Id="rId18" Type="http://schemas.openxmlformats.org/officeDocument/2006/relationships/tags" Target="../tags/tag372.xml"/><Relationship Id="rId17" Type="http://schemas.openxmlformats.org/officeDocument/2006/relationships/tags" Target="../tags/tag371.xml"/><Relationship Id="rId16" Type="http://schemas.openxmlformats.org/officeDocument/2006/relationships/image" Target="../media/image58.wmf"/><Relationship Id="rId15" Type="http://schemas.openxmlformats.org/officeDocument/2006/relationships/oleObject" Target="../embeddings/oleObject15.bin"/><Relationship Id="rId14" Type="http://schemas.openxmlformats.org/officeDocument/2006/relationships/image" Target="../media/image57.wmf"/><Relationship Id="rId13" Type="http://schemas.openxmlformats.org/officeDocument/2006/relationships/oleObject" Target="../embeddings/oleObject14.bin"/><Relationship Id="rId12" Type="http://schemas.openxmlformats.org/officeDocument/2006/relationships/image" Target="../media/image56.wmf"/><Relationship Id="rId11" Type="http://schemas.openxmlformats.org/officeDocument/2006/relationships/oleObject" Target="../embeddings/oleObject13.bin"/><Relationship Id="rId10" Type="http://schemas.openxmlformats.org/officeDocument/2006/relationships/image" Target="../media/image55.wmf"/><Relationship Id="rId1" Type="http://schemas.openxmlformats.org/officeDocument/2006/relationships/oleObject" Target="../embeddings/oleObject8.bin"/></Relationships>
</file>

<file path=ppt/slides/_rels/slide44.xml.rels><?xml version="1.0" encoding="UTF-8" standalone="yes"?>
<Relationships xmlns="http://schemas.openxmlformats.org/package/2006/relationships"><Relationship Id="rId9" Type="http://schemas.openxmlformats.org/officeDocument/2006/relationships/tags" Target="../tags/tag384.xml"/><Relationship Id="rId8" Type="http://schemas.openxmlformats.org/officeDocument/2006/relationships/tags" Target="../tags/tag383.xml"/><Relationship Id="rId7" Type="http://schemas.openxmlformats.org/officeDocument/2006/relationships/tags" Target="../tags/tag382.xml"/><Relationship Id="rId6" Type="http://schemas.openxmlformats.org/officeDocument/2006/relationships/tags" Target="../tags/tag381.xml"/><Relationship Id="rId5" Type="http://schemas.openxmlformats.org/officeDocument/2006/relationships/image" Target="../media/image60.wmf"/><Relationship Id="rId4" Type="http://schemas.openxmlformats.org/officeDocument/2006/relationships/oleObject" Target="../embeddings/oleObject17.bin"/><Relationship Id="rId3" Type="http://schemas.openxmlformats.org/officeDocument/2006/relationships/image" Target="../media/image59.wmf"/><Relationship Id="rId2" Type="http://schemas.openxmlformats.org/officeDocument/2006/relationships/oleObject" Target="../embeddings/oleObject16.bin"/><Relationship Id="rId13" Type="http://schemas.openxmlformats.org/officeDocument/2006/relationships/notesSlide" Target="../notesSlides/notesSlide35.xml"/><Relationship Id="rId12" Type="http://schemas.openxmlformats.org/officeDocument/2006/relationships/vmlDrawing" Target="../drawings/vmlDrawing6.vml"/><Relationship Id="rId11" Type="http://schemas.openxmlformats.org/officeDocument/2006/relationships/slideLayout" Target="../slideLayouts/slideLayout28.xml"/><Relationship Id="rId10" Type="http://schemas.openxmlformats.org/officeDocument/2006/relationships/tags" Target="../tags/tag385.xml"/><Relationship Id="rId1" Type="http://schemas.openxmlformats.org/officeDocument/2006/relationships/tags" Target="../tags/tag380.xml"/></Relationships>
</file>

<file path=ppt/slides/_rels/slide45.xml.rels><?xml version="1.0" encoding="UTF-8" standalone="yes"?>
<Relationships xmlns="http://schemas.openxmlformats.org/package/2006/relationships"><Relationship Id="rId9" Type="http://schemas.openxmlformats.org/officeDocument/2006/relationships/tags" Target="../tags/tag388.xml"/><Relationship Id="rId8" Type="http://schemas.openxmlformats.org/officeDocument/2006/relationships/tags" Target="../tags/tag387.xml"/><Relationship Id="rId7" Type="http://schemas.openxmlformats.org/officeDocument/2006/relationships/image" Target="../media/image63.wmf"/><Relationship Id="rId6" Type="http://schemas.openxmlformats.org/officeDocument/2006/relationships/oleObject" Target="../embeddings/oleObject20.bin"/><Relationship Id="rId5" Type="http://schemas.openxmlformats.org/officeDocument/2006/relationships/image" Target="../media/image62.wmf"/><Relationship Id="rId4" Type="http://schemas.openxmlformats.org/officeDocument/2006/relationships/oleObject" Target="../embeddings/oleObject19.bin"/><Relationship Id="rId3" Type="http://schemas.openxmlformats.org/officeDocument/2006/relationships/image" Target="../media/image61.wmf"/><Relationship Id="rId2" Type="http://schemas.openxmlformats.org/officeDocument/2006/relationships/oleObject" Target="../embeddings/oleObject18.bin"/><Relationship Id="rId18" Type="http://schemas.openxmlformats.org/officeDocument/2006/relationships/notesSlide" Target="../notesSlides/notesSlide36.xml"/><Relationship Id="rId17" Type="http://schemas.openxmlformats.org/officeDocument/2006/relationships/vmlDrawing" Target="../drawings/vmlDrawing7.vml"/><Relationship Id="rId16" Type="http://schemas.openxmlformats.org/officeDocument/2006/relationships/slideLayout" Target="../slideLayouts/slideLayout28.xml"/><Relationship Id="rId15" Type="http://schemas.openxmlformats.org/officeDocument/2006/relationships/tags" Target="../tags/tag394.xml"/><Relationship Id="rId14" Type="http://schemas.openxmlformats.org/officeDocument/2006/relationships/tags" Target="../tags/tag393.xml"/><Relationship Id="rId13" Type="http://schemas.openxmlformats.org/officeDocument/2006/relationships/tags" Target="../tags/tag392.xml"/><Relationship Id="rId12" Type="http://schemas.openxmlformats.org/officeDocument/2006/relationships/tags" Target="../tags/tag391.xml"/><Relationship Id="rId11" Type="http://schemas.openxmlformats.org/officeDocument/2006/relationships/tags" Target="../tags/tag390.xml"/><Relationship Id="rId10" Type="http://schemas.openxmlformats.org/officeDocument/2006/relationships/tags" Target="../tags/tag389.xml"/><Relationship Id="rId1" Type="http://schemas.openxmlformats.org/officeDocument/2006/relationships/tags" Target="../tags/tag386.xml"/></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37.xml"/><Relationship Id="rId5" Type="http://schemas.openxmlformats.org/officeDocument/2006/relationships/slideLayout" Target="../slideLayouts/slideLayout28.xml"/><Relationship Id="rId4" Type="http://schemas.openxmlformats.org/officeDocument/2006/relationships/tags" Target="../tags/tag398.xml"/><Relationship Id="rId3" Type="http://schemas.openxmlformats.org/officeDocument/2006/relationships/tags" Target="../tags/tag397.xml"/><Relationship Id="rId2" Type="http://schemas.openxmlformats.org/officeDocument/2006/relationships/tags" Target="../tags/tag396.xml"/><Relationship Id="rId1" Type="http://schemas.openxmlformats.org/officeDocument/2006/relationships/tags" Target="../tags/tag395.xml"/></Relationships>
</file>

<file path=ppt/slides/_rels/slide47.xml.rels><?xml version="1.0" encoding="UTF-8" standalone="yes"?>
<Relationships xmlns="http://schemas.openxmlformats.org/package/2006/relationships"><Relationship Id="rId6" Type="http://schemas.openxmlformats.org/officeDocument/2006/relationships/notesSlide" Target="../notesSlides/notesSlide38.xml"/><Relationship Id="rId5" Type="http://schemas.openxmlformats.org/officeDocument/2006/relationships/slideLayout" Target="../slideLayouts/slideLayout28.xml"/><Relationship Id="rId4" Type="http://schemas.openxmlformats.org/officeDocument/2006/relationships/tags" Target="../tags/tag402.xml"/><Relationship Id="rId3" Type="http://schemas.openxmlformats.org/officeDocument/2006/relationships/tags" Target="../tags/tag401.xml"/><Relationship Id="rId2" Type="http://schemas.openxmlformats.org/officeDocument/2006/relationships/tags" Target="../tags/tag400.xml"/><Relationship Id="rId1" Type="http://schemas.openxmlformats.org/officeDocument/2006/relationships/tags" Target="../tags/tag399.xml"/></Relationships>
</file>

<file path=ppt/slides/_rels/slide48.xml.rels><?xml version="1.0" encoding="UTF-8" standalone="yes"?>
<Relationships xmlns="http://schemas.openxmlformats.org/package/2006/relationships"><Relationship Id="rId6" Type="http://schemas.openxmlformats.org/officeDocument/2006/relationships/notesSlide" Target="../notesSlides/notesSlide39.xml"/><Relationship Id="rId5" Type="http://schemas.openxmlformats.org/officeDocument/2006/relationships/slideLayout" Target="../slideLayouts/slideLayout28.xml"/><Relationship Id="rId4" Type="http://schemas.openxmlformats.org/officeDocument/2006/relationships/tags" Target="../tags/tag406.xml"/><Relationship Id="rId3" Type="http://schemas.openxmlformats.org/officeDocument/2006/relationships/tags" Target="../tags/tag405.xml"/><Relationship Id="rId2" Type="http://schemas.openxmlformats.org/officeDocument/2006/relationships/tags" Target="../tags/tag404.xml"/><Relationship Id="rId1" Type="http://schemas.openxmlformats.org/officeDocument/2006/relationships/tags" Target="../tags/tag403.xml"/></Relationships>
</file>

<file path=ppt/slides/_rels/slide49.xml.rels><?xml version="1.0" encoding="UTF-8" standalone="yes"?>
<Relationships xmlns="http://schemas.openxmlformats.org/package/2006/relationships"><Relationship Id="rId6" Type="http://schemas.openxmlformats.org/officeDocument/2006/relationships/notesSlide" Target="../notesSlides/notesSlide40.xml"/><Relationship Id="rId5" Type="http://schemas.openxmlformats.org/officeDocument/2006/relationships/slideLayout" Target="../slideLayouts/slideLayout28.xml"/><Relationship Id="rId4" Type="http://schemas.openxmlformats.org/officeDocument/2006/relationships/tags" Target="../tags/tag410.xml"/><Relationship Id="rId3" Type="http://schemas.openxmlformats.org/officeDocument/2006/relationships/tags" Target="../tags/tag409.xml"/><Relationship Id="rId2" Type="http://schemas.openxmlformats.org/officeDocument/2006/relationships/tags" Target="../tags/tag408.xml"/><Relationship Id="rId1" Type="http://schemas.openxmlformats.org/officeDocument/2006/relationships/tags" Target="../tags/tag407.xml"/></Relationships>
</file>

<file path=ppt/slides/_rels/slide50.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414.xml"/><Relationship Id="rId4" Type="http://schemas.openxmlformats.org/officeDocument/2006/relationships/tags" Target="../tags/tag413.xml"/><Relationship Id="rId3" Type="http://schemas.openxmlformats.org/officeDocument/2006/relationships/image" Target="../media/image64.png"/><Relationship Id="rId2" Type="http://schemas.openxmlformats.org/officeDocument/2006/relationships/tags" Target="../tags/tag412.xml"/><Relationship Id="rId1" Type="http://schemas.openxmlformats.org/officeDocument/2006/relationships/tags" Target="../tags/tag411.xml"/></Relationships>
</file>

<file path=ppt/slides/_rels/slide51.xml.rels><?xml version="1.0" encoding="UTF-8" standalone="yes"?>
<Relationships xmlns="http://schemas.openxmlformats.org/package/2006/relationships"><Relationship Id="rId6" Type="http://schemas.openxmlformats.org/officeDocument/2006/relationships/notesSlide" Target="../notesSlides/notesSlide41.xml"/><Relationship Id="rId5" Type="http://schemas.openxmlformats.org/officeDocument/2006/relationships/slideLayout" Target="../slideLayouts/slideLayout28.xml"/><Relationship Id="rId4" Type="http://schemas.openxmlformats.org/officeDocument/2006/relationships/tags" Target="../tags/tag418.xml"/><Relationship Id="rId3" Type="http://schemas.openxmlformats.org/officeDocument/2006/relationships/tags" Target="../tags/tag417.xml"/><Relationship Id="rId2" Type="http://schemas.openxmlformats.org/officeDocument/2006/relationships/tags" Target="../tags/tag416.xml"/><Relationship Id="rId1" Type="http://schemas.openxmlformats.org/officeDocument/2006/relationships/tags" Target="../tags/tag415.xml"/></Relationships>
</file>

<file path=ppt/slides/_rels/slide52.xml.rels><?xml version="1.0" encoding="UTF-8" standalone="yes"?>
<Relationships xmlns="http://schemas.openxmlformats.org/package/2006/relationships"><Relationship Id="rId7" Type="http://schemas.openxmlformats.org/officeDocument/2006/relationships/notesSlide" Target="../notesSlides/notesSlide42.xml"/><Relationship Id="rId6" Type="http://schemas.openxmlformats.org/officeDocument/2006/relationships/slideLayout" Target="../slideLayouts/slideLayout28.xml"/><Relationship Id="rId5" Type="http://schemas.openxmlformats.org/officeDocument/2006/relationships/tags" Target="../tags/tag422.xml"/><Relationship Id="rId4" Type="http://schemas.openxmlformats.org/officeDocument/2006/relationships/tags" Target="../tags/tag421.xml"/><Relationship Id="rId3" Type="http://schemas.openxmlformats.org/officeDocument/2006/relationships/image" Target="../media/image65.png"/><Relationship Id="rId2" Type="http://schemas.openxmlformats.org/officeDocument/2006/relationships/tags" Target="../tags/tag420.xml"/><Relationship Id="rId1" Type="http://schemas.openxmlformats.org/officeDocument/2006/relationships/tags" Target="../tags/tag419.xml"/></Relationships>
</file>

<file path=ppt/slides/_rels/slide53.xml.rels><?xml version="1.0" encoding="UTF-8" standalone="yes"?>
<Relationships xmlns="http://schemas.openxmlformats.org/package/2006/relationships"><Relationship Id="rId6" Type="http://schemas.openxmlformats.org/officeDocument/2006/relationships/slideLayout" Target="../slideLayouts/slideLayout28.xml"/><Relationship Id="rId5" Type="http://schemas.openxmlformats.org/officeDocument/2006/relationships/tags" Target="../tags/tag426.xml"/><Relationship Id="rId4" Type="http://schemas.openxmlformats.org/officeDocument/2006/relationships/tags" Target="../tags/tag425.xml"/><Relationship Id="rId3" Type="http://schemas.openxmlformats.org/officeDocument/2006/relationships/image" Target="../media/image66.png"/><Relationship Id="rId2" Type="http://schemas.openxmlformats.org/officeDocument/2006/relationships/tags" Target="../tags/tag424.xml"/><Relationship Id="rId1" Type="http://schemas.openxmlformats.org/officeDocument/2006/relationships/tags" Target="../tags/tag423.xml"/></Relationships>
</file>

<file path=ppt/slides/_rels/slide54.xml.rels><?xml version="1.0" encoding="UTF-8" standalone="yes"?>
<Relationships xmlns="http://schemas.openxmlformats.org/package/2006/relationships"><Relationship Id="rId6" Type="http://schemas.openxmlformats.org/officeDocument/2006/relationships/notesSlide" Target="../notesSlides/notesSlide43.xml"/><Relationship Id="rId5" Type="http://schemas.openxmlformats.org/officeDocument/2006/relationships/slideLayout" Target="../slideLayouts/slideLayout28.xml"/><Relationship Id="rId4" Type="http://schemas.openxmlformats.org/officeDocument/2006/relationships/tags" Target="../tags/tag430.xml"/><Relationship Id="rId3" Type="http://schemas.openxmlformats.org/officeDocument/2006/relationships/tags" Target="../tags/tag429.xml"/><Relationship Id="rId2" Type="http://schemas.openxmlformats.org/officeDocument/2006/relationships/tags" Target="../tags/tag428.xml"/><Relationship Id="rId1" Type="http://schemas.openxmlformats.org/officeDocument/2006/relationships/tags" Target="../tags/tag427.xml"/></Relationships>
</file>

<file path=ppt/slides/_rels/slide55.xml.rels><?xml version="1.0" encoding="UTF-8" standalone="yes"?>
<Relationships xmlns="http://schemas.openxmlformats.org/package/2006/relationships"><Relationship Id="rId9" Type="http://schemas.openxmlformats.org/officeDocument/2006/relationships/tags" Target="../tags/tag438.xml"/><Relationship Id="rId8" Type="http://schemas.openxmlformats.org/officeDocument/2006/relationships/image" Target="../media/image25.png"/><Relationship Id="rId7" Type="http://schemas.openxmlformats.org/officeDocument/2006/relationships/tags" Target="../tags/tag437.xml"/><Relationship Id="rId6" Type="http://schemas.openxmlformats.org/officeDocument/2006/relationships/tags" Target="../tags/tag436.xml"/><Relationship Id="rId5" Type="http://schemas.openxmlformats.org/officeDocument/2006/relationships/tags" Target="../tags/tag435.xml"/><Relationship Id="rId4" Type="http://schemas.openxmlformats.org/officeDocument/2006/relationships/tags" Target="../tags/tag434.xml"/><Relationship Id="rId39" Type="http://schemas.openxmlformats.org/officeDocument/2006/relationships/notesSlide" Target="../notesSlides/notesSlide44.xml"/><Relationship Id="rId38" Type="http://schemas.openxmlformats.org/officeDocument/2006/relationships/slideLayout" Target="../slideLayouts/slideLayout28.xml"/><Relationship Id="rId37" Type="http://schemas.openxmlformats.org/officeDocument/2006/relationships/tags" Target="../tags/tag459.xml"/><Relationship Id="rId36" Type="http://schemas.openxmlformats.org/officeDocument/2006/relationships/tags" Target="../tags/tag458.xml"/><Relationship Id="rId35" Type="http://schemas.openxmlformats.org/officeDocument/2006/relationships/tags" Target="../tags/tag457.xml"/><Relationship Id="rId34" Type="http://schemas.openxmlformats.org/officeDocument/2006/relationships/image" Target="../media/image68.png"/><Relationship Id="rId33" Type="http://schemas.openxmlformats.org/officeDocument/2006/relationships/tags" Target="../tags/tag456.xml"/><Relationship Id="rId32" Type="http://schemas.openxmlformats.org/officeDocument/2006/relationships/tags" Target="../tags/tag455.xml"/><Relationship Id="rId31" Type="http://schemas.openxmlformats.org/officeDocument/2006/relationships/tags" Target="../tags/tag454.xml"/><Relationship Id="rId30" Type="http://schemas.openxmlformats.org/officeDocument/2006/relationships/tags" Target="../tags/tag453.xml"/><Relationship Id="rId3" Type="http://schemas.openxmlformats.org/officeDocument/2006/relationships/tags" Target="../tags/tag433.xml"/><Relationship Id="rId29" Type="http://schemas.openxmlformats.org/officeDocument/2006/relationships/tags" Target="../tags/tag452.xml"/><Relationship Id="rId28" Type="http://schemas.openxmlformats.org/officeDocument/2006/relationships/tags" Target="../tags/tag451.xml"/><Relationship Id="rId27" Type="http://schemas.openxmlformats.org/officeDocument/2006/relationships/image" Target="../media/image31.png"/><Relationship Id="rId26" Type="http://schemas.openxmlformats.org/officeDocument/2006/relationships/tags" Target="../tags/tag450.xml"/><Relationship Id="rId25" Type="http://schemas.openxmlformats.org/officeDocument/2006/relationships/image" Target="../media/image67.png"/><Relationship Id="rId24" Type="http://schemas.openxmlformats.org/officeDocument/2006/relationships/tags" Target="../tags/tag449.xml"/><Relationship Id="rId23" Type="http://schemas.openxmlformats.org/officeDocument/2006/relationships/tags" Target="../tags/tag448.xml"/><Relationship Id="rId22" Type="http://schemas.openxmlformats.org/officeDocument/2006/relationships/image" Target="../media/image29.png"/><Relationship Id="rId21" Type="http://schemas.openxmlformats.org/officeDocument/2006/relationships/tags" Target="../tags/tag447.xml"/><Relationship Id="rId20" Type="http://schemas.openxmlformats.org/officeDocument/2006/relationships/image" Target="../media/image28.png"/><Relationship Id="rId2" Type="http://schemas.openxmlformats.org/officeDocument/2006/relationships/tags" Target="../tags/tag432.xml"/><Relationship Id="rId19" Type="http://schemas.openxmlformats.org/officeDocument/2006/relationships/tags" Target="../tags/tag446.xml"/><Relationship Id="rId18" Type="http://schemas.openxmlformats.org/officeDocument/2006/relationships/image" Target="../media/image27.jpeg"/><Relationship Id="rId17" Type="http://schemas.openxmlformats.org/officeDocument/2006/relationships/tags" Target="../tags/tag445.xml"/><Relationship Id="rId16" Type="http://schemas.openxmlformats.org/officeDocument/2006/relationships/tags" Target="../tags/tag444.xml"/><Relationship Id="rId15" Type="http://schemas.openxmlformats.org/officeDocument/2006/relationships/tags" Target="../tags/tag443.xml"/><Relationship Id="rId14" Type="http://schemas.openxmlformats.org/officeDocument/2006/relationships/tags" Target="../tags/tag442.xml"/><Relationship Id="rId13" Type="http://schemas.openxmlformats.org/officeDocument/2006/relationships/image" Target="../media/image26.png"/><Relationship Id="rId12" Type="http://schemas.openxmlformats.org/officeDocument/2006/relationships/tags" Target="../tags/tag441.xml"/><Relationship Id="rId11" Type="http://schemas.openxmlformats.org/officeDocument/2006/relationships/tags" Target="../tags/tag440.xml"/><Relationship Id="rId10" Type="http://schemas.openxmlformats.org/officeDocument/2006/relationships/tags" Target="../tags/tag439.xml"/><Relationship Id="rId1" Type="http://schemas.openxmlformats.org/officeDocument/2006/relationships/tags" Target="../tags/tag431.xml"/></Relationships>
</file>

<file path=ppt/slides/_rels/slide56.xml.rels><?xml version="1.0" encoding="UTF-8" standalone="yes"?>
<Relationships xmlns="http://schemas.openxmlformats.org/package/2006/relationships"><Relationship Id="rId9" Type="http://schemas.openxmlformats.org/officeDocument/2006/relationships/image" Target="../media/image71.png"/><Relationship Id="rId8" Type="http://schemas.openxmlformats.org/officeDocument/2006/relationships/tags" Target="../tags/tag465.xml"/><Relationship Id="rId7" Type="http://schemas.openxmlformats.org/officeDocument/2006/relationships/image" Target="../media/image70.png"/><Relationship Id="rId6" Type="http://schemas.openxmlformats.org/officeDocument/2006/relationships/tags" Target="../tags/tag464.xml"/><Relationship Id="rId5" Type="http://schemas.openxmlformats.org/officeDocument/2006/relationships/image" Target="../media/image69.png"/><Relationship Id="rId4" Type="http://schemas.openxmlformats.org/officeDocument/2006/relationships/tags" Target="../tags/tag463.xml"/><Relationship Id="rId3" Type="http://schemas.openxmlformats.org/officeDocument/2006/relationships/tags" Target="../tags/tag462.xml"/><Relationship Id="rId29" Type="http://schemas.openxmlformats.org/officeDocument/2006/relationships/notesSlide" Target="../notesSlides/notesSlide45.xml"/><Relationship Id="rId28" Type="http://schemas.openxmlformats.org/officeDocument/2006/relationships/slideLayout" Target="../slideLayouts/slideLayout28.xml"/><Relationship Id="rId27" Type="http://schemas.openxmlformats.org/officeDocument/2006/relationships/tags" Target="../tags/tag483.xml"/><Relationship Id="rId26" Type="http://schemas.openxmlformats.org/officeDocument/2006/relationships/tags" Target="../tags/tag482.xml"/><Relationship Id="rId25" Type="http://schemas.openxmlformats.org/officeDocument/2006/relationships/tags" Target="../tags/tag481.xml"/><Relationship Id="rId24" Type="http://schemas.openxmlformats.org/officeDocument/2006/relationships/tags" Target="../tags/tag480.xml"/><Relationship Id="rId23" Type="http://schemas.openxmlformats.org/officeDocument/2006/relationships/tags" Target="../tags/tag479.xml"/><Relationship Id="rId22" Type="http://schemas.openxmlformats.org/officeDocument/2006/relationships/tags" Target="../tags/tag478.xml"/><Relationship Id="rId21" Type="http://schemas.openxmlformats.org/officeDocument/2006/relationships/tags" Target="../tags/tag477.xml"/><Relationship Id="rId20" Type="http://schemas.openxmlformats.org/officeDocument/2006/relationships/tags" Target="../tags/tag476.xml"/><Relationship Id="rId2" Type="http://schemas.openxmlformats.org/officeDocument/2006/relationships/tags" Target="../tags/tag461.xml"/><Relationship Id="rId19" Type="http://schemas.openxmlformats.org/officeDocument/2006/relationships/tags" Target="../tags/tag475.xml"/><Relationship Id="rId18" Type="http://schemas.openxmlformats.org/officeDocument/2006/relationships/tags" Target="../tags/tag474.xml"/><Relationship Id="rId17" Type="http://schemas.openxmlformats.org/officeDocument/2006/relationships/tags" Target="../tags/tag473.xml"/><Relationship Id="rId16" Type="http://schemas.openxmlformats.org/officeDocument/2006/relationships/tags" Target="../tags/tag472.xml"/><Relationship Id="rId15" Type="http://schemas.openxmlformats.org/officeDocument/2006/relationships/tags" Target="../tags/tag471.xml"/><Relationship Id="rId14" Type="http://schemas.openxmlformats.org/officeDocument/2006/relationships/tags" Target="../tags/tag470.xml"/><Relationship Id="rId13" Type="http://schemas.openxmlformats.org/officeDocument/2006/relationships/tags" Target="../tags/tag469.xml"/><Relationship Id="rId12" Type="http://schemas.openxmlformats.org/officeDocument/2006/relationships/tags" Target="../tags/tag468.xml"/><Relationship Id="rId11" Type="http://schemas.openxmlformats.org/officeDocument/2006/relationships/tags" Target="../tags/tag467.xml"/><Relationship Id="rId10" Type="http://schemas.openxmlformats.org/officeDocument/2006/relationships/tags" Target="../tags/tag466.xml"/><Relationship Id="rId1" Type="http://schemas.openxmlformats.org/officeDocument/2006/relationships/tags" Target="../tags/tag460.xml"/></Relationships>
</file>

<file path=ppt/slides/_rels/slide57.xml.rels><?xml version="1.0" encoding="UTF-8" standalone="yes"?>
<Relationships xmlns="http://schemas.openxmlformats.org/package/2006/relationships"><Relationship Id="rId6" Type="http://schemas.openxmlformats.org/officeDocument/2006/relationships/notesSlide" Target="../notesSlides/notesSlide46.xml"/><Relationship Id="rId5" Type="http://schemas.openxmlformats.org/officeDocument/2006/relationships/slideLayout" Target="../slideLayouts/slideLayout28.xml"/><Relationship Id="rId4" Type="http://schemas.openxmlformats.org/officeDocument/2006/relationships/tags" Target="../tags/tag487.xml"/><Relationship Id="rId3" Type="http://schemas.openxmlformats.org/officeDocument/2006/relationships/tags" Target="../tags/tag486.xml"/><Relationship Id="rId2" Type="http://schemas.openxmlformats.org/officeDocument/2006/relationships/tags" Target="../tags/tag485.xml"/><Relationship Id="rId1" Type="http://schemas.openxmlformats.org/officeDocument/2006/relationships/tags" Target="../tags/tag484.xml"/></Relationships>
</file>

<file path=ppt/slides/_rels/slide58.xml.rels><?xml version="1.0" encoding="UTF-8" standalone="yes"?>
<Relationships xmlns="http://schemas.openxmlformats.org/package/2006/relationships"><Relationship Id="rId9" Type="http://schemas.openxmlformats.org/officeDocument/2006/relationships/tags" Target="../tags/tag494.xml"/><Relationship Id="rId8" Type="http://schemas.openxmlformats.org/officeDocument/2006/relationships/tags" Target="../tags/tag493.xml"/><Relationship Id="rId7" Type="http://schemas.openxmlformats.org/officeDocument/2006/relationships/tags" Target="../tags/tag492.xml"/><Relationship Id="rId6" Type="http://schemas.openxmlformats.org/officeDocument/2006/relationships/tags" Target="../tags/tag491.xml"/><Relationship Id="rId5" Type="http://schemas.openxmlformats.org/officeDocument/2006/relationships/tags" Target="../tags/tag490.xml"/><Relationship Id="rId4" Type="http://schemas.openxmlformats.org/officeDocument/2006/relationships/image" Target="../media/image73.png"/><Relationship Id="rId3" Type="http://schemas.openxmlformats.org/officeDocument/2006/relationships/tags" Target="../tags/tag489.xml"/><Relationship Id="rId2" Type="http://schemas.openxmlformats.org/officeDocument/2006/relationships/image" Target="../media/image72.png"/><Relationship Id="rId11" Type="http://schemas.openxmlformats.org/officeDocument/2006/relationships/notesSlide" Target="../notesSlides/notesSlide47.xml"/><Relationship Id="rId10" Type="http://schemas.openxmlformats.org/officeDocument/2006/relationships/slideLayout" Target="../slideLayouts/slideLayout28.xml"/><Relationship Id="rId1" Type="http://schemas.openxmlformats.org/officeDocument/2006/relationships/tags" Target="../tags/tag488.xml"/></Relationships>
</file>

<file path=ppt/slides/_rels/slide59.xml.rels><?xml version="1.0" encoding="UTF-8" standalone="yes"?>
<Relationships xmlns="http://schemas.openxmlformats.org/package/2006/relationships"><Relationship Id="rId9" Type="http://schemas.openxmlformats.org/officeDocument/2006/relationships/tags" Target="../tags/tag501.xml"/><Relationship Id="rId8" Type="http://schemas.openxmlformats.org/officeDocument/2006/relationships/tags" Target="../tags/tag500.xml"/><Relationship Id="rId7" Type="http://schemas.openxmlformats.org/officeDocument/2006/relationships/image" Target="../media/image75.png"/><Relationship Id="rId6" Type="http://schemas.openxmlformats.org/officeDocument/2006/relationships/tags" Target="../tags/tag499.xml"/><Relationship Id="rId5" Type="http://schemas.openxmlformats.org/officeDocument/2006/relationships/tags" Target="../tags/tag498.xml"/><Relationship Id="rId4" Type="http://schemas.openxmlformats.org/officeDocument/2006/relationships/image" Target="../media/image74.png"/><Relationship Id="rId3" Type="http://schemas.openxmlformats.org/officeDocument/2006/relationships/tags" Target="../tags/tag497.xml"/><Relationship Id="rId2" Type="http://schemas.openxmlformats.org/officeDocument/2006/relationships/tags" Target="../tags/tag496.xml"/><Relationship Id="rId15" Type="http://schemas.openxmlformats.org/officeDocument/2006/relationships/notesSlide" Target="../notesSlides/notesSlide48.xml"/><Relationship Id="rId14" Type="http://schemas.openxmlformats.org/officeDocument/2006/relationships/slideLayout" Target="../slideLayouts/slideLayout28.xml"/><Relationship Id="rId13" Type="http://schemas.openxmlformats.org/officeDocument/2006/relationships/tags" Target="../tags/tag504.xml"/><Relationship Id="rId12" Type="http://schemas.openxmlformats.org/officeDocument/2006/relationships/tags" Target="../tags/tag503.xml"/><Relationship Id="rId11" Type="http://schemas.openxmlformats.org/officeDocument/2006/relationships/tags" Target="../tags/tag502.xml"/><Relationship Id="rId10" Type="http://schemas.openxmlformats.org/officeDocument/2006/relationships/image" Target="../media/image76.png"/><Relationship Id="rId1" Type="http://schemas.openxmlformats.org/officeDocument/2006/relationships/tags" Target="../tags/tag495.xml"/></Relationships>
</file>

<file path=ppt/slides/_rels/slide60.xml.rels><?xml version="1.0" encoding="UTF-8" standalone="yes"?>
<Relationships xmlns="http://schemas.openxmlformats.org/package/2006/relationships"><Relationship Id="rId9" Type="http://schemas.openxmlformats.org/officeDocument/2006/relationships/tags" Target="../tags/tag512.xml"/><Relationship Id="rId8" Type="http://schemas.openxmlformats.org/officeDocument/2006/relationships/tags" Target="../tags/tag511.xml"/><Relationship Id="rId7" Type="http://schemas.openxmlformats.org/officeDocument/2006/relationships/tags" Target="../tags/tag510.xml"/><Relationship Id="rId6" Type="http://schemas.openxmlformats.org/officeDocument/2006/relationships/tags" Target="../tags/tag509.xml"/><Relationship Id="rId5" Type="http://schemas.openxmlformats.org/officeDocument/2006/relationships/tags" Target="../tags/tag508.xml"/><Relationship Id="rId4" Type="http://schemas.openxmlformats.org/officeDocument/2006/relationships/tags" Target="../tags/tag507.xml"/><Relationship Id="rId3" Type="http://schemas.openxmlformats.org/officeDocument/2006/relationships/image" Target="../media/image77.png"/><Relationship Id="rId24" Type="http://schemas.openxmlformats.org/officeDocument/2006/relationships/notesSlide" Target="../notesSlides/notesSlide49.xml"/><Relationship Id="rId23" Type="http://schemas.openxmlformats.org/officeDocument/2006/relationships/vmlDrawing" Target="../drawings/vmlDrawing8.vml"/><Relationship Id="rId22" Type="http://schemas.openxmlformats.org/officeDocument/2006/relationships/slideLayout" Target="../slideLayouts/slideLayout28.xml"/><Relationship Id="rId21" Type="http://schemas.openxmlformats.org/officeDocument/2006/relationships/tags" Target="../tags/tag519.xml"/><Relationship Id="rId20" Type="http://schemas.openxmlformats.org/officeDocument/2006/relationships/tags" Target="../tags/tag518.xml"/><Relationship Id="rId2" Type="http://schemas.openxmlformats.org/officeDocument/2006/relationships/tags" Target="../tags/tag506.xml"/><Relationship Id="rId19" Type="http://schemas.openxmlformats.org/officeDocument/2006/relationships/tags" Target="../tags/tag517.xml"/><Relationship Id="rId18" Type="http://schemas.openxmlformats.org/officeDocument/2006/relationships/tags" Target="../tags/tag516.xml"/><Relationship Id="rId17" Type="http://schemas.openxmlformats.org/officeDocument/2006/relationships/image" Target="../media/image80.png"/><Relationship Id="rId16" Type="http://schemas.openxmlformats.org/officeDocument/2006/relationships/oleObject" Target="../embeddings/oleObject22.bin"/><Relationship Id="rId15" Type="http://schemas.openxmlformats.org/officeDocument/2006/relationships/tags" Target="../tags/tag515.xml"/><Relationship Id="rId14" Type="http://schemas.openxmlformats.org/officeDocument/2006/relationships/image" Target="../media/image79.png"/><Relationship Id="rId13" Type="http://schemas.openxmlformats.org/officeDocument/2006/relationships/oleObject" Target="../embeddings/oleObject21.bin"/><Relationship Id="rId12" Type="http://schemas.openxmlformats.org/officeDocument/2006/relationships/tags" Target="../tags/tag514.xml"/><Relationship Id="rId11" Type="http://schemas.openxmlformats.org/officeDocument/2006/relationships/tags" Target="../tags/tag513.xml"/><Relationship Id="rId10" Type="http://schemas.openxmlformats.org/officeDocument/2006/relationships/image" Target="../media/image78.png"/><Relationship Id="rId1" Type="http://schemas.openxmlformats.org/officeDocument/2006/relationships/tags" Target="../tags/tag505.xml"/></Relationships>
</file>

<file path=ppt/slides/_rels/slide61.xml.rels><?xml version="1.0" encoding="UTF-8" standalone="yes"?>
<Relationships xmlns="http://schemas.openxmlformats.org/package/2006/relationships"><Relationship Id="rId6" Type="http://schemas.openxmlformats.org/officeDocument/2006/relationships/notesSlide" Target="../notesSlides/notesSlide50.xml"/><Relationship Id="rId5" Type="http://schemas.openxmlformats.org/officeDocument/2006/relationships/slideLayout" Target="../slideLayouts/slideLayout28.xml"/><Relationship Id="rId4" Type="http://schemas.openxmlformats.org/officeDocument/2006/relationships/tags" Target="../tags/tag523.xml"/><Relationship Id="rId3" Type="http://schemas.openxmlformats.org/officeDocument/2006/relationships/tags" Target="../tags/tag522.xml"/><Relationship Id="rId2" Type="http://schemas.openxmlformats.org/officeDocument/2006/relationships/tags" Target="../tags/tag521.xml"/><Relationship Id="rId1" Type="http://schemas.openxmlformats.org/officeDocument/2006/relationships/tags" Target="../tags/tag520.xml"/></Relationships>
</file>

<file path=ppt/slides/_rels/slide62.xml.rels><?xml version="1.0" encoding="UTF-8" standalone="yes"?>
<Relationships xmlns="http://schemas.openxmlformats.org/package/2006/relationships"><Relationship Id="rId6" Type="http://schemas.openxmlformats.org/officeDocument/2006/relationships/notesSlide" Target="../notesSlides/notesSlide51.xml"/><Relationship Id="rId5" Type="http://schemas.openxmlformats.org/officeDocument/2006/relationships/slideLayout" Target="../slideLayouts/slideLayout33.xml"/><Relationship Id="rId4" Type="http://schemas.openxmlformats.org/officeDocument/2006/relationships/tags" Target="../tags/tag527.xml"/><Relationship Id="rId3" Type="http://schemas.openxmlformats.org/officeDocument/2006/relationships/tags" Target="../tags/tag526.xml"/><Relationship Id="rId2" Type="http://schemas.openxmlformats.org/officeDocument/2006/relationships/tags" Target="../tags/tag525.xml"/><Relationship Id="rId1" Type="http://schemas.openxmlformats.org/officeDocument/2006/relationships/tags" Target="../tags/tag5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custDataLst>
              <p:tags r:id="rId1"/>
            </p:custDataLst>
          </p:nvPr>
        </p:nvSpPr>
        <p:spPr>
          <a:xfrm>
            <a:off x="1415415" y="1845310"/>
            <a:ext cx="5583555" cy="1428115"/>
          </a:xfrm>
        </p:spPr>
        <p:txBody>
          <a:bodyPr>
            <a:normAutofit/>
          </a:bodyPr>
          <a:p>
            <a:pPr marL="0" indent="0" algn="l">
              <a:lnSpc>
                <a:spcPct val="100000"/>
              </a:lnSpc>
              <a:spcBef>
                <a:spcPts val="0"/>
              </a:spcBef>
              <a:spcAft>
                <a:spcPts val="0"/>
              </a:spcAft>
              <a:buSzPct val="100000"/>
            </a:pPr>
            <a:r>
              <a:rPr lang="zh-CN" altLang="en-US"/>
              <a:t>3.1、隐写术基本理论</a:t>
            </a:r>
            <a:endParaRPr lang="zh-CN" altLang="en-US"/>
          </a:p>
        </p:txBody>
      </p:sp>
      <p:sp>
        <p:nvSpPr>
          <p:cNvPr id="8" name="文本框 7"/>
          <p:cNvSpPr txBox="1"/>
          <p:nvPr/>
        </p:nvSpPr>
        <p:spPr>
          <a:xfrm>
            <a:off x="1127125" y="4004945"/>
            <a:ext cx="6096000" cy="1846580"/>
          </a:xfrm>
          <a:prstGeom prst="rect">
            <a:avLst/>
          </a:prstGeom>
          <a:noFill/>
        </p:spPr>
        <p:txBody>
          <a:bodyPr wrap="square" rtlCol="0" anchor="t">
            <a:noAutofit/>
          </a:bodyPr>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rPr>
              <a:t>周琳娜</a:t>
            </a:r>
            <a:r>
              <a:rPr lang="en-US" altLang="zh-CN" sz="2900" dirty="0">
                <a:solidFill>
                  <a:srgbClr val="FFFFFF"/>
                </a:solidFill>
                <a:latin typeface="Times New Roman" panose="02020603050405020304" pitchFamily="18" charset="0"/>
                <a:ea typeface="华文楷体" panose="02010600040101010101" charset="-122"/>
                <a:sym typeface="华文楷体" panose="02010600040101010101" charset="-122"/>
              </a:rPr>
              <a:t>  </a:t>
            </a:r>
            <a:r>
              <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rPr>
              <a:t>雷敏 </a:t>
            </a:r>
            <a:endParaRPr lang="zh-CN" altLang="en-US" dirty="0">
              <a:solidFill>
                <a:srgbClr val="FFFFFF"/>
              </a:solidFill>
            </a:endParaRPr>
          </a:p>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rPr>
              <a:t>北京邮电大学 </a:t>
            </a:r>
            <a:endPar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endParaRPr>
          </a:p>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rPr>
              <a:t>网络空间安全学院</a:t>
            </a:r>
            <a:endParaRPr lang="zh-CN" altLang="en-US" dirty="0">
              <a:solidFill>
                <a:srgbClr val="FFFFFF"/>
              </a:solidFill>
            </a:endParaRPr>
          </a:p>
          <a:p>
            <a:pPr algn="ctr">
              <a:spcBef>
                <a:spcPct val="20000"/>
              </a:spcBef>
              <a:buClr>
                <a:srgbClr val="006666"/>
              </a:buClr>
              <a:buSzPct val="70000"/>
              <a:buFont typeface="Wingdings" panose="05000000000000000000" pitchFamily="2" charset="2"/>
            </a:pPr>
            <a:endParaRPr lang="en-US" altLang="zh-CN" sz="2900" dirty="0">
              <a:solidFill>
                <a:srgbClr val="FFFFFF"/>
              </a:solidFill>
              <a:latin typeface="Times New Roman" panose="02020603050405020304" pitchFamily="18" charset="0"/>
              <a:ea typeface="华文楷体" panose="02010600040101010101" charset="-122"/>
              <a:sym typeface="华文楷体" panose="02010600040101010101" charset="-122"/>
            </a:endParaRPr>
          </a:p>
        </p:txBody>
      </p:sp>
    </p:spTree>
    <p:custDataLst>
      <p:tags r:id="rId2"/>
    </p:custData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4"/>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隐写系统</a:t>
            </a:r>
            <a:endParaRPr lang="zh-CN" altLang="en-US" dirty="0">
              <a:solidFill>
                <a:schemeClr val="tx1"/>
              </a:solidFill>
            </a:endParaRPr>
          </a:p>
          <a:p>
            <a:r>
              <a:rPr lang="zh-CN" altLang="en-US" dirty="0">
                <a:solidFill>
                  <a:schemeClr val="tx1"/>
                </a:solidFill>
              </a:rPr>
              <a:t>隐写系统分类</a:t>
            </a:r>
            <a:endParaRPr lang="zh-CN" altLang="en-US" dirty="0">
              <a:solidFill>
                <a:schemeClr val="tx1"/>
              </a:solidFill>
            </a:endParaRPr>
          </a:p>
          <a:p>
            <a:r>
              <a:rPr lang="zh-CN" altLang="en-US" dirty="0">
                <a:solidFill>
                  <a:schemeClr val="tx1"/>
                </a:solidFill>
              </a:rPr>
              <a:t>隐写术性能指标</a:t>
            </a:r>
            <a:endParaRPr lang="zh-CN" altLang="en-US" dirty="0">
              <a:solidFill>
                <a:schemeClr val="tx1"/>
              </a:solidFill>
            </a:endParaRPr>
          </a:p>
          <a:p>
            <a:r>
              <a:rPr lang="zh-CN" altLang="en-US" dirty="0">
                <a:solidFill>
                  <a:schemeClr val="tx1"/>
                </a:solidFill>
              </a:rPr>
              <a:t>隐写系统的攻击方法</a:t>
            </a:r>
            <a:endParaRPr lang="zh-CN" altLang="en-US" dirty="0">
              <a:solidFill>
                <a:schemeClr val="tx1"/>
              </a:solidFill>
            </a:endParaRPr>
          </a:p>
        </p:txBody>
      </p:sp>
      <p:sp>
        <p:nvSpPr>
          <p:cNvPr id="9" name="灯片编号占位符 3"/>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A4EF384-3CBD-4607-BDAC-1C896A6B12A4}" type="slidenum">
              <a:rPr lang="zh-CN" altLang="en-US" smtClean="0">
                <a:solidFill>
                  <a:schemeClr val="tx1"/>
                </a:solidFill>
              </a:rPr>
            </a:fld>
            <a:endParaRPr lang="zh-CN" altLang="en-US" smtClean="0">
              <a:solidFill>
                <a:schemeClr val="tx1"/>
              </a:solidFill>
            </a:endParaRPr>
          </a:p>
        </p:txBody>
      </p:sp>
      <p:sp>
        <p:nvSpPr>
          <p:cNvPr id="7" name="页脚占位符 5"/>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2" name="标题 11"/>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提纲</a:t>
            </a:r>
            <a:endParaRPr lang="zh-CN" altLang="en-US" smtClean="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4"/>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b="1" i="1" u="sng" dirty="0">
                <a:solidFill>
                  <a:schemeClr val="tx1"/>
                </a:solidFill>
                <a:effectLst>
                  <a:outerShdw blurRad="38100" dist="38100" dir="2700000" algn="tl">
                    <a:srgbClr val="000000">
                      <a:alpha val="43137"/>
                    </a:srgbClr>
                  </a:outerShdw>
                </a:effectLst>
              </a:rPr>
              <a:t>隐写系统</a:t>
            </a:r>
            <a:endParaRPr lang="zh-CN" altLang="en-US" b="1" i="1" u="sng" dirty="0">
              <a:solidFill>
                <a:schemeClr val="tx1"/>
              </a:solidFill>
              <a:effectLst>
                <a:outerShdw blurRad="38100" dist="38100" dir="2700000" algn="tl">
                  <a:srgbClr val="000000">
                    <a:alpha val="43137"/>
                  </a:srgbClr>
                </a:outerShdw>
              </a:effectLst>
            </a:endParaRPr>
          </a:p>
          <a:p>
            <a:r>
              <a:rPr lang="zh-CN" altLang="en-US" dirty="0">
                <a:solidFill>
                  <a:schemeClr val="tx1"/>
                </a:solidFill>
              </a:rPr>
              <a:t>隐写系统分类</a:t>
            </a:r>
            <a:endParaRPr lang="zh-CN" altLang="en-US" dirty="0">
              <a:solidFill>
                <a:schemeClr val="tx1"/>
              </a:solidFill>
            </a:endParaRPr>
          </a:p>
          <a:p>
            <a:r>
              <a:rPr lang="zh-CN" altLang="en-US" dirty="0">
                <a:solidFill>
                  <a:schemeClr val="tx1"/>
                </a:solidFill>
              </a:rPr>
              <a:t>隐写术性能指标</a:t>
            </a:r>
            <a:endParaRPr lang="zh-CN" altLang="en-US" dirty="0">
              <a:solidFill>
                <a:schemeClr val="tx1"/>
              </a:solidFill>
            </a:endParaRPr>
          </a:p>
          <a:p>
            <a:r>
              <a:rPr lang="zh-CN" altLang="en-US" dirty="0">
                <a:solidFill>
                  <a:schemeClr val="tx1"/>
                </a:solidFill>
              </a:rPr>
              <a:t>隐写系统的攻击方法</a:t>
            </a:r>
            <a:endParaRPr lang="zh-CN" altLang="en-US" dirty="0">
              <a:solidFill>
                <a:schemeClr val="tx1"/>
              </a:solidFill>
            </a:endParaRPr>
          </a:p>
        </p:txBody>
      </p:sp>
      <p:sp>
        <p:nvSpPr>
          <p:cNvPr id="9" name="灯片编号占位符 3"/>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A4EF384-3CBD-4607-BDAC-1C896A6B12A4}" type="slidenum">
              <a:rPr lang="zh-CN" altLang="en-US" smtClean="0">
                <a:solidFill>
                  <a:schemeClr val="tx1"/>
                </a:solidFill>
              </a:rPr>
            </a:fld>
            <a:endParaRPr lang="zh-CN" altLang="en-US" smtClean="0">
              <a:solidFill>
                <a:schemeClr val="tx1"/>
              </a:solidFill>
            </a:endParaRPr>
          </a:p>
        </p:txBody>
      </p:sp>
      <p:sp>
        <p:nvSpPr>
          <p:cNvPr id="7" name="页脚占位符 5"/>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3" name="标题 12"/>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提纲</a:t>
            </a:r>
            <a:endParaRPr lang="zh-CN" altLang="en-US" smtClean="0">
              <a:sym typeface="+mn-ea"/>
            </a:endParaRPr>
          </a:p>
        </p:txBody>
      </p:sp>
    </p:spTree>
    <p:custDataLst>
      <p:tags r:id="rId5"/>
    </p:custData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051"/>
          <p:cNvSpPr>
            <a:spLocks noGrp="1" noChangeArrowheads="1"/>
          </p:cNvSpPr>
          <p:nvPr>
            <p:custDataLst>
              <p:tags r:id="rId1"/>
            </p:custDataLst>
          </p:nvPr>
        </p:nvSpPr>
        <p:spPr>
          <a:xfrm>
            <a:off x="1559560" y="3572510"/>
            <a:ext cx="8810625" cy="243586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marL="0" indent="0" eaLnBrk="1" hangingPunct="1">
              <a:lnSpc>
                <a:spcPct val="90000"/>
              </a:lnSpc>
              <a:buNone/>
            </a:pPr>
            <a:r>
              <a:rPr lang="zh-CN" altLang="en-US" sz="2400" dirty="0">
                <a:solidFill>
                  <a:schemeClr val="tx1"/>
                </a:solidFill>
                <a:sym typeface="+mn-ea"/>
              </a:rPr>
              <a:t>两个囚犯</a:t>
            </a:r>
            <a:r>
              <a:rPr lang="en-US" altLang="zh-CN" sz="2400" dirty="0">
                <a:solidFill>
                  <a:schemeClr val="tx1"/>
                </a:solidFill>
                <a:sym typeface="+mn-ea"/>
              </a:rPr>
              <a:t>Alice</a:t>
            </a:r>
            <a:r>
              <a:rPr lang="zh-CN" altLang="en-US" sz="2400" dirty="0">
                <a:solidFill>
                  <a:schemeClr val="tx1"/>
                </a:solidFill>
                <a:sym typeface="+mn-ea"/>
              </a:rPr>
              <a:t>和</a:t>
            </a:r>
            <a:r>
              <a:rPr lang="en-US" altLang="zh-CN" sz="2400" dirty="0">
                <a:solidFill>
                  <a:schemeClr val="tx1"/>
                </a:solidFill>
                <a:sym typeface="+mn-ea"/>
              </a:rPr>
              <a:t>Bob</a:t>
            </a:r>
            <a:r>
              <a:rPr lang="zh-CN" altLang="en-US" sz="2400" dirty="0">
                <a:solidFill>
                  <a:schemeClr val="tx1"/>
                </a:solidFill>
                <a:sym typeface="+mn-ea"/>
              </a:rPr>
              <a:t>被关押在监狱的不同牢房，他们想通过一种隐蔽的方式交换信息，但是交换信息必须要通过看守</a:t>
            </a:r>
            <a:r>
              <a:rPr lang="en-US" altLang="zh-CN" sz="2400" dirty="0">
                <a:solidFill>
                  <a:schemeClr val="tx1"/>
                </a:solidFill>
                <a:sym typeface="+mn-ea"/>
              </a:rPr>
              <a:t>Eve</a:t>
            </a:r>
            <a:r>
              <a:rPr lang="zh-CN" altLang="en-US" sz="2400" dirty="0">
                <a:solidFill>
                  <a:schemeClr val="tx1"/>
                </a:solidFill>
                <a:sym typeface="+mn-ea"/>
              </a:rPr>
              <a:t>的检查。因此，他们要想办法在不引起看守者怀疑的情况下，在看似正常的信息中，传递他们之间的秘密信息。</a:t>
            </a:r>
            <a:endParaRPr lang="zh-CN" altLang="en-US" sz="2400" dirty="0">
              <a:solidFill>
                <a:schemeClr val="tx1"/>
              </a:solidFill>
              <a:sym typeface="+mn-ea"/>
            </a:endParaRPr>
          </a:p>
          <a:p>
            <a:pPr eaLnBrk="1" hangingPunct="1">
              <a:lnSpc>
                <a:spcPct val="90000"/>
              </a:lnSpc>
            </a:pPr>
            <a:r>
              <a:rPr lang="zh-CN" altLang="en-US" sz="2400" dirty="0">
                <a:solidFill>
                  <a:schemeClr val="tx1"/>
                </a:solidFill>
                <a:sym typeface="+mn-ea"/>
              </a:rPr>
              <a:t>被动看守者</a:t>
            </a:r>
            <a:r>
              <a:rPr lang="en-US" altLang="zh-CN" sz="2400" dirty="0">
                <a:solidFill>
                  <a:schemeClr val="tx1"/>
                </a:solidFill>
                <a:sym typeface="+mn-ea"/>
              </a:rPr>
              <a:t>:</a:t>
            </a:r>
            <a:r>
              <a:rPr lang="zh-CN" altLang="en-US" sz="2400" dirty="0">
                <a:solidFill>
                  <a:schemeClr val="tx1"/>
                </a:solidFill>
                <a:sym typeface="+mn-ea"/>
              </a:rPr>
              <a:t>只是检查传递的信息有没有可疑的地方。</a:t>
            </a:r>
            <a:endParaRPr lang="zh-CN" altLang="en-US" sz="2400" dirty="0">
              <a:solidFill>
                <a:schemeClr val="tx1"/>
              </a:solidFill>
            </a:endParaRPr>
          </a:p>
          <a:p>
            <a:pPr eaLnBrk="1" hangingPunct="1">
              <a:lnSpc>
                <a:spcPct val="90000"/>
              </a:lnSpc>
            </a:pPr>
            <a:r>
              <a:rPr lang="zh-CN" altLang="en-US" sz="2400" dirty="0">
                <a:solidFill>
                  <a:schemeClr val="tx1"/>
                </a:solidFill>
                <a:sym typeface="+mn-ea"/>
              </a:rPr>
              <a:t>主动看守者</a:t>
            </a:r>
            <a:r>
              <a:rPr lang="en-US" altLang="zh-CN" sz="2400" dirty="0">
                <a:solidFill>
                  <a:schemeClr val="tx1"/>
                </a:solidFill>
                <a:sym typeface="+mn-ea"/>
              </a:rPr>
              <a:t>:</a:t>
            </a:r>
            <a:r>
              <a:rPr lang="zh-CN" altLang="en-US" sz="2400" dirty="0">
                <a:solidFill>
                  <a:schemeClr val="tx1"/>
                </a:solidFill>
                <a:sym typeface="+mn-ea"/>
              </a:rPr>
              <a:t>故意去修改一些可能隐藏有信息的地方，或者假装自己是其中的一个囚犯，隐藏进伪造的消息，传递给另一个囚犯。</a:t>
            </a:r>
            <a:endParaRPr lang="en-US" altLang="zh-CN" sz="2400" dirty="0">
              <a:solidFill>
                <a:schemeClr val="tx1"/>
              </a:solidFill>
            </a:endParaRPr>
          </a:p>
          <a:p>
            <a:pPr marL="457200" lvl="1" indent="0" eaLnBrk="1" hangingPunct="1">
              <a:lnSpc>
                <a:spcPct val="90000"/>
              </a:lnSpc>
              <a:buNone/>
            </a:pPr>
            <a:endParaRPr lang="zh-CN" altLang="en-US" sz="2400" dirty="0">
              <a:solidFill>
                <a:schemeClr val="tx1"/>
              </a:solidFill>
              <a:sym typeface="+mn-ea"/>
            </a:endParaRPr>
          </a:p>
        </p:txBody>
      </p:sp>
      <p:sp>
        <p:nvSpPr>
          <p:cNvPr id="6"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639DDAFC-E823-4E5C-8BBF-ABE4CCC80773}"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4" name="页脚占位符 2"/>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pic>
        <p:nvPicPr>
          <p:cNvPr id="27" name="图片 18"/>
          <p:cNvPicPr>
            <a:picLocks noChangeAspect="1"/>
          </p:cNvPicPr>
          <p:nvPr>
            <p:custDataLst>
              <p:tags r:id="rId4"/>
            </p:custDataLst>
          </p:nvPr>
        </p:nvPicPr>
        <p:blipFill>
          <a:blip r:embed="rId5"/>
          <a:stretch>
            <a:fillRect/>
          </a:stretch>
        </p:blipFill>
        <p:spPr>
          <a:xfrm>
            <a:off x="1692910" y="908685"/>
            <a:ext cx="9257665" cy="2588895"/>
          </a:xfrm>
          <a:prstGeom prst="rect">
            <a:avLst/>
          </a:prstGeom>
          <a:noFill/>
          <a:ln>
            <a:noFill/>
          </a:ln>
        </p:spPr>
      </p:pic>
      <p:sp>
        <p:nvSpPr>
          <p:cNvPr id="10" name="标题 9"/>
          <p:cNvSpPr>
            <a:spLocks noGrp="1"/>
          </p:cNvSpPr>
          <p:nvPr>
            <p:ph type="title"/>
            <p:custDataLst>
              <p:tags r:id="rId6"/>
            </p:custDataLst>
          </p:nvPr>
        </p:nvSpPr>
        <p:spPr/>
        <p:txBody>
          <a:bodyPr vert="horz" lIns="91440" tIns="45720" rIns="91440" bIns="45720" rtlCol="0" anchor="ctr">
            <a:normAutofit/>
          </a:bodyPr>
          <a:p>
            <a:pPr lvl="0" algn="l">
              <a:buClrTx/>
              <a:buSzTx/>
              <a:buFontTx/>
            </a:pPr>
            <a:r>
              <a:rPr lang="zh-CN" altLang="en-US" smtClean="0">
                <a:sym typeface="+mn-ea"/>
              </a:rPr>
              <a:t>囚犯问题</a:t>
            </a:r>
            <a:endParaRPr lang="zh-CN" altLang="en-US" smtClean="0">
              <a:sym typeface="+mn-ea"/>
            </a:endParaRPr>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5"/>
          <p:cNvSpPr>
            <a:spLocks noGrp="1"/>
          </p:cNvSpPr>
          <p:nvPr>
            <p:custDataLst>
              <p:tags r:id="rId1"/>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AC73F4F7-F1FB-46D4-9060-9ACC9694633F}"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7" name="Rectangle 2"/>
          <p:cNvSpPr>
            <a:spLocks noGrp="1" noChangeArrowheads="1"/>
          </p:cNvSpPr>
          <p:nvPr>
            <p:custDataLst>
              <p:tags r:id="rId2"/>
            </p:custDataLst>
          </p:nvPr>
        </p:nvSpPr>
        <p:spPr>
          <a:xfrm>
            <a:off x="1826684" y="301625"/>
            <a:ext cx="9751483" cy="1143000"/>
          </a:xfrm>
          <a:prstGeom prst="rect">
            <a:avLst/>
          </a:prstGeom>
          <a:noFill/>
          <a:ln>
            <a:noFill/>
          </a:ln>
        </p:spPr>
        <p:txBody>
          <a:bodyPr vert="horz" wrap="square" lIns="91440" tIns="45720" rIns="91440" bIns="45720" numCol="1" anchor="b" anchorCtr="0" compatLnSpc="1">
            <a:normAutofit/>
          </a:bodyPr>
          <a:lst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9pPr>
          </a:lstStyle>
          <a:p>
            <a:pPr eaLnBrk="1" hangingPunct="1"/>
            <a:r>
              <a:rPr lang="zh-CN" altLang="en-US" dirty="0">
                <a:solidFill>
                  <a:schemeClr val="tx2"/>
                </a:solidFill>
              </a:rPr>
              <a:t>隐写系统</a:t>
            </a:r>
            <a:endParaRPr lang="zh-CN" altLang="en-US" dirty="0">
              <a:solidFill>
                <a:schemeClr val="tx2"/>
              </a:solidFill>
            </a:endParaRPr>
          </a:p>
        </p:txBody>
      </p:sp>
      <p:grpSp>
        <p:nvGrpSpPr>
          <p:cNvPr id="5124" name="Group 4"/>
          <p:cNvGrpSpPr/>
          <p:nvPr/>
        </p:nvGrpSpPr>
        <p:grpSpPr bwMode="auto">
          <a:xfrm>
            <a:off x="2639616" y="2057400"/>
            <a:ext cx="7620000" cy="3886200"/>
            <a:chOff x="1080" y="1128"/>
            <a:chExt cx="9720" cy="3588"/>
          </a:xfrm>
        </p:grpSpPr>
        <p:sp>
          <p:nvSpPr>
            <p:cNvPr id="5125" name="Text Box 5"/>
            <p:cNvSpPr txBox="1">
              <a:spLocks noChangeArrowheads="1"/>
            </p:cNvSpPr>
            <p:nvPr>
              <p:custDataLst>
                <p:tags r:id="rId3"/>
              </p:custDataLst>
            </p:nvPr>
          </p:nvSpPr>
          <p:spPr bwMode="auto">
            <a:xfrm>
              <a:off x="1620" y="1440"/>
              <a:ext cx="1080" cy="780"/>
            </a:xfrm>
            <a:prstGeom prst="rect">
              <a:avLst/>
            </a:prstGeom>
            <a:solidFill>
              <a:srgbClr val="FFFFFF"/>
            </a:solidFill>
            <a:ln w="9525">
              <a:solidFill>
                <a:srgbClr val="000000"/>
              </a:solidFill>
              <a:miter lim="800000"/>
            </a:ln>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zh-CN" altLang="en-US" sz="1600" dirty="0">
                  <a:solidFill>
                    <a:schemeClr val="tx1"/>
                  </a:solidFill>
                  <a:latin typeface="+mn-lt"/>
                  <a:ea typeface="+mn-ea"/>
                </a:rPr>
                <a:t>载体对象源</a:t>
              </a:r>
              <a:endParaRPr kumimoji="0" lang="zh-CN" altLang="en-US" sz="1600" dirty="0">
                <a:solidFill>
                  <a:schemeClr val="tx1"/>
                </a:solidFill>
                <a:latin typeface="+mn-lt"/>
                <a:ea typeface="+mn-ea"/>
              </a:endParaRPr>
            </a:p>
          </p:txBody>
        </p:sp>
        <p:sp>
          <p:nvSpPr>
            <p:cNvPr id="5126" name="Line 6"/>
            <p:cNvSpPr>
              <a:spLocks noChangeShapeType="1"/>
            </p:cNvSpPr>
            <p:nvPr/>
          </p:nvSpPr>
          <p:spPr bwMode="auto">
            <a:xfrm>
              <a:off x="2700" y="1752"/>
              <a:ext cx="162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mn-lt"/>
                <a:ea typeface="+mn-ea"/>
              </a:endParaRPr>
            </a:p>
          </p:txBody>
        </p:sp>
        <p:sp>
          <p:nvSpPr>
            <p:cNvPr id="5127" name="Text Box 7"/>
            <p:cNvSpPr txBox="1">
              <a:spLocks noChangeArrowheads="1"/>
            </p:cNvSpPr>
            <p:nvPr>
              <p:custDataLst>
                <p:tags r:id="rId4"/>
              </p:custDataLst>
            </p:nvPr>
          </p:nvSpPr>
          <p:spPr bwMode="auto">
            <a:xfrm>
              <a:off x="3060" y="1128"/>
              <a:ext cx="14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zh-CN" altLang="en-US" sz="1600" dirty="0">
                  <a:solidFill>
                    <a:schemeClr val="tx1"/>
                  </a:solidFill>
                  <a:latin typeface="+mn-lt"/>
                  <a:ea typeface="+mn-ea"/>
                </a:rPr>
                <a:t>载体对象</a:t>
              </a:r>
              <a:r>
                <a:rPr kumimoji="0" lang="en-US" altLang="zh-CN" sz="1600" dirty="0">
                  <a:solidFill>
                    <a:schemeClr val="tx1"/>
                  </a:solidFill>
                  <a:latin typeface="+mn-lt"/>
                  <a:ea typeface="+mn-ea"/>
                </a:rPr>
                <a:t>c</a:t>
              </a:r>
              <a:endParaRPr kumimoji="0" lang="en-US" altLang="zh-CN" sz="1600" dirty="0">
                <a:solidFill>
                  <a:schemeClr val="tx1"/>
                </a:solidFill>
                <a:latin typeface="+mn-lt"/>
                <a:ea typeface="+mn-ea"/>
              </a:endParaRPr>
            </a:p>
          </p:txBody>
        </p:sp>
        <p:sp>
          <p:nvSpPr>
            <p:cNvPr id="5128" name="Text Box 8"/>
            <p:cNvSpPr txBox="1">
              <a:spLocks noChangeArrowheads="1"/>
            </p:cNvSpPr>
            <p:nvPr>
              <p:custDataLst>
                <p:tags r:id="rId5"/>
              </p:custDataLst>
            </p:nvPr>
          </p:nvSpPr>
          <p:spPr bwMode="auto">
            <a:xfrm>
              <a:off x="3600" y="2220"/>
              <a:ext cx="1440" cy="780"/>
            </a:xfrm>
            <a:prstGeom prst="rect">
              <a:avLst/>
            </a:prstGeom>
            <a:solidFill>
              <a:srgbClr val="FFFFFF"/>
            </a:solidFill>
            <a:ln w="9525">
              <a:solidFill>
                <a:srgbClr val="000000"/>
              </a:solidFill>
              <a:miter lim="800000"/>
            </a:ln>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zh-CN" altLang="en-US" sz="1600" dirty="0">
                  <a:solidFill>
                    <a:schemeClr val="tx1"/>
                  </a:solidFill>
                  <a:latin typeface="+mn-lt"/>
                  <a:ea typeface="+mn-ea"/>
                </a:rPr>
                <a:t>信息嵌入算法</a:t>
              </a:r>
              <a:endParaRPr kumimoji="0" lang="zh-CN" altLang="en-US" sz="1600" dirty="0">
                <a:solidFill>
                  <a:schemeClr val="tx1"/>
                </a:solidFill>
                <a:latin typeface="+mn-lt"/>
                <a:ea typeface="+mn-ea"/>
              </a:endParaRPr>
            </a:p>
          </p:txBody>
        </p:sp>
        <p:sp>
          <p:nvSpPr>
            <p:cNvPr id="5129" name="Line 9"/>
            <p:cNvSpPr>
              <a:spLocks noChangeShapeType="1"/>
            </p:cNvSpPr>
            <p:nvPr/>
          </p:nvSpPr>
          <p:spPr bwMode="auto">
            <a:xfrm>
              <a:off x="4320" y="1752"/>
              <a:ext cx="0" cy="468"/>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mn-ea"/>
              </a:endParaRPr>
            </a:p>
          </p:txBody>
        </p:sp>
        <p:sp>
          <p:nvSpPr>
            <p:cNvPr id="5130" name="Line 10"/>
            <p:cNvSpPr>
              <a:spLocks noChangeShapeType="1"/>
            </p:cNvSpPr>
            <p:nvPr/>
          </p:nvSpPr>
          <p:spPr bwMode="auto">
            <a:xfrm>
              <a:off x="1620" y="2688"/>
              <a:ext cx="198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mn-ea"/>
              </a:endParaRPr>
            </a:p>
          </p:txBody>
        </p:sp>
        <p:sp>
          <p:nvSpPr>
            <p:cNvPr id="5131" name="Text Box 11"/>
            <p:cNvSpPr txBox="1">
              <a:spLocks noChangeArrowheads="1"/>
            </p:cNvSpPr>
            <p:nvPr>
              <p:custDataLst>
                <p:tags r:id="rId6"/>
              </p:custDataLst>
            </p:nvPr>
          </p:nvSpPr>
          <p:spPr bwMode="auto">
            <a:xfrm>
              <a:off x="1260" y="2847"/>
              <a:ext cx="16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zh-CN" altLang="en-US" sz="1600">
                  <a:solidFill>
                    <a:schemeClr val="tx1"/>
                  </a:solidFill>
                  <a:latin typeface="+mn-lt"/>
                  <a:ea typeface="+mn-ea"/>
                </a:rPr>
                <a:t>秘密消息</a:t>
              </a:r>
              <a:r>
                <a:rPr kumimoji="0" lang="en-US" altLang="zh-CN" sz="1600">
                  <a:solidFill>
                    <a:schemeClr val="tx1"/>
                  </a:solidFill>
                  <a:latin typeface="+mn-lt"/>
                  <a:ea typeface="+mn-ea"/>
                </a:rPr>
                <a:t>m</a:t>
              </a:r>
              <a:endParaRPr kumimoji="0" lang="en-US" altLang="zh-CN" sz="1600">
                <a:solidFill>
                  <a:schemeClr val="tx1"/>
                </a:solidFill>
                <a:latin typeface="+mn-lt"/>
                <a:ea typeface="+mn-ea"/>
              </a:endParaRPr>
            </a:p>
          </p:txBody>
        </p:sp>
        <p:sp>
          <p:nvSpPr>
            <p:cNvPr id="5132" name="Line 12"/>
            <p:cNvSpPr>
              <a:spLocks noChangeShapeType="1"/>
            </p:cNvSpPr>
            <p:nvPr/>
          </p:nvSpPr>
          <p:spPr bwMode="auto">
            <a:xfrm>
              <a:off x="5040" y="2688"/>
              <a:ext cx="2340"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mn-ea"/>
              </a:endParaRPr>
            </a:p>
          </p:txBody>
        </p:sp>
        <p:sp>
          <p:nvSpPr>
            <p:cNvPr id="5133" name="Text Box 13"/>
            <p:cNvSpPr txBox="1">
              <a:spLocks noChangeArrowheads="1"/>
            </p:cNvSpPr>
            <p:nvPr>
              <p:custDataLst>
                <p:tags r:id="rId7"/>
              </p:custDataLst>
            </p:nvPr>
          </p:nvSpPr>
          <p:spPr bwMode="auto">
            <a:xfrm>
              <a:off x="4680" y="1908"/>
              <a:ext cx="14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zh-CN" altLang="en-US" sz="1400" dirty="0">
                  <a:solidFill>
                    <a:schemeClr val="tx1"/>
                  </a:solidFill>
                  <a:latin typeface="+mn-lt"/>
                  <a:ea typeface="+mn-ea"/>
                </a:rPr>
                <a:t>隐写对象</a:t>
              </a:r>
              <a:r>
                <a:rPr kumimoji="0" lang="en-US" altLang="zh-CN" sz="1400" dirty="0">
                  <a:solidFill>
                    <a:schemeClr val="tx1"/>
                  </a:solidFill>
                  <a:latin typeface="+mn-lt"/>
                  <a:ea typeface="+mn-ea"/>
                </a:rPr>
                <a:t>s</a:t>
              </a:r>
              <a:endParaRPr kumimoji="0" lang="en-US" altLang="zh-CN" sz="1400" dirty="0">
                <a:solidFill>
                  <a:schemeClr val="tx1"/>
                </a:solidFill>
                <a:latin typeface="+mn-lt"/>
                <a:ea typeface="+mn-ea"/>
              </a:endParaRPr>
            </a:p>
          </p:txBody>
        </p:sp>
        <p:sp>
          <p:nvSpPr>
            <p:cNvPr id="5134" name="Line 14"/>
            <p:cNvSpPr>
              <a:spLocks noChangeShapeType="1"/>
            </p:cNvSpPr>
            <p:nvPr/>
          </p:nvSpPr>
          <p:spPr bwMode="auto">
            <a:xfrm flipV="1">
              <a:off x="4140" y="3000"/>
              <a:ext cx="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mn-ea"/>
              </a:endParaRPr>
            </a:p>
          </p:txBody>
        </p:sp>
        <p:sp>
          <p:nvSpPr>
            <p:cNvPr id="5135" name="Text Box 15"/>
            <p:cNvSpPr txBox="1">
              <a:spLocks noChangeArrowheads="1"/>
            </p:cNvSpPr>
            <p:nvPr>
              <p:custDataLst>
                <p:tags r:id="rId8"/>
              </p:custDataLst>
            </p:nvPr>
          </p:nvSpPr>
          <p:spPr bwMode="auto">
            <a:xfrm>
              <a:off x="2090" y="3780"/>
              <a:ext cx="169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zh-CN" altLang="en-US" sz="1600" dirty="0">
                  <a:solidFill>
                    <a:schemeClr val="tx1"/>
                  </a:solidFill>
                  <a:latin typeface="+mn-lt"/>
                  <a:ea typeface="+mn-ea"/>
                </a:rPr>
                <a:t>隐写密钥</a:t>
              </a:r>
              <a:r>
                <a:rPr kumimoji="0" lang="en-US" altLang="zh-CN" sz="1600" dirty="0">
                  <a:solidFill>
                    <a:schemeClr val="tx1"/>
                  </a:solidFill>
                  <a:latin typeface="+mn-lt"/>
                  <a:ea typeface="+mn-ea"/>
                </a:rPr>
                <a:t>k</a:t>
              </a:r>
              <a:endParaRPr kumimoji="0" lang="en-US" altLang="zh-CN" sz="1600" dirty="0">
                <a:solidFill>
                  <a:schemeClr val="tx1"/>
                </a:solidFill>
                <a:latin typeface="+mn-lt"/>
                <a:ea typeface="+mn-ea"/>
              </a:endParaRPr>
            </a:p>
          </p:txBody>
        </p:sp>
        <p:sp>
          <p:nvSpPr>
            <p:cNvPr id="5136" name="Text Box 16"/>
            <p:cNvSpPr txBox="1">
              <a:spLocks noChangeArrowheads="1"/>
            </p:cNvSpPr>
            <p:nvPr>
              <p:custDataLst>
                <p:tags r:id="rId9"/>
              </p:custDataLst>
            </p:nvPr>
          </p:nvSpPr>
          <p:spPr bwMode="auto">
            <a:xfrm>
              <a:off x="7380" y="2220"/>
              <a:ext cx="1440" cy="780"/>
            </a:xfrm>
            <a:prstGeom prst="rect">
              <a:avLst/>
            </a:prstGeom>
            <a:solidFill>
              <a:srgbClr val="FFFFFF"/>
            </a:solidFill>
            <a:ln w="9525">
              <a:solidFill>
                <a:srgbClr val="000000"/>
              </a:solidFill>
              <a:miter lim="800000"/>
            </a:ln>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zh-CN" altLang="en-US" sz="1600">
                  <a:solidFill>
                    <a:schemeClr val="tx1"/>
                  </a:solidFill>
                  <a:latin typeface="+mn-lt"/>
                  <a:ea typeface="+mn-ea"/>
                </a:rPr>
                <a:t>信息提取算法</a:t>
              </a:r>
              <a:endParaRPr kumimoji="0" lang="zh-CN" altLang="en-US" sz="1600">
                <a:solidFill>
                  <a:schemeClr val="tx1"/>
                </a:solidFill>
                <a:latin typeface="+mn-lt"/>
                <a:ea typeface="+mn-ea"/>
              </a:endParaRPr>
            </a:p>
          </p:txBody>
        </p:sp>
        <p:sp>
          <p:nvSpPr>
            <p:cNvPr id="5137" name="Line 17"/>
            <p:cNvSpPr>
              <a:spLocks noChangeShapeType="1"/>
            </p:cNvSpPr>
            <p:nvPr/>
          </p:nvSpPr>
          <p:spPr bwMode="auto">
            <a:xfrm flipV="1">
              <a:off x="8100" y="3000"/>
              <a:ext cx="0" cy="936"/>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mn-ea"/>
              </a:endParaRPr>
            </a:p>
          </p:txBody>
        </p:sp>
        <p:sp>
          <p:nvSpPr>
            <p:cNvPr id="5138" name="Line 18"/>
            <p:cNvSpPr>
              <a:spLocks noChangeShapeType="1"/>
            </p:cNvSpPr>
            <p:nvPr/>
          </p:nvSpPr>
          <p:spPr bwMode="auto">
            <a:xfrm>
              <a:off x="3600" y="3936"/>
              <a:ext cx="4500" cy="0"/>
            </a:xfrm>
            <a:prstGeom prst="line">
              <a:avLst/>
            </a:prstGeom>
            <a:noFill/>
            <a:ln w="9525">
              <a:solidFill>
                <a:srgbClr val="000000"/>
              </a:solidFill>
              <a:round/>
            </a:ln>
            <a:extLst>
              <a:ext uri="{909E8E84-426E-40DD-AFC4-6F175D3DCCD1}">
                <a14:hiddenFill xmlns:a14="http://schemas.microsoft.com/office/drawing/2010/main">
                  <a:noFill/>
                </a14:hiddenFill>
              </a:ext>
            </a:extLst>
          </p:spPr>
          <p:txBody>
            <a:bodyPr/>
            <a:lstStyle/>
            <a:p>
              <a:endParaRPr lang="zh-CN" altLang="en-US">
                <a:latin typeface="+mn-lt"/>
                <a:ea typeface="+mn-ea"/>
              </a:endParaRPr>
            </a:p>
          </p:txBody>
        </p:sp>
        <p:sp>
          <p:nvSpPr>
            <p:cNvPr id="5139" name="Line 19"/>
            <p:cNvSpPr>
              <a:spLocks noChangeShapeType="1"/>
            </p:cNvSpPr>
            <p:nvPr/>
          </p:nvSpPr>
          <p:spPr bwMode="auto">
            <a:xfrm>
              <a:off x="8820" y="2688"/>
              <a:ext cx="1440" cy="3"/>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a:latin typeface="+mn-lt"/>
                <a:ea typeface="+mn-ea"/>
              </a:endParaRPr>
            </a:p>
          </p:txBody>
        </p:sp>
        <p:sp>
          <p:nvSpPr>
            <p:cNvPr id="5140" name="Text Box 20"/>
            <p:cNvSpPr txBox="1">
              <a:spLocks noChangeArrowheads="1"/>
            </p:cNvSpPr>
            <p:nvPr>
              <p:custDataLst>
                <p:tags r:id="rId10"/>
              </p:custDataLst>
            </p:nvPr>
          </p:nvSpPr>
          <p:spPr bwMode="auto">
            <a:xfrm>
              <a:off x="9180" y="2844"/>
              <a:ext cx="162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zh-CN" altLang="en-US" sz="1600">
                  <a:solidFill>
                    <a:schemeClr val="tx1"/>
                  </a:solidFill>
                  <a:latin typeface="+mn-lt"/>
                  <a:ea typeface="+mn-ea"/>
                </a:rPr>
                <a:t>秘密消息</a:t>
              </a:r>
              <a:r>
                <a:rPr kumimoji="0" lang="en-US" altLang="zh-CN" sz="1600">
                  <a:solidFill>
                    <a:schemeClr val="tx1"/>
                  </a:solidFill>
                  <a:latin typeface="+mn-lt"/>
                  <a:ea typeface="+mn-ea"/>
                </a:rPr>
                <a:t>m</a:t>
              </a:r>
              <a:endParaRPr kumimoji="0" lang="en-US" altLang="zh-CN" sz="1600">
                <a:solidFill>
                  <a:schemeClr val="tx1"/>
                </a:solidFill>
                <a:latin typeface="+mn-lt"/>
                <a:ea typeface="+mn-ea"/>
              </a:endParaRPr>
            </a:p>
          </p:txBody>
        </p:sp>
        <p:sp>
          <p:nvSpPr>
            <p:cNvPr id="5141" name="Text Box 21"/>
            <p:cNvSpPr txBox="1">
              <a:spLocks noChangeArrowheads="1"/>
            </p:cNvSpPr>
            <p:nvPr>
              <p:custDataLst>
                <p:tags r:id="rId11"/>
              </p:custDataLst>
            </p:nvPr>
          </p:nvSpPr>
          <p:spPr bwMode="auto">
            <a:xfrm>
              <a:off x="4140" y="4248"/>
              <a:ext cx="32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zh-CN" altLang="en-US" sz="1400" dirty="0">
                  <a:solidFill>
                    <a:schemeClr val="tx1"/>
                  </a:solidFill>
                  <a:latin typeface="+mn-lt"/>
                  <a:ea typeface="+mn-ea"/>
                </a:rPr>
                <a:t>隐写系统</a:t>
              </a:r>
              <a:endParaRPr kumimoji="0" lang="zh-CN" altLang="en-US" sz="1400" dirty="0">
                <a:solidFill>
                  <a:schemeClr val="tx1"/>
                </a:solidFill>
                <a:latin typeface="+mn-lt"/>
                <a:ea typeface="+mn-ea"/>
              </a:endParaRPr>
            </a:p>
          </p:txBody>
        </p:sp>
        <p:sp>
          <p:nvSpPr>
            <p:cNvPr id="5142" name="Text Box 22"/>
            <p:cNvSpPr txBox="1">
              <a:spLocks noChangeArrowheads="1"/>
            </p:cNvSpPr>
            <p:nvPr>
              <p:custDataLst>
                <p:tags r:id="rId12"/>
              </p:custDataLst>
            </p:nvPr>
          </p:nvSpPr>
          <p:spPr bwMode="auto">
            <a:xfrm>
              <a:off x="5580" y="2376"/>
              <a:ext cx="1440" cy="468"/>
            </a:xfrm>
            <a:prstGeom prst="rect">
              <a:avLst/>
            </a:prstGeom>
            <a:solidFill>
              <a:srgbClr val="FFFFFF"/>
            </a:solidFill>
            <a:ln w="9525">
              <a:solidFill>
                <a:srgbClr val="000000"/>
              </a:solidFill>
              <a:miter lim="800000"/>
            </a:ln>
          </p:spPr>
          <p:txBody>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zh-CN" altLang="en-US" sz="1600">
                  <a:solidFill>
                    <a:schemeClr val="tx1"/>
                  </a:solidFill>
                  <a:latin typeface="+mn-lt"/>
                  <a:ea typeface="+mn-ea"/>
                </a:rPr>
                <a:t>不安全信道</a:t>
              </a:r>
              <a:endParaRPr kumimoji="0" lang="zh-CN" altLang="en-US" sz="1600">
                <a:solidFill>
                  <a:schemeClr val="tx1"/>
                </a:solidFill>
                <a:latin typeface="+mn-lt"/>
                <a:ea typeface="+mn-ea"/>
              </a:endParaRPr>
            </a:p>
          </p:txBody>
        </p:sp>
        <p:sp>
          <p:nvSpPr>
            <p:cNvPr id="5143" name="Text Box 23"/>
            <p:cNvSpPr txBox="1">
              <a:spLocks noChangeArrowheads="1"/>
            </p:cNvSpPr>
            <p:nvPr>
              <p:custDataLst>
                <p:tags r:id="rId13"/>
              </p:custDataLst>
            </p:nvPr>
          </p:nvSpPr>
          <p:spPr bwMode="auto">
            <a:xfrm>
              <a:off x="1080" y="237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en-US" altLang="zh-CN" sz="1600">
                  <a:solidFill>
                    <a:schemeClr val="tx1"/>
                  </a:solidFill>
                  <a:latin typeface="+mn-lt"/>
                  <a:ea typeface="+mn-ea"/>
                </a:rPr>
                <a:t>A</a:t>
              </a:r>
              <a:endParaRPr kumimoji="0" lang="en-US" altLang="zh-CN" sz="1600">
                <a:solidFill>
                  <a:schemeClr val="tx1"/>
                </a:solidFill>
                <a:latin typeface="+mn-lt"/>
                <a:ea typeface="+mn-ea"/>
              </a:endParaRPr>
            </a:p>
          </p:txBody>
        </p:sp>
        <p:sp>
          <p:nvSpPr>
            <p:cNvPr id="5144" name="Text Box 24"/>
            <p:cNvSpPr txBox="1">
              <a:spLocks noChangeArrowheads="1"/>
            </p:cNvSpPr>
            <p:nvPr>
              <p:custDataLst>
                <p:tags r:id="rId14"/>
              </p:custDataLst>
            </p:nvPr>
          </p:nvSpPr>
          <p:spPr bwMode="auto">
            <a:xfrm>
              <a:off x="10260" y="2376"/>
              <a:ext cx="54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kumimoji="0" lang="zh-CN" altLang="en-US" sz="1600">
                  <a:solidFill>
                    <a:schemeClr val="tx1"/>
                  </a:solidFill>
                  <a:latin typeface="+mn-lt"/>
                  <a:ea typeface="+mn-ea"/>
                </a:rPr>
                <a:t>Ｂ</a:t>
              </a:r>
              <a:endParaRPr kumimoji="0" lang="zh-CN" altLang="en-US" sz="1600">
                <a:solidFill>
                  <a:schemeClr val="tx1"/>
                </a:solidFill>
                <a:latin typeface="+mn-lt"/>
                <a:ea typeface="+mn-ea"/>
              </a:endParaRPr>
            </a:p>
          </p:txBody>
        </p:sp>
      </p:grpSp>
      <p:sp>
        <p:nvSpPr>
          <p:cNvPr id="4" name="页脚占位符 2"/>
          <p:cNvSpPr>
            <a:spLocks noGrp="1"/>
          </p:cNvSpPr>
          <p:nvPr>
            <p:custDataLst>
              <p:tags r:id="rId15"/>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Tree>
    <p:custDataLst>
      <p:tags r:id="rId16"/>
    </p:custData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custDataLst>
              <p:tags r:id="rId1"/>
            </p:custDataLst>
          </p:nvPr>
        </p:nvSpPr>
        <p:spPr>
          <a:xfrm>
            <a:off x="1980565" y="1827530"/>
            <a:ext cx="8494395"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en-US" altLang="zh-CN" sz="2800" dirty="0">
                <a:solidFill>
                  <a:schemeClr val="tx1"/>
                </a:solidFill>
              </a:rPr>
              <a:t>Alice</a:t>
            </a:r>
            <a:r>
              <a:rPr lang="zh-CN" altLang="en-US" sz="2800" dirty="0">
                <a:solidFill>
                  <a:schemeClr val="tx1"/>
                </a:solidFill>
              </a:rPr>
              <a:t>打算秘密传递一些信息</a:t>
            </a:r>
            <a:r>
              <a:rPr lang="en-US" altLang="zh-CN" sz="2800" dirty="0">
                <a:solidFill>
                  <a:schemeClr val="tx1"/>
                </a:solidFill>
              </a:rPr>
              <a:t>M(Message</a:t>
            </a:r>
            <a:r>
              <a:rPr lang="zh-CN" altLang="en-US" sz="2800" dirty="0">
                <a:solidFill>
                  <a:schemeClr val="tx1"/>
                </a:solidFill>
              </a:rPr>
              <a:t>）给</a:t>
            </a:r>
            <a:r>
              <a:rPr lang="en-US" altLang="zh-CN" sz="2800" dirty="0">
                <a:solidFill>
                  <a:schemeClr val="tx1"/>
                </a:solidFill>
              </a:rPr>
              <a:t>Bob，Alice</a:t>
            </a:r>
            <a:r>
              <a:rPr lang="zh-CN" altLang="en-US" sz="2800" dirty="0">
                <a:solidFill>
                  <a:schemeClr val="tx1"/>
                </a:solidFill>
              </a:rPr>
              <a:t>需要从一个载体对象源中随机地选取一个无关紧要的载体对象</a:t>
            </a:r>
            <a:r>
              <a:rPr lang="en-US" altLang="zh-CN" sz="2800" dirty="0">
                <a:solidFill>
                  <a:schemeClr val="tx1"/>
                </a:solidFill>
              </a:rPr>
              <a:t>c</a:t>
            </a:r>
            <a:r>
              <a:rPr lang="zh-CN" altLang="en-US" sz="2800" dirty="0">
                <a:solidFill>
                  <a:schemeClr val="tx1"/>
                </a:solidFill>
              </a:rPr>
              <a:t>。当这个对象公开传递时，不会引起怀疑，称这个对象</a:t>
            </a:r>
            <a:r>
              <a:rPr lang="en-US" altLang="zh-CN" sz="2800" dirty="0">
                <a:solidFill>
                  <a:schemeClr val="tx1"/>
                </a:solidFill>
              </a:rPr>
              <a:t>c</a:t>
            </a:r>
            <a:r>
              <a:rPr lang="zh-CN" altLang="en-US" sz="2800" dirty="0">
                <a:solidFill>
                  <a:schemeClr val="tx1"/>
                </a:solidFill>
              </a:rPr>
              <a:t>为</a:t>
            </a:r>
            <a:r>
              <a:rPr lang="zh-CN" altLang="en-US" sz="2800" b="1" dirty="0">
                <a:solidFill>
                  <a:schemeClr val="tx1"/>
                </a:solidFill>
              </a:rPr>
              <a:t>原始载体</a:t>
            </a:r>
            <a:r>
              <a:rPr lang="zh-CN" altLang="en-US" sz="2800" dirty="0">
                <a:solidFill>
                  <a:schemeClr val="tx1"/>
                </a:solidFill>
              </a:rPr>
              <a:t> </a:t>
            </a:r>
            <a:r>
              <a:rPr lang="en-US" altLang="zh-CN" sz="2800" dirty="0">
                <a:solidFill>
                  <a:schemeClr val="tx1"/>
                </a:solidFill>
              </a:rPr>
              <a:t>(carrier)</a:t>
            </a:r>
            <a:r>
              <a:rPr lang="zh-CN" altLang="en-US" sz="2800" dirty="0">
                <a:solidFill>
                  <a:schemeClr val="tx1"/>
                </a:solidFill>
              </a:rPr>
              <a:t>。</a:t>
            </a:r>
            <a:endParaRPr lang="zh-CN" altLang="en-US" sz="2800" dirty="0">
              <a:solidFill>
                <a:schemeClr val="tx1"/>
              </a:solidFill>
            </a:endParaRPr>
          </a:p>
          <a:p>
            <a:pPr eaLnBrk="1" hangingPunct="1"/>
            <a:r>
              <a:rPr lang="zh-CN" altLang="en-US" sz="2800" dirty="0">
                <a:solidFill>
                  <a:schemeClr val="tx1"/>
                </a:solidFill>
              </a:rPr>
              <a:t>把需要秘密传递的消息</a:t>
            </a:r>
            <a:r>
              <a:rPr lang="en-US" altLang="zh-CN" sz="2800" dirty="0">
                <a:solidFill>
                  <a:schemeClr val="tx1"/>
                </a:solidFill>
              </a:rPr>
              <a:t>m</a:t>
            </a:r>
            <a:r>
              <a:rPr lang="zh-CN" altLang="en-US" sz="2800" dirty="0">
                <a:solidFill>
                  <a:schemeClr val="tx1"/>
                </a:solidFill>
              </a:rPr>
              <a:t>嵌入到载体对象</a:t>
            </a:r>
            <a:r>
              <a:rPr lang="en-US" altLang="zh-CN" sz="2800" dirty="0">
                <a:solidFill>
                  <a:schemeClr val="tx1"/>
                </a:solidFill>
              </a:rPr>
              <a:t>c</a:t>
            </a:r>
            <a:r>
              <a:rPr lang="zh-CN" altLang="en-US" sz="2800" dirty="0">
                <a:solidFill>
                  <a:schemeClr val="tx1"/>
                </a:solidFill>
              </a:rPr>
              <a:t>后，载体对象</a:t>
            </a:r>
            <a:r>
              <a:rPr lang="en-US" altLang="zh-CN" sz="2800" dirty="0">
                <a:solidFill>
                  <a:schemeClr val="tx1"/>
                </a:solidFill>
              </a:rPr>
              <a:t>c</a:t>
            </a:r>
            <a:r>
              <a:rPr lang="zh-CN" altLang="en-US" sz="2800" dirty="0">
                <a:solidFill>
                  <a:schemeClr val="tx1"/>
                </a:solidFill>
              </a:rPr>
              <a:t>就变为</a:t>
            </a:r>
            <a:r>
              <a:rPr lang="zh-CN" altLang="en-US" sz="2800" b="1" dirty="0">
                <a:solidFill>
                  <a:schemeClr val="tx1"/>
                </a:solidFill>
              </a:rPr>
              <a:t>携秘载体</a:t>
            </a:r>
            <a:r>
              <a:rPr lang="en-US" altLang="zh-CN" sz="2800" dirty="0">
                <a:solidFill>
                  <a:schemeClr val="tx1"/>
                </a:solidFill>
              </a:rPr>
              <a:t>s (stego)</a:t>
            </a:r>
            <a:r>
              <a:rPr lang="zh-CN" altLang="en-US" sz="2800" dirty="0">
                <a:solidFill>
                  <a:schemeClr val="tx1"/>
                </a:solidFill>
              </a:rPr>
              <a:t>。</a:t>
            </a:r>
            <a:endParaRPr lang="en-US" altLang="zh-CN" sz="2800" dirty="0">
              <a:solidFill>
                <a:schemeClr val="tx1"/>
              </a:solidFill>
            </a:endParaRPr>
          </a:p>
          <a:p>
            <a:pPr eaLnBrk="1" hangingPunct="1"/>
            <a:r>
              <a:rPr lang="zh-CN" altLang="en-US" sz="2800" dirty="0">
                <a:solidFill>
                  <a:schemeClr val="tx1"/>
                </a:solidFill>
              </a:rPr>
              <a:t>把秘密消息的嵌入载体对象的过程需要密钥，此密钥称为</a:t>
            </a:r>
            <a:r>
              <a:rPr lang="zh-CN" altLang="en-US" sz="2800" b="1" dirty="0">
                <a:solidFill>
                  <a:schemeClr val="tx1"/>
                </a:solidFill>
              </a:rPr>
              <a:t>隐写密钥</a:t>
            </a:r>
            <a:r>
              <a:rPr lang="en-US" altLang="zh-CN" sz="2800" b="1" dirty="0">
                <a:solidFill>
                  <a:schemeClr val="tx1"/>
                </a:solidFill>
              </a:rPr>
              <a:t>k(stego key)</a:t>
            </a:r>
            <a:r>
              <a:rPr lang="zh-CN" altLang="en-US" sz="2800" dirty="0">
                <a:solidFill>
                  <a:schemeClr val="tx1"/>
                </a:solidFill>
              </a:rPr>
              <a:t> 。</a:t>
            </a:r>
            <a:endParaRPr lang="zh-CN" altLang="en-US" sz="2800" dirty="0">
              <a:solidFill>
                <a:schemeClr val="tx1"/>
              </a:solidFill>
            </a:endParaRPr>
          </a:p>
        </p:txBody>
      </p:sp>
      <p:sp>
        <p:nvSpPr>
          <p:cNvPr id="6"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E925D55D-B9BE-4BAB-8F5A-16A60A41C5FD}"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4" name="页脚占位符 2"/>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0" name="标题 9"/>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隐写系统——术语</a:t>
            </a:r>
            <a:endParaRPr lang="zh-CN" altLang="en-US" smtClean="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图像的数字化表示</a:t>
            </a:r>
            <a:endParaRPr lang="zh-CN" altLang="en-US" dirty="0">
              <a:solidFill>
                <a:schemeClr val="tx1"/>
              </a:solidFill>
            </a:endParaRPr>
          </a:p>
        </p:txBody>
      </p:sp>
      <p:sp>
        <p:nvSpPr>
          <p:cNvPr id="16" name="灯片编号占位符 3"/>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A4EF384-3CBD-4607-BDAC-1C896A6B12A4}" type="slidenum">
              <a:rPr lang="zh-CN" altLang="en-US" smtClean="0">
                <a:solidFill>
                  <a:schemeClr val="tx1"/>
                </a:solidFill>
              </a:rPr>
            </a:fld>
            <a:endParaRPr lang="zh-CN" altLang="en-US" smtClean="0">
              <a:solidFill>
                <a:schemeClr val="tx1"/>
              </a:solidFill>
            </a:endParaRPr>
          </a:p>
        </p:txBody>
      </p:sp>
      <p:pic>
        <p:nvPicPr>
          <p:cNvPr id="5" name="Picture 2"/>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1673324" y="2852936"/>
            <a:ext cx="4566692" cy="4039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直接箭头连接符 6"/>
          <p:cNvCxnSpPr/>
          <p:nvPr/>
        </p:nvCxnSpPr>
        <p:spPr bwMode="auto">
          <a:xfrm>
            <a:off x="1524000" y="2924944"/>
            <a:ext cx="5004048" cy="0"/>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p:cNvCxnSpPr/>
          <p:nvPr/>
        </p:nvCxnSpPr>
        <p:spPr bwMode="auto">
          <a:xfrm>
            <a:off x="1847528" y="2564904"/>
            <a:ext cx="0" cy="4176464"/>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11" name="矩形 10"/>
              <p:cNvSpPr/>
              <p:nvPr>
                <p:custDataLst>
                  <p:tags r:id="rId5"/>
                </p:custDataLst>
              </p:nvPr>
            </p:nvSpPr>
            <p:spPr>
              <a:xfrm>
                <a:off x="5642350" y="2463279"/>
                <a:ext cx="346075"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ea typeface="+mn-ea"/>
                          <a:cs typeface="Cambria Math" panose="02040503050406030204" pitchFamily="18" charset="0"/>
                        </a:rPr>
                        <m:t>𝑥</m:t>
                      </m:r>
                    </m:oMath>
                  </m:oMathPara>
                </a14:m>
                <a:endParaRPr lang="en-US" altLang="zh-CN" i="1" dirty="0">
                  <a:solidFill>
                    <a:schemeClr val="tx1"/>
                  </a:solidFill>
                  <a:latin typeface="+mn-lt"/>
                  <a:ea typeface="+mn-ea"/>
                  <a:cs typeface="Cambria Math" panose="02040503050406030204" pitchFamily="18" charset="0"/>
                </a:endParaRPr>
              </a:p>
            </p:txBody>
          </p:sp>
        </mc:Choice>
        <mc:Fallback>
          <p:sp>
            <p:nvSpPr>
              <p:cNvPr id="11" name="矩形 10"/>
              <p:cNvSpPr>
                <a:spLocks noRot="1" noChangeAspect="1" noMove="1" noResize="1" noEditPoints="1" noAdjustHandles="1" noChangeArrowheads="1" noChangeShapeType="1" noTextEdit="1"/>
              </p:cNvSpPr>
              <p:nvPr>
                <p:custDataLst>
                  <p:tags r:id="rId6"/>
                </p:custDataLst>
              </p:nvPr>
            </p:nvSpPr>
            <p:spPr>
              <a:xfrm>
                <a:off x="5642350" y="2463279"/>
                <a:ext cx="346075" cy="460375"/>
              </a:xfrm>
              <a:prstGeom prst="rect">
                <a:avLst/>
              </a:prstGeom>
              <a:blipFill rotWithShape="1">
                <a:blip r:embed="rId7"/>
                <a:stretch>
                  <a:fillRect l="-108" t="-25" r="108" b="25"/>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p:cNvSpPr/>
              <p:nvPr>
                <p:custDataLst>
                  <p:tags r:id="rId8"/>
                </p:custDataLst>
              </p:nvPr>
            </p:nvSpPr>
            <p:spPr>
              <a:xfrm>
                <a:off x="1476789" y="6021288"/>
                <a:ext cx="354965"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ea typeface="+mn-ea"/>
                          <a:cs typeface="Cambria Math" panose="02040503050406030204" pitchFamily="18" charset="0"/>
                        </a:rPr>
                        <m:t>𝑦</m:t>
                      </m:r>
                    </m:oMath>
                  </m:oMathPara>
                </a14:m>
                <a:endParaRPr lang="en-US" altLang="zh-CN" b="0" i="1" dirty="0" smtClean="0">
                  <a:solidFill>
                    <a:schemeClr val="tx1"/>
                  </a:solidFill>
                  <a:latin typeface="+mn-lt"/>
                  <a:ea typeface="+mn-ea"/>
                  <a:cs typeface="Cambria Math" panose="02040503050406030204" pitchFamily="18" charset="0"/>
                </a:endParaRPr>
              </a:p>
            </p:txBody>
          </p:sp>
        </mc:Choice>
        <mc:Fallback>
          <p:sp>
            <p:nvSpPr>
              <p:cNvPr id="12" name="矩形 11"/>
              <p:cNvSpPr>
                <a:spLocks noRot="1" noChangeAspect="1" noMove="1" noResize="1" noEditPoints="1" noAdjustHandles="1" noChangeArrowheads="1" noChangeShapeType="1" noTextEdit="1"/>
              </p:cNvSpPr>
              <p:nvPr>
                <p:custDataLst>
                  <p:tags r:id="rId9"/>
                </p:custDataLst>
              </p:nvPr>
            </p:nvSpPr>
            <p:spPr>
              <a:xfrm>
                <a:off x="1476789" y="6021288"/>
                <a:ext cx="354965" cy="460375"/>
              </a:xfrm>
              <a:prstGeom prst="rect">
                <a:avLst/>
              </a:prstGeom>
              <a:blipFill rotWithShape="1">
                <a:blip r:embed="rId10"/>
                <a:stretch>
                  <a:fillRect l="-117" t="-47" r="117" b="47"/>
                </a:stretch>
              </a:blipFill>
            </p:spPr>
            <p:txBody>
              <a:bodyPr/>
              <a:lstStyle/>
              <a:p>
                <a:r>
                  <a:rPr lang="zh-CN" altLang="en-US">
                    <a:noFill/>
                  </a:rPr>
                  <a:t> </a:t>
                </a:r>
              </a:p>
            </p:txBody>
          </p:sp>
        </mc:Fallback>
      </mc:AlternateContent>
      <p:sp>
        <p:nvSpPr>
          <p:cNvPr id="13" name="椭圆 12"/>
          <p:cNvSpPr/>
          <p:nvPr/>
        </p:nvSpPr>
        <p:spPr bwMode="auto">
          <a:xfrm>
            <a:off x="5087888" y="2852936"/>
            <a:ext cx="781287" cy="576064"/>
          </a:xfrm>
          <a:prstGeom prst="ellipse">
            <a:avLst/>
          </a:prstGeom>
          <a:noFill/>
          <a:ln w="38100" cap="flat" cmpd="sng" algn="ctr">
            <a:solidFill>
              <a:srgbClr val="FF33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mn-lt"/>
              <a:ea typeface="+mn-ea"/>
            </a:endParaRPr>
          </a:p>
        </p:txBody>
      </p:sp>
      <p:cxnSp>
        <p:nvCxnSpPr>
          <p:cNvPr id="15" name="直接箭头连接符 14"/>
          <p:cNvCxnSpPr>
            <a:stCxn id="13" idx="6"/>
            <a:endCxn id="17" idx="1"/>
          </p:cNvCxnSpPr>
          <p:nvPr/>
        </p:nvCxnSpPr>
        <p:spPr bwMode="auto">
          <a:xfrm>
            <a:off x="5868540" y="3141603"/>
            <a:ext cx="1019175" cy="1731645"/>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7" name="表格 16"/>
          <p:cNvGraphicFramePr>
            <a:graphicFrameLocks noGrp="1"/>
          </p:cNvGraphicFramePr>
          <p:nvPr>
            <p:custDataLst>
              <p:tags r:id="rId11"/>
            </p:custDataLst>
          </p:nvPr>
        </p:nvGraphicFramePr>
        <p:xfrm>
          <a:off x="6888088" y="3352762"/>
          <a:ext cx="3192780" cy="3040380"/>
        </p:xfrm>
        <a:graphic>
          <a:graphicData uri="http://schemas.openxmlformats.org/drawingml/2006/table">
            <a:tbl>
              <a:tblPr>
                <a:tableStyleId>{5C22544A-7EE6-4342-B048-85BDC9FD1C3A}</a:tableStyleId>
              </a:tblPr>
              <a:tblGrid>
                <a:gridCol w="1064260"/>
                <a:gridCol w="1064260"/>
                <a:gridCol w="1064260"/>
              </a:tblGrid>
              <a:tr h="1013460">
                <a:tc>
                  <a:txBody>
                    <a:bodyPr/>
                    <a:lstStyle/>
                    <a:p>
                      <a:pPr algn="ctr"/>
                      <a:r>
                        <a:rPr lang="en-US" altLang="zh-CN" dirty="0"/>
                        <a:t>120</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119</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118</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013460">
                <a:tc>
                  <a:txBody>
                    <a:bodyPr/>
                    <a:lstStyle/>
                    <a:p>
                      <a:pPr algn="ctr"/>
                      <a:r>
                        <a:rPr lang="en-US" altLang="zh-CN" dirty="0"/>
                        <a:t>121</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121</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123</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1013460">
                <a:tc>
                  <a:txBody>
                    <a:bodyPr/>
                    <a:lstStyle/>
                    <a:p>
                      <a:pPr algn="ctr"/>
                      <a:r>
                        <a:rPr lang="en-US" altLang="zh-CN" dirty="0"/>
                        <a:t>119</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120</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dirty="0"/>
                        <a:t>118</a:t>
                      </a:r>
                      <a:endParaRPr lang="zh-CN"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
        <p:nvSpPr>
          <p:cNvPr id="21" name="标题 20"/>
          <p:cNvSpPr>
            <a:spLocks noGrp="1"/>
          </p:cNvSpPr>
          <p:nvPr>
            <p:ph type="title"/>
            <p:custDataLst>
              <p:tags r:id="rId12"/>
            </p:custDataLst>
          </p:nvPr>
        </p:nvSpPr>
        <p:spPr/>
        <p:txBody>
          <a:bodyPr vert="horz" lIns="91440" tIns="45720" rIns="91440" bIns="45720" rtlCol="0" anchor="ctr">
            <a:normAutofit/>
          </a:bodyPr>
          <a:p>
            <a:pPr lvl="0" algn="l">
              <a:buClrTx/>
              <a:buSzTx/>
              <a:buFontTx/>
            </a:pPr>
            <a:r>
              <a:rPr lang="zh-CN" altLang="en-US" smtClean="0">
                <a:sym typeface="+mn-ea"/>
              </a:rPr>
              <a:t>最低有效位隐藏-LSB(Least Significant Bit)</a:t>
            </a:r>
            <a:endParaRPr lang="zh-CN" altLang="en-US" smtClean="0">
              <a:sym typeface="+mn-ea"/>
            </a:endParaRPr>
          </a:p>
        </p:txBody>
      </p:sp>
    </p:spTree>
    <p:custDataLst>
      <p:tags r:id="rId13"/>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1000"/>
                                        <p:tgtEl>
                                          <p:spTgt spid="11"/>
                                        </p:tgtEl>
                                      </p:cBhvr>
                                    </p:animEffect>
                                    <p:anim calcmode="lin" valueType="num">
                                      <p:cBhvr>
                                        <p:cTn id="19" dur="1000" fill="hold"/>
                                        <p:tgtEl>
                                          <p:spTgt spid="11"/>
                                        </p:tgtEl>
                                        <p:attrNameLst>
                                          <p:attrName>ppt_x</p:attrName>
                                        </p:attrNameLst>
                                      </p:cBhvr>
                                      <p:tavLst>
                                        <p:tav tm="0">
                                          <p:val>
                                            <p:strVal val="#ppt_x"/>
                                          </p:val>
                                        </p:tav>
                                        <p:tav tm="100000">
                                          <p:val>
                                            <p:strVal val="#ppt_x"/>
                                          </p:val>
                                        </p:tav>
                                      </p:tavLst>
                                    </p:anim>
                                    <p:anim calcmode="lin" valueType="num">
                                      <p:cBhvr>
                                        <p:cTn id="20" dur="1000" fill="hold"/>
                                        <p:tgtEl>
                                          <p:spTgt spid="11"/>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1000"/>
                                        <p:tgtEl>
                                          <p:spTgt spid="9"/>
                                        </p:tgtEl>
                                      </p:cBhvr>
                                    </p:animEffect>
                                    <p:anim calcmode="lin" valueType="num">
                                      <p:cBhvr>
                                        <p:cTn id="24" dur="1000" fill="hold"/>
                                        <p:tgtEl>
                                          <p:spTgt spid="9"/>
                                        </p:tgtEl>
                                        <p:attrNameLst>
                                          <p:attrName>ppt_x</p:attrName>
                                        </p:attrNameLst>
                                      </p:cBhvr>
                                      <p:tavLst>
                                        <p:tav tm="0">
                                          <p:val>
                                            <p:strVal val="#ppt_x"/>
                                          </p:val>
                                        </p:tav>
                                        <p:tav tm="100000">
                                          <p:val>
                                            <p:strVal val="#ppt_x"/>
                                          </p:val>
                                        </p:tav>
                                      </p:tavLst>
                                    </p:anim>
                                    <p:anim calcmode="lin" valueType="num">
                                      <p:cBhvr>
                                        <p:cTn id="25" dur="1000" fill="hold"/>
                                        <p:tgtEl>
                                          <p:spTgt spid="9"/>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1000"/>
                                        <p:tgtEl>
                                          <p:spTgt spid="12"/>
                                        </p:tgtEl>
                                      </p:cBhvr>
                                    </p:animEffect>
                                    <p:anim calcmode="lin" valueType="num">
                                      <p:cBhvr>
                                        <p:cTn id="29" dur="1000" fill="hold"/>
                                        <p:tgtEl>
                                          <p:spTgt spid="12"/>
                                        </p:tgtEl>
                                        <p:attrNameLst>
                                          <p:attrName>ppt_x</p:attrName>
                                        </p:attrNameLst>
                                      </p:cBhvr>
                                      <p:tavLst>
                                        <p:tav tm="0">
                                          <p:val>
                                            <p:strVal val="#ppt_x"/>
                                          </p:val>
                                        </p:tav>
                                        <p:tav tm="100000">
                                          <p:val>
                                            <p:strVal val="#ppt_x"/>
                                          </p:val>
                                        </p:tav>
                                      </p:tavLst>
                                    </p:anim>
                                    <p:anim calcmode="lin" valueType="num">
                                      <p:cBhvr>
                                        <p:cTn id="3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1000"/>
                                        <p:tgtEl>
                                          <p:spTgt spid="17"/>
                                        </p:tgtEl>
                                      </p:cBhvr>
                                    </p:animEffect>
                                    <p:anim calcmode="lin" valueType="num">
                                      <p:cBhvr>
                                        <p:cTn id="48" dur="1000" fill="hold"/>
                                        <p:tgtEl>
                                          <p:spTgt spid="17"/>
                                        </p:tgtEl>
                                        <p:attrNameLst>
                                          <p:attrName>ppt_x</p:attrName>
                                        </p:attrNameLst>
                                      </p:cBhvr>
                                      <p:tavLst>
                                        <p:tav tm="0">
                                          <p:val>
                                            <p:strVal val="#ppt_x"/>
                                          </p:val>
                                        </p:tav>
                                        <p:tav tm="100000">
                                          <p:val>
                                            <p:strVal val="#ppt_x"/>
                                          </p:val>
                                        </p:tav>
                                      </p:tavLst>
                                    </p:anim>
                                    <p:anim calcmode="lin" valueType="num">
                                      <p:cBhvr>
                                        <p:cTn id="4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内容占位符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图像的数字化表示</a:t>
            </a:r>
            <a:endParaRPr lang="zh-CN" altLang="en-US" dirty="0">
              <a:solidFill>
                <a:schemeClr val="tx1"/>
              </a:solidFill>
            </a:endParaRPr>
          </a:p>
        </p:txBody>
      </p:sp>
      <p:sp>
        <p:nvSpPr>
          <p:cNvPr id="17" name="灯片编号占位符 3"/>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A4EF384-3CBD-4607-BDAC-1C896A6B12A4}" type="slidenum">
              <a:rPr lang="zh-CN" altLang="en-US" smtClean="0">
                <a:solidFill>
                  <a:schemeClr val="tx1"/>
                </a:solidFill>
              </a:rPr>
            </a:fld>
            <a:endParaRPr lang="zh-CN" altLang="en-US" smtClean="0">
              <a:solidFill>
                <a:schemeClr val="tx1"/>
              </a:solidFill>
            </a:endParaRPr>
          </a:p>
        </p:txBody>
      </p:sp>
      <p:grpSp>
        <p:nvGrpSpPr>
          <p:cNvPr id="6" name="组合 5"/>
          <p:cNvGrpSpPr/>
          <p:nvPr/>
        </p:nvGrpSpPr>
        <p:grpSpPr>
          <a:xfrm rot="998225">
            <a:off x="2425482" y="3026220"/>
            <a:ext cx="2403904" cy="2054305"/>
            <a:chOff x="0" y="2564904"/>
            <a:chExt cx="5004048" cy="4623967"/>
          </a:xfrm>
          <a:scene3d>
            <a:camera prst="orthographicFront">
              <a:rot lat="18951832" lon="840119" rev="21008931"/>
            </a:camera>
            <a:lightRig rig="threePt" dir="t"/>
          </a:scene3d>
        </p:grpSpPr>
        <p:pic>
          <p:nvPicPr>
            <p:cNvPr id="5" name="Picture 2"/>
            <p:cNvPicPr>
              <a:picLocks noChangeAspect="1" noChangeArrowheads="1"/>
            </p:cNvPicPr>
            <p:nvPr>
              <p:custDataLst>
                <p:tags r:id="rId3"/>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149324" y="2852936"/>
              <a:ext cx="4566692" cy="4039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olid"/>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7" name="直接箭头连接符 6"/>
            <p:cNvCxnSpPr/>
            <p:nvPr/>
          </p:nvCxnSpPr>
          <p:spPr bwMode="auto">
            <a:xfrm>
              <a:off x="0" y="2924944"/>
              <a:ext cx="5004048" cy="0"/>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直接箭头连接符 8"/>
            <p:cNvCxnSpPr/>
            <p:nvPr/>
          </p:nvCxnSpPr>
          <p:spPr bwMode="auto">
            <a:xfrm>
              <a:off x="323528" y="2564904"/>
              <a:ext cx="0" cy="4176464"/>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11" name="矩形 10"/>
                <p:cNvSpPr/>
                <p:nvPr>
                  <p:custDataLst>
                    <p:tags r:id="rId5"/>
                  </p:custDataLst>
                </p:nvPr>
              </p:nvSpPr>
              <p:spPr>
                <a:xfrm>
                  <a:off x="4190500" y="2852438"/>
                  <a:ext cx="717758" cy="103624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i="1">
                            <a:solidFill>
                              <a:schemeClr val="tx1"/>
                            </a:solidFill>
                            <a:latin typeface="Cambria Math" panose="02040503050406030204" pitchFamily="18" charset="0"/>
                            <a:ea typeface="+mn-ea"/>
                            <a:cs typeface="Cambria Math" panose="02040503050406030204" pitchFamily="18" charset="0"/>
                          </a:rPr>
                          <m:t>𝑥</m:t>
                        </m:r>
                      </m:oMath>
                    </m:oMathPara>
                  </a14:m>
                  <a:endParaRPr lang="en-US" altLang="zh-CN" i="1" dirty="0">
                    <a:solidFill>
                      <a:schemeClr val="tx1"/>
                    </a:solidFill>
                    <a:latin typeface="+mn-lt"/>
                    <a:ea typeface="+mn-ea"/>
                    <a:cs typeface="Cambria Math" panose="02040503050406030204" pitchFamily="18" charset="0"/>
                  </a:endParaRPr>
                </a:p>
              </p:txBody>
            </p:sp>
          </mc:Choice>
          <mc:Fallback>
            <p:sp>
              <p:nvSpPr>
                <p:cNvPr id="11" name="矩形 10"/>
                <p:cNvSpPr>
                  <a:spLocks noRot="1" noChangeAspect="1" noMove="1" noResize="1" noEditPoints="1" noAdjustHandles="1" noChangeArrowheads="1" noChangeShapeType="1" noTextEdit="1"/>
                </p:cNvSpPr>
                <p:nvPr>
                  <p:custDataLst>
                    <p:tags r:id="rId6"/>
                  </p:custDataLst>
                </p:nvPr>
              </p:nvSpPr>
              <p:spPr>
                <a:xfrm>
                  <a:off x="4190500" y="2852438"/>
                  <a:ext cx="717758" cy="1036243"/>
                </a:xfrm>
                <a:prstGeom prst="rect">
                  <a:avLst/>
                </a:prstGeom>
                <a:blipFill rotWithShape="1">
                  <a:blip r:embed="rId7"/>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 name="矩形 11"/>
                <p:cNvSpPr/>
                <p:nvPr>
                  <p:custDataLst>
                    <p:tags r:id="rId8"/>
                  </p:custDataLst>
                </p:nvPr>
              </p:nvSpPr>
              <p:spPr>
                <a:xfrm>
                  <a:off x="351585" y="6152628"/>
                  <a:ext cx="736263" cy="1036243"/>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altLang="zh-CN" b="0" i="1" smtClean="0">
                            <a:solidFill>
                              <a:schemeClr val="tx1"/>
                            </a:solidFill>
                            <a:latin typeface="Cambria Math" panose="02040503050406030204" pitchFamily="18" charset="0"/>
                            <a:ea typeface="+mn-ea"/>
                            <a:cs typeface="Cambria Math" panose="02040503050406030204" pitchFamily="18" charset="0"/>
                          </a:rPr>
                          <m:t>𝑦</m:t>
                        </m:r>
                      </m:oMath>
                    </m:oMathPara>
                  </a14:m>
                  <a:endParaRPr lang="en-US" altLang="zh-CN" b="0" i="1" dirty="0" smtClean="0">
                    <a:solidFill>
                      <a:schemeClr val="tx1"/>
                    </a:solidFill>
                    <a:latin typeface="+mn-lt"/>
                    <a:ea typeface="+mn-ea"/>
                    <a:cs typeface="Cambria Math" panose="02040503050406030204" pitchFamily="18" charset="0"/>
                  </a:endParaRPr>
                </a:p>
              </p:txBody>
            </p:sp>
          </mc:Choice>
          <mc:Fallback>
            <p:sp>
              <p:nvSpPr>
                <p:cNvPr id="12" name="矩形 11"/>
                <p:cNvSpPr>
                  <a:spLocks noRot="1" noChangeAspect="1" noMove="1" noResize="1" noEditPoints="1" noAdjustHandles="1" noChangeArrowheads="1" noChangeShapeType="1" noTextEdit="1"/>
                </p:cNvSpPr>
                <p:nvPr>
                  <p:custDataLst>
                    <p:tags r:id="rId9"/>
                  </p:custDataLst>
                </p:nvPr>
              </p:nvSpPr>
              <p:spPr>
                <a:xfrm>
                  <a:off x="351585" y="6152628"/>
                  <a:ext cx="736263" cy="1036243"/>
                </a:xfrm>
                <a:prstGeom prst="rect">
                  <a:avLst/>
                </a:prstGeom>
                <a:blipFill rotWithShape="1">
                  <a:blip r:embed="rId10"/>
                </a:blipFill>
              </p:spPr>
              <p:txBody>
                <a:bodyPr/>
                <a:lstStyle/>
                <a:p>
                  <a:r>
                    <a:rPr lang="zh-CN" altLang="en-US">
                      <a:noFill/>
                    </a:rPr>
                    <a:t> </a:t>
                  </a:r>
                </a:p>
              </p:txBody>
            </p:sp>
          </mc:Fallback>
        </mc:AlternateContent>
        <p:sp>
          <p:nvSpPr>
            <p:cNvPr id="13" name="椭圆 12"/>
            <p:cNvSpPr/>
            <p:nvPr/>
          </p:nvSpPr>
          <p:spPr bwMode="auto">
            <a:xfrm>
              <a:off x="3563888" y="2852936"/>
              <a:ext cx="781287" cy="576064"/>
            </a:xfrm>
            <a:prstGeom prst="ellipse">
              <a:avLst/>
            </a:prstGeom>
            <a:noFill/>
            <a:ln w="38100" cap="flat" cmpd="sng" algn="ctr">
              <a:solidFill>
                <a:srgbClr val="FF3300"/>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mn-lt"/>
                <a:ea typeface="+mn-ea"/>
              </a:endParaRPr>
            </a:p>
          </p:txBody>
        </p:sp>
      </p:grpSp>
      <p:pic>
        <p:nvPicPr>
          <p:cNvPr id="23554" name="Picture 2"/>
          <p:cNvPicPr>
            <a:picLocks noChangeAspect="1" noChangeArrowheads="1"/>
          </p:cNvPicPr>
          <p:nvPr>
            <p:custDataLst>
              <p:tags r:id="rId11"/>
            </p:custDataLst>
          </p:nvPr>
        </p:nvPicPr>
        <p:blipFill>
          <a:blip r:embed="rId12">
            <a:extLst>
              <a:ext uri="{28A0092B-C50C-407E-A947-70E740481C1C}">
                <a14:useLocalDpi xmlns:a14="http://schemas.microsoft.com/office/drawing/2010/main" val="0"/>
              </a:ext>
            </a:extLst>
          </a:blip>
          <a:srcRect/>
          <a:stretch>
            <a:fillRect/>
          </a:stretch>
        </p:blipFill>
        <p:spPr bwMode="auto">
          <a:xfrm rot="21073739">
            <a:off x="2264590" y="4957763"/>
            <a:ext cx="1688232" cy="1612865"/>
          </a:xfrm>
          <a:prstGeom prst="rect">
            <a:avLst/>
          </a:prstGeom>
          <a:noFill/>
          <a:ln>
            <a:noFill/>
          </a:ln>
          <a:effectLst/>
          <a:scene3d>
            <a:camera prst="orthographicFront">
              <a:rot lat="19918527" lon="2431428" rev="1878708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p:cNvPicPr>
            <a:picLocks noChangeAspect="1" noChangeArrowheads="1"/>
          </p:cNvPicPr>
          <p:nvPr>
            <p:custDataLst>
              <p:tags r:id="rId13"/>
            </p:custDataLst>
          </p:nvPr>
        </p:nvPicPr>
        <p:blipFill rotWithShape="1">
          <a:blip r:embed="rId14" cstate="print">
            <a:extLst>
              <a:ext uri="{28A0092B-C50C-407E-A947-70E740481C1C}">
                <a14:useLocalDpi xmlns:a14="http://schemas.microsoft.com/office/drawing/2010/main" val="0"/>
              </a:ext>
            </a:extLst>
          </a:blip>
          <a:srcRect l="12722" t="4994" r="12214" b="9865"/>
          <a:stretch>
            <a:fillRect/>
          </a:stretch>
        </p:blipFill>
        <p:spPr bwMode="auto">
          <a:xfrm>
            <a:off x="6233989" y="4857517"/>
            <a:ext cx="1662211"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2"/>
          <p:cNvPicPr>
            <a:picLocks noChangeAspect="1" noChangeArrowheads="1"/>
          </p:cNvPicPr>
          <p:nvPr>
            <p:custDataLst>
              <p:tags r:id="rId15"/>
            </p:custDataLst>
          </p:nvPr>
        </p:nvPicPr>
        <p:blipFill rotWithShape="1">
          <a:blip r:embed="rId16" cstate="print">
            <a:extLst>
              <a:ext uri="{28A0092B-C50C-407E-A947-70E740481C1C}">
                <a14:useLocalDpi xmlns:a14="http://schemas.microsoft.com/office/drawing/2010/main" val="0"/>
              </a:ext>
            </a:extLst>
          </a:blip>
          <a:srcRect l="12976" t="5280" r="12721" b="9580"/>
          <a:stretch>
            <a:fillRect/>
          </a:stretch>
        </p:blipFill>
        <p:spPr bwMode="auto">
          <a:xfrm>
            <a:off x="6244809" y="3573016"/>
            <a:ext cx="1645364"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2"/>
          <p:cNvPicPr>
            <a:picLocks noChangeAspect="1" noChangeArrowheads="1"/>
          </p:cNvPicPr>
          <p:nvPr>
            <p:custDataLst>
              <p:tags r:id="rId17"/>
            </p:custDataLst>
          </p:nvPr>
        </p:nvPicPr>
        <p:blipFill rotWithShape="1">
          <a:blip r:embed="rId18" cstate="print">
            <a:extLst>
              <a:ext uri="{28A0092B-C50C-407E-A947-70E740481C1C}">
                <a14:useLocalDpi xmlns:a14="http://schemas.microsoft.com/office/drawing/2010/main" val="0"/>
              </a:ext>
            </a:extLst>
          </a:blip>
          <a:srcRect l="12468" t="5279" r="11961" b="9293"/>
          <a:stretch>
            <a:fillRect/>
          </a:stretch>
        </p:blipFill>
        <p:spPr bwMode="auto">
          <a:xfrm>
            <a:off x="6216731" y="2780928"/>
            <a:ext cx="1673442" cy="1673442"/>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0" name="直接箭头连接符 9"/>
          <p:cNvCxnSpPr/>
          <p:nvPr/>
        </p:nvCxnSpPr>
        <p:spPr bwMode="auto">
          <a:xfrm flipH="1">
            <a:off x="5375920" y="4365104"/>
            <a:ext cx="864096" cy="1334088"/>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箭头连接符 22"/>
          <p:cNvCxnSpPr/>
          <p:nvPr/>
        </p:nvCxnSpPr>
        <p:spPr bwMode="auto">
          <a:xfrm>
            <a:off x="5591944" y="4444666"/>
            <a:ext cx="3384376" cy="1216582"/>
          </a:xfrm>
          <a:prstGeom prst="straightConnector1">
            <a:avLst/>
          </a:prstGeom>
          <a:solidFill>
            <a:schemeClr val="accent1"/>
          </a:solidFill>
          <a:ln w="2857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箭头连接符 24"/>
          <p:cNvCxnSpPr/>
          <p:nvPr/>
        </p:nvCxnSpPr>
        <p:spPr bwMode="auto">
          <a:xfrm flipV="1">
            <a:off x="6096000" y="2780928"/>
            <a:ext cx="0" cy="2160241"/>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28" name="矩形 27"/>
              <p:cNvSpPr/>
              <p:nvPr>
                <p:custDataLst>
                  <p:tags r:id="rId19"/>
                </p:custDataLst>
              </p:nvPr>
            </p:nvSpPr>
            <p:spPr>
              <a:xfrm rot="882434">
                <a:off x="6672064" y="4725144"/>
                <a:ext cx="408940" cy="922020"/>
              </a:xfrm>
              <a:prstGeom prst="rect">
                <a:avLst/>
              </a:prstGeom>
              <a:effectLst>
                <a:outerShdw blurRad="76200" dist="12700" dir="2700000" sy="-23000" kx="-800400" algn="bl" rotWithShape="0">
                  <a:prstClr val="black">
                    <a:alpha val="20000"/>
                  </a:prstClr>
                </a:outerShdw>
              </a:effectLst>
              <a:scene3d>
                <a:camera prst="perspectiveContrastingLeftFacing"/>
                <a:lightRig rig="threePt" dir="t"/>
              </a:scene3d>
            </p:spPr>
            <p:txBody>
              <a:bodyPr wrap="square">
                <a:normAutofit/>
              </a:bodyPr>
              <a:lstStyle/>
              <a:p>
                <a14:m>
                  <m:oMathPara xmlns:m="http://schemas.openxmlformats.org/officeDocument/2006/math">
                    <m:oMathParaPr>
                      <m:jc m:val="centerGroup"/>
                    </m:oMathParaPr>
                    <m:oMath xmlns:m="http://schemas.openxmlformats.org/officeDocument/2006/math">
                      <m:r>
                        <a:rPr lang="zh-CN" altLang="en-US" sz="5400" i="1">
                          <a:solidFill>
                            <a:schemeClr val="tx1"/>
                          </a:solidFill>
                          <a:latin typeface="Cambria Math" panose="02040503050406030204" pitchFamily="18" charset="0"/>
                          <a:ea typeface="MS Mincho" charset="0"/>
                          <a:cs typeface="Cambria Math" panose="02040503050406030204" pitchFamily="18" charset="0"/>
                        </a:rPr>
                        <m:t>⋮</m:t>
                      </m:r>
                    </m:oMath>
                  </m:oMathPara>
                </a14:m>
                <a:endParaRPr lang="zh-CN" altLang="en-US" sz="5400" i="1" dirty="0">
                  <a:solidFill>
                    <a:schemeClr val="tx1"/>
                  </a:solidFill>
                  <a:latin typeface="+mn-lt"/>
                  <a:ea typeface="+mn-ea"/>
                  <a:cs typeface="Cambria Math" panose="02040503050406030204" pitchFamily="18" charset="0"/>
                </a:endParaRPr>
              </a:p>
            </p:txBody>
          </p:sp>
        </mc:Choice>
        <mc:Fallback>
          <p:sp>
            <p:nvSpPr>
              <p:cNvPr id="28" name="矩形 27"/>
              <p:cNvSpPr>
                <a:spLocks noRot="1" noChangeAspect="1" noMove="1" noResize="1" noEditPoints="1" noAdjustHandles="1" noChangeArrowheads="1" noChangeShapeType="1" noTextEdit="1"/>
              </p:cNvSpPr>
              <p:nvPr>
                <p:custDataLst>
                  <p:tags r:id="rId20"/>
                </p:custDataLst>
              </p:nvPr>
            </p:nvSpPr>
            <p:spPr>
              <a:xfrm rot="882434">
                <a:off x="6672064" y="4725144"/>
                <a:ext cx="408940" cy="922020"/>
              </a:xfrm>
              <a:prstGeom prst="rect">
                <a:avLst/>
              </a:prstGeom>
              <a:blipFill rotWithShape="1">
                <a:blip r:embed="rId21"/>
                <a:stretch>
                  <a:fillRect l="-37762" t="-6072" r="-76524" b="-44961"/>
                </a:stretch>
              </a:blipFill>
              <a:effectLst>
                <a:outerShdw blurRad="76200" dist="12700" dir="2700000" sy="-23000" kx="-800400" algn="bl" rotWithShape="0">
                  <a:prstClr val="black">
                    <a:alpha val="20000"/>
                  </a:prstClr>
                </a:outerShdw>
              </a:effectLst>
              <a:scene3d>
                <a:camera prst="perspectiveContrastingLeftFacing"/>
                <a:lightRig rig="threePt" dir="t"/>
              </a:scene3d>
            </p:spPr>
            <p:txBody>
              <a:bodyPr/>
              <a:lstStyle/>
              <a:p>
                <a:r>
                  <a:rPr lang="zh-CN" altLang="en-US">
                    <a:noFill/>
                  </a:rPr>
                  <a:t> </a:t>
                </a:r>
              </a:p>
            </p:txBody>
          </p:sp>
        </mc:Fallback>
      </mc:AlternateContent>
      <p:pic>
        <p:nvPicPr>
          <p:cNvPr id="23556" name="Object 1"/>
          <p:cNvPicPr>
            <a:picLocks noChangeArrowheads="1"/>
          </p:cNvPicPr>
          <p:nvPr>
            <p:custDataLst>
              <p:tags r:id="rId22"/>
            </p:custDataLst>
          </p:nvPr>
        </p:nvPicPr>
        <p:blipFill>
          <a:blip r:embed="rId23" cstate="print">
            <a:extLst>
              <a:ext uri="{28A0092B-C50C-407E-A947-70E740481C1C}">
                <a14:useLocalDpi xmlns:a14="http://schemas.microsoft.com/office/drawing/2010/main" val="0"/>
              </a:ext>
            </a:extLst>
          </a:blip>
          <a:srcRect l="-3769" t="-243" r="-4327" b="-1817"/>
          <a:stretch>
            <a:fillRect/>
          </a:stretch>
        </p:blipFill>
        <p:spPr bwMode="auto">
          <a:xfrm>
            <a:off x="8872731" y="3096596"/>
            <a:ext cx="1399733" cy="1268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 name="椭圆 29"/>
          <p:cNvSpPr/>
          <p:nvPr/>
        </p:nvSpPr>
        <p:spPr bwMode="auto">
          <a:xfrm rot="862922">
            <a:off x="7608169" y="3332330"/>
            <a:ext cx="504056" cy="326165"/>
          </a:xfrm>
          <a:prstGeom prst="ellipse">
            <a:avLst/>
          </a:prstGeom>
          <a:noFill/>
          <a:ln w="63500" cap="flat" cmpd="sng" algn="ctr">
            <a:solidFill>
              <a:srgbClr val="FF3300"/>
            </a:solidFill>
            <a:prstDash val="solid"/>
            <a:miter lim="800000"/>
            <a:headEnd type="none" w="med" len="med"/>
            <a:tailEnd type="none" w="med" len="med"/>
          </a:ln>
          <a:effectLst>
            <a:outerShdw blurRad="76200" dist="12700" dir="2700000" sy="-23000" kx="-800400" algn="bl" rotWithShape="0">
              <a:prstClr val="black">
                <a:alpha val="20000"/>
              </a:prstClr>
            </a:outerShdw>
          </a:effectLst>
          <a:scene3d>
            <a:camera prst="orthographicFront">
              <a:rot lat="19499998" lon="0" rev="0"/>
            </a:camera>
            <a:lightRig rig="threePt" dir="t"/>
          </a:scene3d>
          <a:sp3d z="19050"/>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mn-lt"/>
              <a:ea typeface="+mn-ea"/>
            </a:endParaRPr>
          </a:p>
        </p:txBody>
      </p:sp>
      <p:sp>
        <p:nvSpPr>
          <p:cNvPr id="38" name="椭圆 37"/>
          <p:cNvSpPr/>
          <p:nvPr/>
        </p:nvSpPr>
        <p:spPr bwMode="auto">
          <a:xfrm rot="862922">
            <a:off x="7644171" y="4069627"/>
            <a:ext cx="504056" cy="326165"/>
          </a:xfrm>
          <a:prstGeom prst="ellipse">
            <a:avLst/>
          </a:prstGeom>
          <a:noFill/>
          <a:ln w="63500" cap="flat" cmpd="sng" algn="ctr">
            <a:solidFill>
              <a:srgbClr val="FF3300"/>
            </a:solidFill>
            <a:prstDash val="solid"/>
            <a:miter lim="800000"/>
            <a:headEnd type="none" w="med" len="med"/>
            <a:tailEnd type="none" w="med" len="med"/>
          </a:ln>
          <a:effectLst>
            <a:outerShdw blurRad="76200" dist="12700" dir="2700000" sy="-23000" kx="-800400" algn="bl" rotWithShape="0">
              <a:prstClr val="black">
                <a:alpha val="20000"/>
              </a:prstClr>
            </a:outerShdw>
          </a:effectLst>
          <a:scene3d>
            <a:camera prst="orthographicFront">
              <a:rot lat="19499998" lon="0" rev="0"/>
            </a:camera>
            <a:lightRig rig="threePt" dir="t"/>
          </a:scene3d>
          <a:sp3d z="19050"/>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mn-lt"/>
              <a:ea typeface="+mn-ea"/>
            </a:endParaRPr>
          </a:p>
        </p:txBody>
      </p:sp>
      <p:sp>
        <p:nvSpPr>
          <p:cNvPr id="39" name="椭圆 38"/>
          <p:cNvSpPr/>
          <p:nvPr/>
        </p:nvSpPr>
        <p:spPr bwMode="auto">
          <a:xfrm rot="862922">
            <a:off x="7608168" y="5380540"/>
            <a:ext cx="504056" cy="326165"/>
          </a:xfrm>
          <a:prstGeom prst="ellipse">
            <a:avLst/>
          </a:prstGeom>
          <a:noFill/>
          <a:ln w="63500" cap="flat" cmpd="sng" algn="ctr">
            <a:solidFill>
              <a:srgbClr val="FF3300"/>
            </a:solidFill>
            <a:prstDash val="solid"/>
            <a:miter lim="800000"/>
            <a:headEnd type="none" w="med" len="med"/>
            <a:tailEnd type="none" w="med" len="med"/>
          </a:ln>
          <a:effectLst>
            <a:outerShdw blurRad="76200" dist="12700" dir="2700000" sy="-23000" kx="-800400" algn="bl" rotWithShape="0">
              <a:prstClr val="black">
                <a:alpha val="20000"/>
              </a:prstClr>
            </a:outerShdw>
          </a:effectLst>
          <a:scene3d>
            <a:camera prst="orthographicFront">
              <a:rot lat="19499998" lon="0" rev="0"/>
            </a:camera>
            <a:lightRig rig="threePt" dir="t"/>
          </a:scene3d>
          <a:sp3d z="19050"/>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2400" b="0" i="0" u="none" strike="noStrike" cap="none" normalizeH="0" baseline="0">
              <a:ln>
                <a:noFill/>
              </a:ln>
              <a:solidFill>
                <a:schemeClr val="tx1"/>
              </a:solidFill>
              <a:effectLst/>
              <a:latin typeface="+mn-lt"/>
              <a:ea typeface="+mn-ea"/>
            </a:endParaRPr>
          </a:p>
        </p:txBody>
      </p:sp>
      <p:sp>
        <p:nvSpPr>
          <p:cNvPr id="15" name="页脚占位符 13"/>
          <p:cNvSpPr>
            <a:spLocks noGrp="1"/>
          </p:cNvSpPr>
          <p:nvPr>
            <p:custDataLst>
              <p:tags r:id="rId24"/>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26" name="标题 25"/>
          <p:cNvSpPr>
            <a:spLocks noGrp="1"/>
          </p:cNvSpPr>
          <p:nvPr>
            <p:ph type="title"/>
            <p:custDataLst>
              <p:tags r:id="rId25"/>
            </p:custDataLst>
          </p:nvPr>
        </p:nvSpPr>
        <p:spPr/>
        <p:txBody>
          <a:bodyPr vert="horz" lIns="91440" tIns="45720" rIns="91440" bIns="45720" rtlCol="0" anchor="ctr">
            <a:normAutofit/>
          </a:bodyPr>
          <a:p>
            <a:pPr lvl="0" algn="l">
              <a:buClrTx/>
              <a:buSzTx/>
              <a:buFontTx/>
            </a:pPr>
            <a:r>
              <a:rPr lang="zh-CN" altLang="en-US" smtClean="0">
                <a:sym typeface="+mn-ea"/>
              </a:rPr>
              <a:t>隐写系统示例-LSB隐写系统</a:t>
            </a:r>
            <a:endParaRPr lang="zh-CN" altLang="en-US" smtClean="0">
              <a:sym typeface="+mn-ea"/>
            </a:endParaRPr>
          </a:p>
        </p:txBody>
      </p:sp>
    </p:spTree>
    <p:custDataLst>
      <p:tags r:id="rId26"/>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3554"/>
                                        </p:tgtEl>
                                        <p:attrNameLst>
                                          <p:attrName>style.visibility</p:attrName>
                                        </p:attrNameLst>
                                      </p:cBhvr>
                                      <p:to>
                                        <p:strVal val="visible"/>
                                      </p:to>
                                    </p:set>
                                    <p:animEffect transition="in" filter="fade">
                                      <p:cBhvr>
                                        <p:cTn id="12" dur="1000"/>
                                        <p:tgtEl>
                                          <p:spTgt spid="23554"/>
                                        </p:tgtEl>
                                      </p:cBhvr>
                                    </p:animEffect>
                                    <p:anim calcmode="lin" valueType="num">
                                      <p:cBhvr>
                                        <p:cTn id="13" dur="1000" fill="hold"/>
                                        <p:tgtEl>
                                          <p:spTgt spid="23554"/>
                                        </p:tgtEl>
                                        <p:attrNameLst>
                                          <p:attrName>ppt_x</p:attrName>
                                        </p:attrNameLst>
                                      </p:cBhvr>
                                      <p:tavLst>
                                        <p:tav tm="0">
                                          <p:val>
                                            <p:strVal val="#ppt_x"/>
                                          </p:val>
                                        </p:tav>
                                        <p:tav tm="100000">
                                          <p:val>
                                            <p:strVal val="#ppt_x"/>
                                          </p:val>
                                        </p:tav>
                                      </p:tavLst>
                                    </p:anim>
                                    <p:anim calcmode="lin" valueType="num">
                                      <p:cBhvr>
                                        <p:cTn id="14" dur="1000" fill="hold"/>
                                        <p:tgtEl>
                                          <p:spTgt spid="23554"/>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1000"/>
                                        <p:tgtEl>
                                          <p:spTgt spid="25"/>
                                        </p:tgtEl>
                                      </p:cBhvr>
                                    </p:animEffect>
                                    <p:anim calcmode="lin" valueType="num">
                                      <p:cBhvr>
                                        <p:cTn id="20" dur="1000" fill="hold"/>
                                        <p:tgtEl>
                                          <p:spTgt spid="25"/>
                                        </p:tgtEl>
                                        <p:attrNameLst>
                                          <p:attrName>ppt_x</p:attrName>
                                        </p:attrNameLst>
                                      </p:cBhvr>
                                      <p:tavLst>
                                        <p:tav tm="0">
                                          <p:val>
                                            <p:strVal val="#ppt_x"/>
                                          </p:val>
                                        </p:tav>
                                        <p:tav tm="100000">
                                          <p:val>
                                            <p:strVal val="#ppt_x"/>
                                          </p:val>
                                        </p:tav>
                                      </p:tavLst>
                                    </p:anim>
                                    <p:anim calcmode="lin" valueType="num">
                                      <p:cBhvr>
                                        <p:cTn id="21" dur="1000" fill="hold"/>
                                        <p:tgtEl>
                                          <p:spTgt spid="25"/>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1000"/>
                                        <p:tgtEl>
                                          <p:spTgt spid="23"/>
                                        </p:tgtEl>
                                      </p:cBhvr>
                                    </p:animEffect>
                                    <p:anim calcmode="lin" valueType="num">
                                      <p:cBhvr>
                                        <p:cTn id="30" dur="1000" fill="hold"/>
                                        <p:tgtEl>
                                          <p:spTgt spid="23"/>
                                        </p:tgtEl>
                                        <p:attrNameLst>
                                          <p:attrName>ppt_x</p:attrName>
                                        </p:attrNameLst>
                                      </p:cBhvr>
                                      <p:tavLst>
                                        <p:tav tm="0">
                                          <p:val>
                                            <p:strVal val="#ppt_x"/>
                                          </p:val>
                                        </p:tav>
                                        <p:tav tm="100000">
                                          <p:val>
                                            <p:strVal val="#ppt_x"/>
                                          </p:val>
                                        </p:tav>
                                      </p:tavLst>
                                    </p:anim>
                                    <p:anim calcmode="lin" valueType="num">
                                      <p:cBhvr>
                                        <p:cTn id="3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22"/>
                                        </p:tgtEl>
                                        <p:attrNameLst>
                                          <p:attrName>style.visibility</p:attrName>
                                        </p:attrNameLst>
                                      </p:cBhvr>
                                      <p:to>
                                        <p:strVal val="visible"/>
                                      </p:to>
                                    </p:set>
                                    <p:animEffect transition="in" filter="fade">
                                      <p:cBhvr>
                                        <p:cTn id="36" dur="1000"/>
                                        <p:tgtEl>
                                          <p:spTgt spid="22"/>
                                        </p:tgtEl>
                                      </p:cBhvr>
                                    </p:animEffect>
                                    <p:anim calcmode="lin" valueType="num">
                                      <p:cBhvr>
                                        <p:cTn id="37" dur="1000" fill="hold"/>
                                        <p:tgtEl>
                                          <p:spTgt spid="22"/>
                                        </p:tgtEl>
                                        <p:attrNameLst>
                                          <p:attrName>ppt_x</p:attrName>
                                        </p:attrNameLst>
                                      </p:cBhvr>
                                      <p:tavLst>
                                        <p:tav tm="0">
                                          <p:val>
                                            <p:strVal val="#ppt_x"/>
                                          </p:val>
                                        </p:tav>
                                        <p:tav tm="100000">
                                          <p:val>
                                            <p:strVal val="#ppt_x"/>
                                          </p:val>
                                        </p:tav>
                                      </p:tavLst>
                                    </p:anim>
                                    <p:anim calcmode="lin" valueType="num">
                                      <p:cBhvr>
                                        <p:cTn id="38" dur="1000" fill="hold"/>
                                        <p:tgtEl>
                                          <p:spTgt spid="22"/>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1000"/>
                                        <p:tgtEl>
                                          <p:spTgt spid="21"/>
                                        </p:tgtEl>
                                      </p:cBhvr>
                                    </p:animEffect>
                                    <p:anim calcmode="lin" valueType="num">
                                      <p:cBhvr>
                                        <p:cTn id="42" dur="1000" fill="hold"/>
                                        <p:tgtEl>
                                          <p:spTgt spid="21"/>
                                        </p:tgtEl>
                                        <p:attrNameLst>
                                          <p:attrName>ppt_x</p:attrName>
                                        </p:attrNameLst>
                                      </p:cBhvr>
                                      <p:tavLst>
                                        <p:tav tm="0">
                                          <p:val>
                                            <p:strVal val="#ppt_x"/>
                                          </p:val>
                                        </p:tav>
                                        <p:tav tm="100000">
                                          <p:val>
                                            <p:strVal val="#ppt_x"/>
                                          </p:val>
                                        </p:tav>
                                      </p:tavLst>
                                    </p:anim>
                                    <p:anim calcmode="lin" valueType="num">
                                      <p:cBhvr>
                                        <p:cTn id="43" dur="1000" fill="hold"/>
                                        <p:tgtEl>
                                          <p:spTgt spid="21"/>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28"/>
                                        </p:tgtEl>
                                        <p:attrNameLst>
                                          <p:attrName>style.visibility</p:attrName>
                                        </p:attrNameLst>
                                      </p:cBhvr>
                                      <p:to>
                                        <p:strVal val="visible"/>
                                      </p:to>
                                    </p:set>
                                    <p:animEffect transition="in" filter="fade">
                                      <p:cBhvr>
                                        <p:cTn id="46" dur="1000"/>
                                        <p:tgtEl>
                                          <p:spTgt spid="28"/>
                                        </p:tgtEl>
                                      </p:cBhvr>
                                    </p:animEffect>
                                    <p:anim calcmode="lin" valueType="num">
                                      <p:cBhvr>
                                        <p:cTn id="47" dur="1000" fill="hold"/>
                                        <p:tgtEl>
                                          <p:spTgt spid="28"/>
                                        </p:tgtEl>
                                        <p:attrNameLst>
                                          <p:attrName>ppt_x</p:attrName>
                                        </p:attrNameLst>
                                      </p:cBhvr>
                                      <p:tavLst>
                                        <p:tav tm="0">
                                          <p:val>
                                            <p:strVal val="#ppt_x"/>
                                          </p:val>
                                        </p:tav>
                                        <p:tav tm="100000">
                                          <p:val>
                                            <p:strVal val="#ppt_x"/>
                                          </p:val>
                                        </p:tav>
                                      </p:tavLst>
                                    </p:anim>
                                    <p:anim calcmode="lin" valueType="num">
                                      <p:cBhvr>
                                        <p:cTn id="48" dur="1000" fill="hold"/>
                                        <p:tgtEl>
                                          <p:spTgt spid="28"/>
                                        </p:tgtEl>
                                        <p:attrNameLst>
                                          <p:attrName>ppt_y</p:attrName>
                                        </p:attrNameLst>
                                      </p:cBhvr>
                                      <p:tavLst>
                                        <p:tav tm="0">
                                          <p:val>
                                            <p:strVal val="#ppt_y+.1"/>
                                          </p:val>
                                        </p:tav>
                                        <p:tav tm="100000">
                                          <p:val>
                                            <p:strVal val="#ppt_y"/>
                                          </p:val>
                                        </p:tav>
                                      </p:tavLst>
                                    </p:anim>
                                  </p:childTnLst>
                                </p:cTn>
                              </p:par>
                              <p:par>
                                <p:cTn id="49" presetID="42" presetClass="entr" presetSubtype="0" fill="hold" nodeType="withEffect">
                                  <p:stCondLst>
                                    <p:cond delay="0"/>
                                  </p:stCondLst>
                                  <p:childTnLst>
                                    <p:set>
                                      <p:cBhvr>
                                        <p:cTn id="50" dur="1" fill="hold">
                                          <p:stCondLst>
                                            <p:cond delay="0"/>
                                          </p:stCondLst>
                                        </p:cTn>
                                        <p:tgtEl>
                                          <p:spTgt spid="20"/>
                                        </p:tgtEl>
                                        <p:attrNameLst>
                                          <p:attrName>style.visibility</p:attrName>
                                        </p:attrNameLst>
                                      </p:cBhvr>
                                      <p:to>
                                        <p:strVal val="visible"/>
                                      </p:to>
                                    </p:set>
                                    <p:animEffect transition="in" filter="fade">
                                      <p:cBhvr>
                                        <p:cTn id="51" dur="1000"/>
                                        <p:tgtEl>
                                          <p:spTgt spid="20"/>
                                        </p:tgtEl>
                                      </p:cBhvr>
                                    </p:animEffect>
                                    <p:anim calcmode="lin" valueType="num">
                                      <p:cBhvr>
                                        <p:cTn id="52" dur="1000" fill="hold"/>
                                        <p:tgtEl>
                                          <p:spTgt spid="20"/>
                                        </p:tgtEl>
                                        <p:attrNameLst>
                                          <p:attrName>ppt_x</p:attrName>
                                        </p:attrNameLst>
                                      </p:cBhvr>
                                      <p:tavLst>
                                        <p:tav tm="0">
                                          <p:val>
                                            <p:strVal val="#ppt_x"/>
                                          </p:val>
                                        </p:tav>
                                        <p:tav tm="100000">
                                          <p:val>
                                            <p:strVal val="#ppt_x"/>
                                          </p:val>
                                        </p:tav>
                                      </p:tavLst>
                                    </p:anim>
                                    <p:anim calcmode="lin" valueType="num">
                                      <p:cBhvr>
                                        <p:cTn id="53"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30"/>
                                        </p:tgtEl>
                                        <p:attrNameLst>
                                          <p:attrName>style.visibility</p:attrName>
                                        </p:attrNameLst>
                                      </p:cBhvr>
                                      <p:to>
                                        <p:strVal val="visible"/>
                                      </p:to>
                                    </p:set>
                                    <p:animEffect transition="in" filter="fade">
                                      <p:cBhvr>
                                        <p:cTn id="58" dur="1000"/>
                                        <p:tgtEl>
                                          <p:spTgt spid="30"/>
                                        </p:tgtEl>
                                      </p:cBhvr>
                                    </p:animEffect>
                                    <p:anim calcmode="lin" valueType="num">
                                      <p:cBhvr>
                                        <p:cTn id="59" dur="1000" fill="hold"/>
                                        <p:tgtEl>
                                          <p:spTgt spid="30"/>
                                        </p:tgtEl>
                                        <p:attrNameLst>
                                          <p:attrName>ppt_x</p:attrName>
                                        </p:attrNameLst>
                                      </p:cBhvr>
                                      <p:tavLst>
                                        <p:tav tm="0">
                                          <p:val>
                                            <p:strVal val="#ppt_x"/>
                                          </p:val>
                                        </p:tav>
                                        <p:tav tm="100000">
                                          <p:val>
                                            <p:strVal val="#ppt_x"/>
                                          </p:val>
                                        </p:tav>
                                      </p:tavLst>
                                    </p:anim>
                                    <p:anim calcmode="lin" valueType="num">
                                      <p:cBhvr>
                                        <p:cTn id="60" dur="1000" fill="hold"/>
                                        <p:tgtEl>
                                          <p:spTgt spid="30"/>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fade">
                                      <p:cBhvr>
                                        <p:cTn id="63" dur="1000"/>
                                        <p:tgtEl>
                                          <p:spTgt spid="38"/>
                                        </p:tgtEl>
                                      </p:cBhvr>
                                    </p:animEffect>
                                    <p:anim calcmode="lin" valueType="num">
                                      <p:cBhvr>
                                        <p:cTn id="64" dur="1000" fill="hold"/>
                                        <p:tgtEl>
                                          <p:spTgt spid="38"/>
                                        </p:tgtEl>
                                        <p:attrNameLst>
                                          <p:attrName>ppt_x</p:attrName>
                                        </p:attrNameLst>
                                      </p:cBhvr>
                                      <p:tavLst>
                                        <p:tav tm="0">
                                          <p:val>
                                            <p:strVal val="#ppt_x"/>
                                          </p:val>
                                        </p:tav>
                                        <p:tav tm="100000">
                                          <p:val>
                                            <p:strVal val="#ppt_x"/>
                                          </p:val>
                                        </p:tav>
                                      </p:tavLst>
                                    </p:anim>
                                    <p:anim calcmode="lin" valueType="num">
                                      <p:cBhvr>
                                        <p:cTn id="65" dur="1000" fill="hold"/>
                                        <p:tgtEl>
                                          <p:spTgt spid="38"/>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39"/>
                                        </p:tgtEl>
                                        <p:attrNameLst>
                                          <p:attrName>style.visibility</p:attrName>
                                        </p:attrNameLst>
                                      </p:cBhvr>
                                      <p:to>
                                        <p:strVal val="visible"/>
                                      </p:to>
                                    </p:set>
                                    <p:animEffect transition="in" filter="fade">
                                      <p:cBhvr>
                                        <p:cTn id="68" dur="1000"/>
                                        <p:tgtEl>
                                          <p:spTgt spid="39"/>
                                        </p:tgtEl>
                                      </p:cBhvr>
                                    </p:animEffect>
                                    <p:anim calcmode="lin" valueType="num">
                                      <p:cBhvr>
                                        <p:cTn id="69" dur="1000" fill="hold"/>
                                        <p:tgtEl>
                                          <p:spTgt spid="39"/>
                                        </p:tgtEl>
                                        <p:attrNameLst>
                                          <p:attrName>ppt_x</p:attrName>
                                        </p:attrNameLst>
                                      </p:cBhvr>
                                      <p:tavLst>
                                        <p:tav tm="0">
                                          <p:val>
                                            <p:strVal val="#ppt_x"/>
                                          </p:val>
                                        </p:tav>
                                        <p:tav tm="100000">
                                          <p:val>
                                            <p:strVal val="#ppt_x"/>
                                          </p:val>
                                        </p:tav>
                                      </p:tavLst>
                                    </p:anim>
                                    <p:anim calcmode="lin" valueType="num">
                                      <p:cBhvr>
                                        <p:cTn id="70" dur="1000" fill="hold"/>
                                        <p:tgtEl>
                                          <p:spTgt spid="39"/>
                                        </p:tgtEl>
                                        <p:attrNameLst>
                                          <p:attrName>ppt_y</p:attrName>
                                        </p:attrNameLst>
                                      </p:cBhvr>
                                      <p:tavLst>
                                        <p:tav tm="0">
                                          <p:val>
                                            <p:strVal val="#ppt_y+.1"/>
                                          </p:val>
                                        </p:tav>
                                        <p:tav tm="100000">
                                          <p:val>
                                            <p:strVal val="#ppt_y"/>
                                          </p:val>
                                        </p:tav>
                                      </p:tavLst>
                                    </p:anim>
                                  </p:childTnLst>
                                </p:cTn>
                              </p:par>
                              <p:par>
                                <p:cTn id="71" presetID="42" presetClass="entr" presetSubtype="0" fill="hold" nodeType="withEffect">
                                  <p:stCondLst>
                                    <p:cond delay="0"/>
                                  </p:stCondLst>
                                  <p:childTnLst>
                                    <p:set>
                                      <p:cBhvr>
                                        <p:cTn id="72" dur="1" fill="hold">
                                          <p:stCondLst>
                                            <p:cond delay="0"/>
                                          </p:stCondLst>
                                        </p:cTn>
                                        <p:tgtEl>
                                          <p:spTgt spid="23556"/>
                                        </p:tgtEl>
                                        <p:attrNameLst>
                                          <p:attrName>style.visibility</p:attrName>
                                        </p:attrNameLst>
                                      </p:cBhvr>
                                      <p:to>
                                        <p:strVal val="visible"/>
                                      </p:to>
                                    </p:set>
                                    <p:animEffect transition="in" filter="fade">
                                      <p:cBhvr>
                                        <p:cTn id="73" dur="1000"/>
                                        <p:tgtEl>
                                          <p:spTgt spid="23556"/>
                                        </p:tgtEl>
                                      </p:cBhvr>
                                    </p:animEffect>
                                    <p:anim calcmode="lin" valueType="num">
                                      <p:cBhvr>
                                        <p:cTn id="74" dur="1000" fill="hold"/>
                                        <p:tgtEl>
                                          <p:spTgt spid="23556"/>
                                        </p:tgtEl>
                                        <p:attrNameLst>
                                          <p:attrName>ppt_x</p:attrName>
                                        </p:attrNameLst>
                                      </p:cBhvr>
                                      <p:tavLst>
                                        <p:tav tm="0">
                                          <p:val>
                                            <p:strVal val="#ppt_x"/>
                                          </p:val>
                                        </p:tav>
                                        <p:tav tm="100000">
                                          <p:val>
                                            <p:strVal val="#ppt_x"/>
                                          </p:val>
                                        </p:tav>
                                      </p:tavLst>
                                    </p:anim>
                                    <p:anim calcmode="lin" valueType="num">
                                      <p:cBhvr>
                                        <p:cTn id="75" dur="1000" fill="hold"/>
                                        <p:tgtEl>
                                          <p:spTgt spid="235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bldLvl="0" animBg="1"/>
      <p:bldP spid="30" grpId="0" bldLvl="0" animBg="1"/>
      <p:bldP spid="38" grpId="0" bldLvl="0" animBg="1"/>
      <p:bldP spid="39"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en-US" altLang="zh-CN" dirty="0">
                <a:solidFill>
                  <a:schemeClr val="tx1"/>
                </a:solidFill>
              </a:rPr>
              <a:t>LSB</a:t>
            </a:r>
            <a:r>
              <a:rPr lang="zh-CN" altLang="en-US" dirty="0">
                <a:solidFill>
                  <a:schemeClr val="tx1"/>
                </a:solidFill>
              </a:rPr>
              <a:t>算法描述</a:t>
            </a:r>
            <a:endParaRPr lang="zh-CN" altLang="en-US" dirty="0">
              <a:solidFill>
                <a:schemeClr val="tx1"/>
              </a:solidFill>
            </a:endParaRPr>
          </a:p>
        </p:txBody>
      </p:sp>
      <p:sp>
        <p:nvSpPr>
          <p:cNvPr id="5" name="灯片编号占位符 3"/>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A4EF384-3CBD-4607-BDAC-1C896A6B12A4}" type="slidenum">
              <a:rPr lang="zh-CN" altLang="en-US" smtClean="0">
                <a:solidFill>
                  <a:schemeClr val="tx1"/>
                </a:solidFill>
              </a:rPr>
            </a:fld>
            <a:endParaRPr lang="zh-CN" altLang="en-US" dirty="0" smtClean="0">
              <a:solidFill>
                <a:schemeClr val="tx1"/>
              </a:solidFill>
            </a:endParaRPr>
          </a:p>
        </p:txBody>
      </p:sp>
      <p:grpSp>
        <p:nvGrpSpPr>
          <p:cNvPr id="8" name="组合 7"/>
          <p:cNvGrpSpPr/>
          <p:nvPr/>
        </p:nvGrpSpPr>
        <p:grpSpPr>
          <a:xfrm>
            <a:off x="1559496" y="2132856"/>
            <a:ext cx="2520280" cy="2621091"/>
            <a:chOff x="3851920" y="2780928"/>
            <a:chExt cx="3600400" cy="3744416"/>
          </a:xfrm>
        </p:grpSpPr>
        <p:pic>
          <p:nvPicPr>
            <p:cNvPr id="20" name="Picture 2"/>
            <p:cNvPicPr>
              <a:picLocks noChangeAspect="1" noChangeArrowheads="1"/>
            </p:cNvPicPr>
            <p:nvPr>
              <p:custDataLst>
                <p:tags r:id="rId3"/>
              </p:custDataLst>
            </p:nvPr>
          </p:nvPicPr>
          <p:blipFill rotWithShape="1">
            <a:blip r:embed="rId4" cstate="print">
              <a:extLst>
                <a:ext uri="{28A0092B-C50C-407E-A947-70E740481C1C}">
                  <a14:useLocalDpi xmlns:a14="http://schemas.microsoft.com/office/drawing/2010/main" val="0"/>
                </a:ext>
              </a:extLst>
            </a:blip>
            <a:srcRect l="12722" t="4994" r="12214" b="9865"/>
            <a:stretch>
              <a:fillRect/>
            </a:stretch>
          </p:blipFill>
          <p:spPr bwMode="auto">
            <a:xfrm>
              <a:off x="4709989" y="4857517"/>
              <a:ext cx="1662211"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1" name="Picture 2"/>
            <p:cNvPicPr>
              <a:picLocks noChangeAspect="1" noChangeArrowheads="1"/>
            </p:cNvPicPr>
            <p:nvPr>
              <p:custDataLst>
                <p:tags r:id="rId5"/>
              </p:custDataLst>
            </p:nvPr>
          </p:nvPicPr>
          <p:blipFill rotWithShape="1">
            <a:blip r:embed="rId6" cstate="print">
              <a:extLst>
                <a:ext uri="{28A0092B-C50C-407E-A947-70E740481C1C}">
                  <a14:useLocalDpi xmlns:a14="http://schemas.microsoft.com/office/drawing/2010/main" val="0"/>
                </a:ext>
              </a:extLst>
            </a:blip>
            <a:srcRect l="12976" t="5280" r="12721" b="9580"/>
            <a:stretch>
              <a:fillRect/>
            </a:stretch>
          </p:blipFill>
          <p:spPr bwMode="auto">
            <a:xfrm>
              <a:off x="4720809" y="3573016"/>
              <a:ext cx="1645364"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2"/>
            <p:cNvPicPr>
              <a:picLocks noChangeAspect="1" noChangeArrowheads="1"/>
            </p:cNvPicPr>
            <p:nvPr>
              <p:custDataLst>
                <p:tags r:id="rId7"/>
              </p:custDataLst>
            </p:nvPr>
          </p:nvPicPr>
          <p:blipFill rotWithShape="1">
            <a:blip r:embed="rId8" cstate="print">
              <a:extLst>
                <a:ext uri="{28A0092B-C50C-407E-A947-70E740481C1C}">
                  <a14:useLocalDpi xmlns:a14="http://schemas.microsoft.com/office/drawing/2010/main" val="0"/>
                </a:ext>
              </a:extLst>
            </a:blip>
            <a:srcRect l="12468" t="5279" r="11961" b="9293"/>
            <a:stretch>
              <a:fillRect/>
            </a:stretch>
          </p:blipFill>
          <p:spPr bwMode="auto">
            <a:xfrm>
              <a:off x="4692731" y="2780928"/>
              <a:ext cx="1673442" cy="1673442"/>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0" name="直接箭头连接符 9"/>
            <p:cNvCxnSpPr/>
            <p:nvPr/>
          </p:nvCxnSpPr>
          <p:spPr bwMode="auto">
            <a:xfrm flipH="1">
              <a:off x="3851920" y="4365104"/>
              <a:ext cx="864096" cy="1334088"/>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箭头连接符 22"/>
            <p:cNvCxnSpPr/>
            <p:nvPr/>
          </p:nvCxnSpPr>
          <p:spPr bwMode="auto">
            <a:xfrm>
              <a:off x="4067944" y="4444666"/>
              <a:ext cx="3384376" cy="1216582"/>
            </a:xfrm>
            <a:prstGeom prst="straightConnector1">
              <a:avLst/>
            </a:prstGeom>
            <a:solidFill>
              <a:schemeClr val="accent1"/>
            </a:solidFill>
            <a:ln w="2857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5" name="直接箭头连接符 24"/>
            <p:cNvCxnSpPr/>
            <p:nvPr/>
          </p:nvCxnSpPr>
          <p:spPr bwMode="auto">
            <a:xfrm flipV="1">
              <a:off x="4572000" y="2780928"/>
              <a:ext cx="0" cy="2160241"/>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28" name="矩形 27"/>
                <p:cNvSpPr/>
                <p:nvPr>
                  <p:custDataLst>
                    <p:tags r:id="rId9"/>
                  </p:custDataLst>
                </p:nvPr>
              </p:nvSpPr>
              <p:spPr>
                <a:xfrm rot="882434">
                  <a:off x="5148064" y="4725144"/>
                  <a:ext cx="570593" cy="1317172"/>
                </a:xfrm>
                <a:prstGeom prst="rect">
                  <a:avLst/>
                </a:prstGeom>
                <a:effectLst>
                  <a:outerShdw blurRad="76200" dist="12700" dir="2700000" sy="-23000" kx="-800400" algn="bl" rotWithShape="0">
                    <a:prstClr val="black">
                      <a:alpha val="20000"/>
                    </a:prstClr>
                  </a:outerShdw>
                </a:effectLst>
                <a:scene3d>
                  <a:camera prst="perspectiveContrastingLeftFacing"/>
                  <a:lightRig rig="threePt" dir="t"/>
                </a:scene3d>
              </p:spPr>
              <p:txBody>
                <a:bodyPr wrap="square">
                  <a:normAutofit/>
                </a:bodyPr>
                <a:lstStyle/>
                <a:p>
                  <a14:m>
                    <m:oMathPara xmlns:m="http://schemas.openxmlformats.org/officeDocument/2006/math">
                      <m:oMathParaPr>
                        <m:jc m:val="centerGroup"/>
                      </m:oMathParaPr>
                      <m:oMath xmlns:m="http://schemas.openxmlformats.org/officeDocument/2006/math">
                        <m:r>
                          <a:rPr lang="zh-CN" altLang="en-US" sz="5400" i="1">
                            <a:solidFill>
                              <a:schemeClr val="tx1"/>
                            </a:solidFill>
                            <a:latin typeface="Cambria Math" panose="02040503050406030204" pitchFamily="18" charset="0"/>
                            <a:ea typeface="MS Mincho" charset="0"/>
                            <a:cs typeface="Cambria Math" panose="02040503050406030204" pitchFamily="18" charset="0"/>
                          </a:rPr>
                          <m:t>⋮</m:t>
                        </m:r>
                      </m:oMath>
                    </m:oMathPara>
                  </a14:m>
                  <a:endParaRPr lang="zh-CN" altLang="en-US" sz="5400" i="1" dirty="0">
                    <a:solidFill>
                      <a:schemeClr val="tx1"/>
                    </a:solidFill>
                    <a:latin typeface="+mn-lt"/>
                    <a:ea typeface="+mn-ea"/>
                    <a:cs typeface="Cambria Math" panose="02040503050406030204" pitchFamily="18" charset="0"/>
                  </a:endParaRPr>
                </a:p>
              </p:txBody>
            </p:sp>
          </mc:Choice>
          <mc:Fallback>
            <p:sp>
              <p:nvSpPr>
                <p:cNvPr id="28" name="矩形 27"/>
                <p:cNvSpPr>
                  <a:spLocks noRot="1" noChangeAspect="1" noMove="1" noResize="1" noEditPoints="1" noAdjustHandles="1" noChangeArrowheads="1" noChangeShapeType="1" noTextEdit="1"/>
                </p:cNvSpPr>
                <p:nvPr>
                  <p:custDataLst>
                    <p:tags r:id="rId10"/>
                  </p:custDataLst>
                </p:nvPr>
              </p:nvSpPr>
              <p:spPr>
                <a:xfrm rot="882434">
                  <a:off x="5148064" y="4725144"/>
                  <a:ext cx="570593" cy="1317172"/>
                </a:xfrm>
                <a:prstGeom prst="rect">
                  <a:avLst/>
                </a:prstGeom>
                <a:blipFill rotWithShape="1">
                  <a:blip r:embed="rId11"/>
                </a:blipFill>
                <a:effectLst>
                  <a:outerShdw blurRad="76200" dist="12700" dir="2700000" sy="-23000" kx="-800400" algn="bl" rotWithShape="0">
                    <a:prstClr val="black">
                      <a:alpha val="20000"/>
                    </a:prstClr>
                  </a:outerShdw>
                </a:effectLst>
                <a:scene3d>
                  <a:camera prst="perspectiveContrastingLeftFacing"/>
                  <a:lightRig rig="threePt" dir="t"/>
                </a:scene3d>
              </p:spPr>
              <p:txBody>
                <a:bodyPr/>
                <a:lstStyle/>
                <a:p>
                  <a:r>
                    <a:rPr lang="zh-CN" altLang="en-US">
                      <a:noFill/>
                    </a:rPr>
                    <a:t> </a:t>
                  </a:r>
                </a:p>
              </p:txBody>
            </p:sp>
          </mc:Fallback>
        </mc:AlternateContent>
      </p:grpSp>
      <p:pic>
        <p:nvPicPr>
          <p:cNvPr id="38914" name="Picture 2"/>
          <p:cNvPicPr>
            <a:picLocks noChangeAspect="1" noChangeArrowheads="1"/>
          </p:cNvPicPr>
          <p:nvPr>
            <p:custDataLst>
              <p:tags r:id="rId12"/>
            </p:custDataLst>
          </p:nvPr>
        </p:nvPicPr>
        <p:blipFill rotWithShape="1">
          <a:blip r:embed="rId13" cstate="print">
            <a:extLst>
              <a:ext uri="{28A0092B-C50C-407E-A947-70E740481C1C}">
                <a14:useLocalDpi xmlns:a14="http://schemas.microsoft.com/office/drawing/2010/main" val="0"/>
              </a:ext>
            </a:extLst>
          </a:blip>
          <a:srcRect l="12917" t="5716" r="12700" b="9752"/>
          <a:stretch>
            <a:fillRect/>
          </a:stretch>
        </p:blipFill>
        <p:spPr bwMode="auto">
          <a:xfrm>
            <a:off x="4662353" y="2551389"/>
            <a:ext cx="1466811" cy="140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6" name="直接箭头连接符 5"/>
          <p:cNvCxnSpPr/>
          <p:nvPr/>
        </p:nvCxnSpPr>
        <p:spPr bwMode="auto">
          <a:xfrm flipH="1">
            <a:off x="3408482" y="3284984"/>
            <a:ext cx="959326" cy="883683"/>
          </a:xfrm>
          <a:prstGeom prst="straightConnector1">
            <a:avLst/>
          </a:prstGeom>
          <a:solidFill>
            <a:schemeClr val="accent1"/>
          </a:solidFill>
          <a:ln w="38100" cap="flat" cmpd="sng" algn="ctr">
            <a:solidFill>
              <a:srgbClr val="FF3300"/>
            </a:solidFill>
            <a:prstDash val="solid"/>
            <a:miter lim="800000"/>
            <a:headEnd type="none" w="med" len="med"/>
            <a:tailEnd type="arrow"/>
          </a:ln>
          <a:effectLst/>
        </p:spPr>
      </p:cxnSp>
      <p:grpSp>
        <p:nvGrpSpPr>
          <p:cNvPr id="18" name="组合 17"/>
          <p:cNvGrpSpPr/>
          <p:nvPr/>
        </p:nvGrpSpPr>
        <p:grpSpPr>
          <a:xfrm>
            <a:off x="6096000" y="2060848"/>
            <a:ext cx="2599218" cy="2703187"/>
            <a:chOff x="3851920" y="2780928"/>
            <a:chExt cx="3600400" cy="3744416"/>
          </a:xfrm>
        </p:grpSpPr>
        <p:pic>
          <p:nvPicPr>
            <p:cNvPr id="19" name="Picture 2"/>
            <p:cNvPicPr>
              <a:picLocks noChangeAspect="1" noChangeArrowheads="1"/>
            </p:cNvPicPr>
            <p:nvPr>
              <p:custDataLst>
                <p:tags r:id="rId14"/>
              </p:custDataLst>
            </p:nvPr>
          </p:nvPicPr>
          <p:blipFill rotWithShape="1">
            <a:blip r:embed="rId15" cstate="print">
              <a:extLst>
                <a:ext uri="{28A0092B-C50C-407E-A947-70E740481C1C}">
                  <a14:useLocalDpi xmlns:a14="http://schemas.microsoft.com/office/drawing/2010/main" val="0"/>
                </a:ext>
              </a:extLst>
            </a:blip>
            <a:srcRect l="12722" t="4994" r="12214" b="9865"/>
            <a:stretch>
              <a:fillRect/>
            </a:stretch>
          </p:blipFill>
          <p:spPr bwMode="auto">
            <a:xfrm>
              <a:off x="4709989" y="4857517"/>
              <a:ext cx="1662211"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2"/>
            <p:cNvPicPr>
              <a:picLocks noChangeAspect="1" noChangeArrowheads="1"/>
            </p:cNvPicPr>
            <p:nvPr>
              <p:custDataLst>
                <p:tags r:id="rId16"/>
              </p:custDataLst>
            </p:nvPr>
          </p:nvPicPr>
          <p:blipFill rotWithShape="1">
            <a:blip r:embed="rId6" cstate="print">
              <a:extLst>
                <a:ext uri="{28A0092B-C50C-407E-A947-70E740481C1C}">
                  <a14:useLocalDpi xmlns:a14="http://schemas.microsoft.com/office/drawing/2010/main" val="0"/>
                </a:ext>
              </a:extLst>
            </a:blip>
            <a:srcRect l="12976" t="5280" r="12721" b="9580"/>
            <a:stretch>
              <a:fillRect/>
            </a:stretch>
          </p:blipFill>
          <p:spPr bwMode="auto">
            <a:xfrm>
              <a:off x="4720809" y="3573016"/>
              <a:ext cx="1645364"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6" name="Picture 2"/>
            <p:cNvPicPr>
              <a:picLocks noChangeAspect="1" noChangeArrowheads="1"/>
            </p:cNvPicPr>
            <p:nvPr>
              <p:custDataLst>
                <p:tags r:id="rId17"/>
              </p:custDataLst>
            </p:nvPr>
          </p:nvPicPr>
          <p:blipFill rotWithShape="1">
            <a:blip r:embed="rId18" cstate="print">
              <a:extLst>
                <a:ext uri="{28A0092B-C50C-407E-A947-70E740481C1C}">
                  <a14:useLocalDpi xmlns:a14="http://schemas.microsoft.com/office/drawing/2010/main" val="0"/>
                </a:ext>
              </a:extLst>
            </a:blip>
            <a:srcRect l="12468" t="5279" r="11961" b="9293"/>
            <a:stretch>
              <a:fillRect/>
            </a:stretch>
          </p:blipFill>
          <p:spPr bwMode="auto">
            <a:xfrm>
              <a:off x="4692731" y="2780928"/>
              <a:ext cx="1673442" cy="1673442"/>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7" name="直接箭头连接符 26"/>
            <p:cNvCxnSpPr/>
            <p:nvPr/>
          </p:nvCxnSpPr>
          <p:spPr bwMode="auto">
            <a:xfrm flipH="1">
              <a:off x="3851920" y="4365104"/>
              <a:ext cx="864096" cy="1334088"/>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 name="直接箭头连接符 28"/>
            <p:cNvCxnSpPr/>
            <p:nvPr/>
          </p:nvCxnSpPr>
          <p:spPr bwMode="auto">
            <a:xfrm>
              <a:off x="4067944" y="4444666"/>
              <a:ext cx="3384376" cy="1216582"/>
            </a:xfrm>
            <a:prstGeom prst="straightConnector1">
              <a:avLst/>
            </a:prstGeom>
            <a:solidFill>
              <a:schemeClr val="accent1"/>
            </a:solidFill>
            <a:ln w="2857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 name="直接箭头连接符 29"/>
            <p:cNvCxnSpPr/>
            <p:nvPr/>
          </p:nvCxnSpPr>
          <p:spPr bwMode="auto">
            <a:xfrm flipV="1">
              <a:off x="4572000" y="2780928"/>
              <a:ext cx="0" cy="2160241"/>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31" name="矩形 30"/>
                <p:cNvSpPr/>
                <p:nvPr>
                  <p:custDataLst>
                    <p:tags r:id="rId19"/>
                  </p:custDataLst>
                </p:nvPr>
              </p:nvSpPr>
              <p:spPr>
                <a:xfrm rot="882434">
                  <a:off x="5148064" y="4725144"/>
                  <a:ext cx="555903" cy="1277169"/>
                </a:xfrm>
                <a:prstGeom prst="rect">
                  <a:avLst/>
                </a:prstGeom>
                <a:effectLst>
                  <a:outerShdw blurRad="76200" dist="12700" dir="2700000" sy="-23000" kx="-800400" algn="bl" rotWithShape="0">
                    <a:prstClr val="black">
                      <a:alpha val="20000"/>
                    </a:prstClr>
                  </a:outerShdw>
                </a:effectLst>
                <a:scene3d>
                  <a:camera prst="perspectiveContrastingLeftFacing"/>
                  <a:lightRig rig="threePt" dir="t"/>
                </a:scene3d>
              </p:spPr>
              <p:txBody>
                <a:bodyPr wrap="square">
                  <a:normAutofit/>
                </a:bodyPr>
                <a:lstStyle/>
                <a:p>
                  <a14:m>
                    <m:oMathPara xmlns:m="http://schemas.openxmlformats.org/officeDocument/2006/math">
                      <m:oMathParaPr>
                        <m:jc m:val="centerGroup"/>
                      </m:oMathParaPr>
                      <m:oMath xmlns:m="http://schemas.openxmlformats.org/officeDocument/2006/math">
                        <m:r>
                          <a:rPr lang="zh-CN" altLang="en-US" sz="5400" i="1">
                            <a:solidFill>
                              <a:schemeClr val="tx1"/>
                            </a:solidFill>
                            <a:latin typeface="Cambria Math" panose="02040503050406030204" pitchFamily="18" charset="0"/>
                            <a:ea typeface="MS Mincho" charset="0"/>
                            <a:cs typeface="Cambria Math" panose="02040503050406030204" pitchFamily="18" charset="0"/>
                          </a:rPr>
                          <m:t>⋮</m:t>
                        </m:r>
                      </m:oMath>
                    </m:oMathPara>
                  </a14:m>
                  <a:endParaRPr lang="zh-CN" altLang="en-US" sz="5400" i="1" dirty="0">
                    <a:solidFill>
                      <a:schemeClr val="tx1"/>
                    </a:solidFill>
                    <a:latin typeface="+mn-lt"/>
                    <a:ea typeface="+mn-ea"/>
                    <a:cs typeface="Cambria Math" panose="02040503050406030204" pitchFamily="18" charset="0"/>
                  </a:endParaRPr>
                </a:p>
              </p:txBody>
            </p:sp>
          </mc:Choice>
          <mc:Fallback>
            <p:sp>
              <p:nvSpPr>
                <p:cNvPr id="31" name="矩形 30"/>
                <p:cNvSpPr>
                  <a:spLocks noRot="1" noChangeAspect="1" noMove="1" noResize="1" noEditPoints="1" noAdjustHandles="1" noChangeArrowheads="1" noChangeShapeType="1" noTextEdit="1"/>
                </p:cNvSpPr>
                <p:nvPr>
                  <p:custDataLst>
                    <p:tags r:id="rId20"/>
                  </p:custDataLst>
                </p:nvPr>
              </p:nvSpPr>
              <p:spPr>
                <a:xfrm rot="882434">
                  <a:off x="5148064" y="4725144"/>
                  <a:ext cx="555903" cy="1277169"/>
                </a:xfrm>
                <a:prstGeom prst="rect">
                  <a:avLst/>
                </a:prstGeom>
                <a:blipFill rotWithShape="1">
                  <a:blip r:embed="rId21"/>
                </a:blipFill>
                <a:effectLst>
                  <a:outerShdw blurRad="76200" dist="12700" dir="2700000" sy="-23000" kx="-800400" algn="bl" rotWithShape="0">
                    <a:prstClr val="black">
                      <a:alpha val="20000"/>
                    </a:prstClr>
                  </a:outerShdw>
                </a:effectLst>
                <a:scene3d>
                  <a:camera prst="perspectiveContrastingLeftFacing"/>
                  <a:lightRig rig="threePt" dir="t"/>
                </a:scene3d>
              </p:spPr>
              <p:txBody>
                <a:bodyPr/>
                <a:lstStyle/>
                <a:p>
                  <a:r>
                    <a:rPr lang="zh-CN" altLang="en-US">
                      <a:noFill/>
                    </a:rPr>
                    <a:t> </a:t>
                  </a:r>
                </a:p>
              </p:txBody>
            </p:sp>
          </mc:Fallback>
        </mc:AlternateContent>
      </p:grpSp>
      <p:cxnSp>
        <p:nvCxnSpPr>
          <p:cNvPr id="32" name="直接箭头连接符 31"/>
          <p:cNvCxnSpPr/>
          <p:nvPr/>
        </p:nvCxnSpPr>
        <p:spPr bwMode="auto">
          <a:xfrm>
            <a:off x="3647728" y="4581128"/>
            <a:ext cx="3091250" cy="0"/>
          </a:xfrm>
          <a:prstGeom prst="straightConnector1">
            <a:avLst/>
          </a:prstGeom>
          <a:solidFill>
            <a:schemeClr val="accent1"/>
          </a:solidFill>
          <a:ln w="38100" cap="flat" cmpd="sng" algn="ctr">
            <a:solidFill>
              <a:srgbClr val="FF3300"/>
            </a:solidFill>
            <a:prstDash val="solid"/>
            <a:miter lim="800000"/>
            <a:headEnd type="none" w="med" len="med"/>
            <a:tailEnd type="arrow"/>
          </a:ln>
          <a:effectLst/>
        </p:spPr>
      </p:cxnSp>
      <p:pic>
        <p:nvPicPr>
          <p:cNvPr id="33" name="Picture 2"/>
          <p:cNvPicPr>
            <a:picLocks noChangeAspect="1" noChangeArrowheads="1"/>
          </p:cNvPicPr>
          <p:nvPr>
            <p:custDataLst>
              <p:tags r:id="rId22"/>
            </p:custDataLst>
          </p:nvPr>
        </p:nvPicPr>
        <p:blipFill rotWithShape="1">
          <a:blip r:embed="rId13" cstate="print">
            <a:extLst>
              <a:ext uri="{28A0092B-C50C-407E-A947-70E740481C1C}">
                <a14:useLocalDpi xmlns:a14="http://schemas.microsoft.com/office/drawing/2010/main" val="0"/>
              </a:ext>
            </a:extLst>
          </a:blip>
          <a:srcRect l="12917" t="5716" r="12700" b="9752"/>
          <a:stretch>
            <a:fillRect/>
          </a:stretch>
        </p:blipFill>
        <p:spPr bwMode="auto">
          <a:xfrm>
            <a:off x="9048328" y="2561301"/>
            <a:ext cx="1466811" cy="1405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4" name="直接箭头连接符 33"/>
          <p:cNvCxnSpPr/>
          <p:nvPr/>
        </p:nvCxnSpPr>
        <p:spPr bwMode="auto">
          <a:xfrm flipV="1">
            <a:off x="7961008" y="4168667"/>
            <a:ext cx="1519368" cy="412461"/>
          </a:xfrm>
          <a:prstGeom prst="straightConnector1">
            <a:avLst/>
          </a:prstGeom>
          <a:solidFill>
            <a:schemeClr val="accent1"/>
          </a:solidFill>
          <a:ln w="38100" cap="flat" cmpd="sng" algn="ctr">
            <a:solidFill>
              <a:srgbClr val="FF3300"/>
            </a:solidFill>
            <a:prstDash val="solid"/>
            <a:miter lim="800000"/>
            <a:headEnd type="none" w="med" len="med"/>
            <a:tailEnd type="arrow"/>
          </a:ln>
          <a:effectLst/>
        </p:spPr>
      </p:cxnSp>
      <mc:AlternateContent xmlns:mc="http://schemas.openxmlformats.org/markup-compatibility/2006">
        <mc:Choice xmlns:a14="http://schemas.microsoft.com/office/drawing/2010/main" Requires="a14">
          <p:sp>
            <p:nvSpPr>
              <p:cNvPr id="37888" name="矩形 37887"/>
              <p:cNvSpPr/>
              <p:nvPr>
                <p:custDataLst>
                  <p:tags r:id="rId23"/>
                </p:custDataLst>
              </p:nvPr>
            </p:nvSpPr>
            <p:spPr>
              <a:xfrm>
                <a:off x="3517573" y="3321555"/>
                <a:ext cx="605155"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ctrlPr>
                            <a:rPr lang="en-US" altLang="zh-CN" i="1">
                              <a:solidFill>
                                <a:schemeClr val="tx1"/>
                              </a:solidFill>
                              <a:latin typeface="Cambria Math" panose="02040503050406030204" pitchFamily="18" charset="0"/>
                              <a:ea typeface="+mn-ea"/>
                              <a:cs typeface="Cambria Math" panose="02040503050406030204" pitchFamily="18" charset="0"/>
                            </a:rPr>
                          </m:ctrlPr>
                        </m:dPr>
                        <m:e>
                          <m:r>
                            <a:rPr lang="en-US" altLang="zh-CN" i="1">
                              <a:solidFill>
                                <a:schemeClr val="tx1"/>
                              </a:solidFill>
                              <a:latin typeface="Cambria Math" panose="02040503050406030204" pitchFamily="18" charset="0"/>
                              <a:ea typeface="MS Mincho" charset="0"/>
                              <a:cs typeface="Cambria Math" panose="02040503050406030204" pitchFamily="18" charset="0"/>
                            </a:rPr>
                            <m:t>1</m:t>
                          </m:r>
                        </m:e>
                      </m:d>
                    </m:oMath>
                  </m:oMathPara>
                </a14:m>
                <a:endParaRPr lang="en-US" altLang="zh-CN" i="1" dirty="0">
                  <a:solidFill>
                    <a:schemeClr val="tx1"/>
                  </a:solidFill>
                  <a:latin typeface="+mn-lt"/>
                  <a:ea typeface="+mn-ea"/>
                  <a:cs typeface="Cambria Math" panose="02040503050406030204" pitchFamily="18" charset="0"/>
                </a:endParaRPr>
              </a:p>
            </p:txBody>
          </p:sp>
        </mc:Choice>
        <mc:Fallback>
          <p:sp>
            <p:nvSpPr>
              <p:cNvPr id="37888" name="矩形 37887"/>
              <p:cNvSpPr>
                <a:spLocks noRot="1" noChangeAspect="1" noMove="1" noResize="1" noEditPoints="1" noAdjustHandles="1" noChangeArrowheads="1" noChangeShapeType="1" noTextEdit="1"/>
              </p:cNvSpPr>
              <p:nvPr>
                <p:custDataLst>
                  <p:tags r:id="rId24"/>
                </p:custDataLst>
              </p:nvPr>
            </p:nvSpPr>
            <p:spPr>
              <a:xfrm>
                <a:off x="3517573" y="3321555"/>
                <a:ext cx="605155" cy="460375"/>
              </a:xfrm>
              <a:prstGeom prst="rect">
                <a:avLst/>
              </a:prstGeom>
              <a:blipFill rotWithShape="1">
                <a:blip r:embed="rId25"/>
                <a:stretch>
                  <a:fillRect l="-51" t="-110" r="51" b="110"/>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8" name="矩形 37"/>
              <p:cNvSpPr/>
              <p:nvPr>
                <p:custDataLst>
                  <p:tags r:id="rId26"/>
                </p:custDataLst>
              </p:nvPr>
            </p:nvSpPr>
            <p:spPr>
              <a:xfrm>
                <a:off x="5042648" y="4197353"/>
                <a:ext cx="605155"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ctrlPr>
                            <a:rPr lang="en-US" altLang="zh-CN" i="1" smtClean="0">
                              <a:solidFill>
                                <a:schemeClr val="tx1"/>
                              </a:solidFill>
                              <a:latin typeface="Cambria Math" panose="02040503050406030204" pitchFamily="18" charset="0"/>
                              <a:ea typeface="+mn-ea"/>
                              <a:cs typeface="Cambria Math" panose="02040503050406030204" pitchFamily="18" charset="0"/>
                            </a:rPr>
                          </m:ctrlPr>
                        </m:dPr>
                        <m:e>
                          <m:r>
                            <a:rPr lang="en-US" altLang="zh-CN" b="0" i="1" smtClean="0">
                              <a:solidFill>
                                <a:schemeClr val="tx1"/>
                              </a:solidFill>
                              <a:latin typeface="Cambria Math" panose="02040503050406030204" pitchFamily="18" charset="0"/>
                              <a:ea typeface="MS Mincho" charset="0"/>
                              <a:cs typeface="Cambria Math" panose="02040503050406030204" pitchFamily="18" charset="0"/>
                            </a:rPr>
                            <m:t>2</m:t>
                          </m:r>
                        </m:e>
                      </m:d>
                    </m:oMath>
                  </m:oMathPara>
                </a14:m>
                <a:endParaRPr lang="en-US" altLang="zh-CN" b="0" i="1" dirty="0" smtClean="0">
                  <a:solidFill>
                    <a:schemeClr val="tx1"/>
                  </a:solidFill>
                  <a:latin typeface="+mn-lt"/>
                  <a:ea typeface="+mn-ea"/>
                  <a:cs typeface="Cambria Math" panose="02040503050406030204" pitchFamily="18" charset="0"/>
                </a:endParaRPr>
              </a:p>
            </p:txBody>
          </p:sp>
        </mc:Choice>
        <mc:Fallback>
          <p:sp>
            <p:nvSpPr>
              <p:cNvPr id="38" name="矩形 37"/>
              <p:cNvSpPr>
                <a:spLocks noRot="1" noChangeAspect="1" noMove="1" noResize="1" noEditPoints="1" noAdjustHandles="1" noChangeArrowheads="1" noChangeShapeType="1" noTextEdit="1"/>
              </p:cNvSpPr>
              <p:nvPr>
                <p:custDataLst>
                  <p:tags r:id="rId27"/>
                </p:custDataLst>
              </p:nvPr>
            </p:nvSpPr>
            <p:spPr>
              <a:xfrm>
                <a:off x="5042648" y="4197353"/>
                <a:ext cx="605155" cy="460375"/>
              </a:xfrm>
              <a:prstGeom prst="rect">
                <a:avLst/>
              </a:prstGeom>
              <a:blipFill rotWithShape="1">
                <a:blip r:embed="rId28"/>
                <a:stretch>
                  <a:fillRect l="-19" t="-1" r="19" b="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37889" name="矩形 37888"/>
              <p:cNvSpPr/>
              <p:nvPr>
                <p:custDataLst>
                  <p:tags r:id="rId29"/>
                </p:custDataLst>
              </p:nvPr>
            </p:nvSpPr>
            <p:spPr>
              <a:xfrm>
                <a:off x="8695218" y="4391306"/>
                <a:ext cx="605155" cy="460375"/>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d>
                        <m:dPr>
                          <m:ctrlPr>
                            <a:rPr lang="en-US" altLang="zh-CN" i="1" smtClean="0">
                              <a:solidFill>
                                <a:schemeClr val="tx1"/>
                              </a:solidFill>
                              <a:latin typeface="Cambria Math" panose="02040503050406030204" pitchFamily="18" charset="0"/>
                              <a:ea typeface="+mn-ea"/>
                              <a:cs typeface="Cambria Math" panose="02040503050406030204" pitchFamily="18" charset="0"/>
                            </a:rPr>
                          </m:ctrlPr>
                        </m:dPr>
                        <m:e>
                          <m:r>
                            <a:rPr lang="en-US" altLang="zh-CN" b="0" i="1" smtClean="0">
                              <a:solidFill>
                                <a:schemeClr val="tx1"/>
                              </a:solidFill>
                              <a:latin typeface="Cambria Math" panose="02040503050406030204" pitchFamily="18" charset="0"/>
                              <a:ea typeface="MS Mincho" charset="0"/>
                              <a:cs typeface="Cambria Math" panose="02040503050406030204" pitchFamily="18" charset="0"/>
                            </a:rPr>
                            <m:t>3</m:t>
                          </m:r>
                        </m:e>
                      </m:d>
                    </m:oMath>
                  </m:oMathPara>
                </a14:m>
                <a:endParaRPr lang="en-US" altLang="zh-CN" b="0" i="1" dirty="0" smtClean="0">
                  <a:solidFill>
                    <a:schemeClr val="tx1"/>
                  </a:solidFill>
                  <a:latin typeface="+mn-lt"/>
                  <a:ea typeface="+mn-ea"/>
                  <a:cs typeface="Cambria Math" panose="02040503050406030204" pitchFamily="18" charset="0"/>
                </a:endParaRPr>
              </a:p>
            </p:txBody>
          </p:sp>
        </mc:Choice>
        <mc:Fallback>
          <p:sp>
            <p:nvSpPr>
              <p:cNvPr id="37889" name="矩形 37888"/>
              <p:cNvSpPr>
                <a:spLocks noRot="1" noChangeAspect="1" noMove="1" noResize="1" noEditPoints="1" noAdjustHandles="1" noChangeArrowheads="1" noChangeShapeType="1" noTextEdit="1"/>
              </p:cNvSpPr>
              <p:nvPr>
                <p:custDataLst>
                  <p:tags r:id="rId30"/>
                </p:custDataLst>
              </p:nvPr>
            </p:nvSpPr>
            <p:spPr>
              <a:xfrm>
                <a:off x="8695218" y="4391306"/>
                <a:ext cx="605155" cy="460375"/>
              </a:xfrm>
              <a:prstGeom prst="rect">
                <a:avLst/>
              </a:prstGeom>
              <a:blipFill rotWithShape="1">
                <a:blip r:embed="rId31"/>
                <a:stretch>
                  <a:fillRect l="-27" t="-61" r="27" b="61"/>
                </a:stretch>
              </a:blipFill>
            </p:spPr>
            <p:txBody>
              <a:bodyPr/>
              <a:lstStyle/>
              <a:p>
                <a:r>
                  <a:rPr lang="zh-CN" altLang="en-US">
                    <a:noFill/>
                  </a:rPr>
                  <a:t> </a:t>
                </a:r>
              </a:p>
            </p:txBody>
          </p:sp>
        </mc:Fallback>
      </mc:AlternateContent>
      <p:sp>
        <p:nvSpPr>
          <p:cNvPr id="37891" name="矩形 37890"/>
          <p:cNvSpPr/>
          <p:nvPr>
            <p:custDataLst>
              <p:tags r:id="rId32"/>
            </p:custDataLst>
          </p:nvPr>
        </p:nvSpPr>
        <p:spPr>
          <a:xfrm>
            <a:off x="2092355" y="4556735"/>
            <a:ext cx="8252117" cy="2399665"/>
          </a:xfrm>
          <a:prstGeom prst="rect">
            <a:avLst/>
          </a:prstGeom>
        </p:spPr>
        <p:txBody>
          <a:bodyPr wrap="square">
            <a:normAutofit/>
          </a:bodyPr>
          <a:lstStyle/>
          <a:p>
            <a:pPr marL="0" indent="0" eaLnBrk="1" latinLnBrk="0" hangingPunct="1">
              <a:lnSpc>
                <a:spcPct val="150000"/>
              </a:lnSpc>
            </a:pPr>
            <a:r>
              <a:rPr lang="zh-CN" altLang="en-US" sz="2000" dirty="0">
                <a:solidFill>
                  <a:schemeClr val="tx1"/>
                </a:solidFill>
                <a:latin typeface="+mn-lt"/>
                <a:ea typeface="+mn-ea"/>
              </a:rPr>
              <a:t>隐藏信息：用秘密信息替换最低有效比特</a:t>
            </a:r>
            <a:endParaRPr lang="zh-CN" altLang="en-US" sz="2000" dirty="0">
              <a:solidFill>
                <a:schemeClr val="tx1"/>
              </a:solidFill>
              <a:latin typeface="+mn-lt"/>
              <a:ea typeface="+mn-ea"/>
            </a:endParaRPr>
          </a:p>
          <a:p>
            <a:pPr marL="0" indent="0" eaLnBrk="1" latinLnBrk="0" hangingPunct="1">
              <a:lnSpc>
                <a:spcPct val="150000"/>
              </a:lnSpc>
              <a:buFont typeface="Wingdings" panose="05000000000000000000" pitchFamily="2" charset="2"/>
              <a:buNone/>
            </a:pPr>
            <a:r>
              <a:rPr lang="zh-CN" altLang="en-US" sz="2000" dirty="0">
                <a:solidFill>
                  <a:schemeClr val="tx1"/>
                </a:solidFill>
                <a:latin typeface="+mn-lt"/>
                <a:ea typeface="+mn-ea"/>
              </a:rPr>
              <a:t>载体样点：</a:t>
            </a:r>
            <a:r>
              <a:rPr lang="en-US" altLang="zh-CN" sz="2000" dirty="0">
                <a:solidFill>
                  <a:schemeClr val="tx1"/>
                </a:solidFill>
                <a:latin typeface="+mn-lt"/>
                <a:ea typeface="+mn-ea"/>
              </a:rPr>
              <a:t>0110 001</a:t>
            </a:r>
            <a:r>
              <a:rPr lang="en-US" altLang="zh-CN" sz="2000" b="1" dirty="0">
                <a:solidFill>
                  <a:schemeClr val="tx1"/>
                </a:solidFill>
                <a:latin typeface="+mn-lt"/>
                <a:ea typeface="+mn-ea"/>
              </a:rPr>
              <a:t>1</a:t>
            </a:r>
            <a:r>
              <a:rPr lang="en-US" altLang="zh-CN" sz="2000" dirty="0">
                <a:solidFill>
                  <a:schemeClr val="tx1"/>
                </a:solidFill>
                <a:latin typeface="+mn-lt"/>
                <a:ea typeface="+mn-ea"/>
              </a:rPr>
              <a:t>    0101 011</a:t>
            </a:r>
            <a:r>
              <a:rPr lang="en-US" altLang="zh-CN" sz="2000" b="1" dirty="0">
                <a:solidFill>
                  <a:schemeClr val="tx1"/>
                </a:solidFill>
                <a:latin typeface="+mn-lt"/>
                <a:ea typeface="+mn-ea"/>
              </a:rPr>
              <a:t>1</a:t>
            </a:r>
            <a:r>
              <a:rPr lang="en-US" altLang="zh-CN" sz="2000" dirty="0">
                <a:solidFill>
                  <a:schemeClr val="tx1"/>
                </a:solidFill>
                <a:latin typeface="+mn-lt"/>
                <a:ea typeface="+mn-ea"/>
              </a:rPr>
              <a:t>    0111 011</a:t>
            </a:r>
            <a:r>
              <a:rPr lang="en-US" altLang="zh-CN" sz="2000" b="1" dirty="0">
                <a:solidFill>
                  <a:schemeClr val="tx1"/>
                </a:solidFill>
                <a:latin typeface="+mn-lt"/>
                <a:ea typeface="+mn-ea"/>
              </a:rPr>
              <a:t>0</a:t>
            </a:r>
            <a:endParaRPr lang="en-US" altLang="zh-CN" sz="2000" b="1" dirty="0">
              <a:solidFill>
                <a:schemeClr val="tx1"/>
              </a:solidFill>
              <a:latin typeface="+mn-lt"/>
              <a:ea typeface="+mn-ea"/>
            </a:endParaRPr>
          </a:p>
          <a:p>
            <a:pPr marL="0" indent="0" eaLnBrk="1" latinLnBrk="0" hangingPunct="1">
              <a:lnSpc>
                <a:spcPct val="150000"/>
              </a:lnSpc>
              <a:buFont typeface="Wingdings" panose="05000000000000000000" pitchFamily="2" charset="2"/>
              <a:buNone/>
            </a:pPr>
            <a:r>
              <a:rPr lang="zh-CN" altLang="en-US" sz="2000" dirty="0">
                <a:solidFill>
                  <a:schemeClr val="tx1"/>
                </a:solidFill>
                <a:latin typeface="+mn-lt"/>
                <a:ea typeface="+mn-ea"/>
              </a:rPr>
              <a:t>秘密消息：</a:t>
            </a:r>
            <a:r>
              <a:rPr lang="en-US" altLang="zh-CN" sz="2000" dirty="0">
                <a:solidFill>
                  <a:schemeClr val="tx1"/>
                </a:solidFill>
                <a:latin typeface="+mn-lt"/>
                <a:ea typeface="+mn-ea"/>
              </a:rPr>
              <a:t>              </a:t>
            </a:r>
            <a:r>
              <a:rPr lang="en-US" altLang="zh-CN" sz="2000" b="1" dirty="0">
                <a:solidFill>
                  <a:schemeClr val="tx1"/>
                </a:solidFill>
                <a:latin typeface="+mn-lt"/>
                <a:ea typeface="+mn-ea"/>
              </a:rPr>
              <a:t>0</a:t>
            </a:r>
            <a:r>
              <a:rPr lang="en-US" altLang="zh-CN" sz="2000" dirty="0">
                <a:solidFill>
                  <a:schemeClr val="tx1"/>
                </a:solidFill>
                <a:latin typeface="+mn-lt"/>
                <a:ea typeface="+mn-ea"/>
              </a:rPr>
              <a:t>                 </a:t>
            </a:r>
            <a:r>
              <a:rPr lang="en-US" altLang="zh-CN" sz="2000" b="1" dirty="0">
                <a:solidFill>
                  <a:schemeClr val="tx1"/>
                </a:solidFill>
                <a:latin typeface="+mn-lt"/>
                <a:ea typeface="+mn-ea"/>
              </a:rPr>
              <a:t>0</a:t>
            </a:r>
            <a:r>
              <a:rPr lang="en-US" altLang="zh-CN" sz="2000" dirty="0">
                <a:solidFill>
                  <a:schemeClr val="tx1"/>
                </a:solidFill>
                <a:latin typeface="+mn-lt"/>
                <a:ea typeface="+mn-ea"/>
              </a:rPr>
              <a:t>                 </a:t>
            </a:r>
            <a:r>
              <a:rPr lang="en-US" altLang="zh-CN" sz="2000" b="1" dirty="0">
                <a:solidFill>
                  <a:schemeClr val="tx1"/>
                </a:solidFill>
                <a:latin typeface="+mn-lt"/>
                <a:ea typeface="+mn-ea"/>
              </a:rPr>
              <a:t>1</a:t>
            </a:r>
            <a:endParaRPr lang="en-US" altLang="zh-CN" sz="2000" b="1" dirty="0">
              <a:solidFill>
                <a:schemeClr val="tx1"/>
              </a:solidFill>
              <a:latin typeface="+mn-lt"/>
              <a:ea typeface="+mn-ea"/>
            </a:endParaRPr>
          </a:p>
          <a:p>
            <a:pPr marL="0" indent="0" eaLnBrk="1" latinLnBrk="0" hangingPunct="1">
              <a:lnSpc>
                <a:spcPct val="150000"/>
              </a:lnSpc>
              <a:buFont typeface="Wingdings" panose="05000000000000000000" pitchFamily="2" charset="2"/>
              <a:buNone/>
            </a:pPr>
            <a:r>
              <a:rPr lang="zh-CN" altLang="en-US" sz="2000" dirty="0">
                <a:solidFill>
                  <a:schemeClr val="tx1"/>
                </a:solidFill>
                <a:latin typeface="+mn-lt"/>
                <a:ea typeface="+mn-ea"/>
              </a:rPr>
              <a:t>隐写样点：</a:t>
            </a:r>
            <a:r>
              <a:rPr lang="en-US" altLang="zh-CN" sz="2000" dirty="0">
                <a:solidFill>
                  <a:schemeClr val="tx1"/>
                </a:solidFill>
                <a:latin typeface="+mn-lt"/>
                <a:ea typeface="+mn-ea"/>
              </a:rPr>
              <a:t>0110 001</a:t>
            </a:r>
            <a:r>
              <a:rPr lang="en-US" altLang="zh-CN" sz="2000" b="1" dirty="0">
                <a:solidFill>
                  <a:schemeClr val="tx1"/>
                </a:solidFill>
                <a:latin typeface="+mn-lt"/>
                <a:ea typeface="+mn-ea"/>
              </a:rPr>
              <a:t>0</a:t>
            </a:r>
            <a:r>
              <a:rPr lang="en-US" altLang="zh-CN" sz="2000" dirty="0">
                <a:solidFill>
                  <a:schemeClr val="tx1"/>
                </a:solidFill>
                <a:latin typeface="+mn-lt"/>
                <a:ea typeface="+mn-ea"/>
              </a:rPr>
              <a:t>    0101 011</a:t>
            </a:r>
            <a:r>
              <a:rPr lang="en-US" altLang="zh-CN" sz="2000" b="1" dirty="0">
                <a:solidFill>
                  <a:schemeClr val="tx1"/>
                </a:solidFill>
                <a:latin typeface="+mn-lt"/>
                <a:ea typeface="+mn-ea"/>
              </a:rPr>
              <a:t>0</a:t>
            </a:r>
            <a:r>
              <a:rPr lang="en-US" altLang="zh-CN" sz="2000" dirty="0">
                <a:solidFill>
                  <a:schemeClr val="tx1"/>
                </a:solidFill>
                <a:latin typeface="+mn-lt"/>
                <a:ea typeface="+mn-ea"/>
              </a:rPr>
              <a:t>    0111 011</a:t>
            </a:r>
            <a:r>
              <a:rPr lang="en-US" altLang="zh-CN" sz="2000" b="1" dirty="0">
                <a:solidFill>
                  <a:schemeClr val="tx1"/>
                </a:solidFill>
                <a:latin typeface="+mn-lt"/>
                <a:ea typeface="+mn-ea"/>
              </a:rPr>
              <a:t>1</a:t>
            </a:r>
            <a:endParaRPr lang="en-US" altLang="zh-CN" sz="2000" dirty="0">
              <a:solidFill>
                <a:schemeClr val="tx1"/>
              </a:solidFill>
              <a:latin typeface="+mn-lt"/>
              <a:ea typeface="+mn-ea"/>
            </a:endParaRPr>
          </a:p>
          <a:p>
            <a:pPr marL="0" indent="0" eaLnBrk="1" latinLnBrk="0" hangingPunct="1">
              <a:lnSpc>
                <a:spcPct val="150000"/>
              </a:lnSpc>
            </a:pPr>
            <a:r>
              <a:rPr lang="zh-CN" altLang="en-US" sz="2000" dirty="0">
                <a:solidFill>
                  <a:schemeClr val="tx1"/>
                </a:solidFill>
                <a:latin typeface="+mn-lt"/>
                <a:ea typeface="+mn-ea"/>
              </a:rPr>
              <a:t>提取消息：提取最低有效比特还原信息</a:t>
            </a:r>
            <a:endParaRPr lang="zh-CN" altLang="en-US" sz="2000" dirty="0">
              <a:solidFill>
                <a:schemeClr val="tx1"/>
              </a:solidFill>
              <a:latin typeface="+mn-lt"/>
              <a:ea typeface="+mn-ea"/>
            </a:endParaRPr>
          </a:p>
        </p:txBody>
      </p:sp>
      <p:sp>
        <p:nvSpPr>
          <p:cNvPr id="12" name="标题 11"/>
          <p:cNvSpPr>
            <a:spLocks noGrp="1"/>
          </p:cNvSpPr>
          <p:nvPr>
            <p:ph type="title"/>
            <p:custDataLst>
              <p:tags r:id="rId33"/>
            </p:custDataLst>
          </p:nvPr>
        </p:nvSpPr>
        <p:spPr/>
        <p:txBody>
          <a:bodyPr vert="horz" lIns="91440" tIns="45720" rIns="91440" bIns="45720" rtlCol="0" anchor="ctr">
            <a:normAutofit/>
          </a:bodyPr>
          <a:p>
            <a:pPr lvl="0" algn="l">
              <a:buClrTx/>
              <a:buSzTx/>
              <a:buFontTx/>
            </a:pPr>
            <a:r>
              <a:rPr lang="zh-CN" altLang="en-US" smtClean="0">
                <a:sym typeface="+mn-ea"/>
              </a:rPr>
              <a:t>隐写系统示例-LSB隐写系统</a:t>
            </a:r>
            <a:endParaRPr lang="zh-CN" altLang="en-US" smtClean="0">
              <a:sym typeface="+mn-ea"/>
            </a:endParaRPr>
          </a:p>
        </p:txBody>
      </p:sp>
    </p:spTree>
    <p:custDataLst>
      <p:tags r:id="rId3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8914"/>
                                        </p:tgtEl>
                                        <p:attrNameLst>
                                          <p:attrName>style.visibility</p:attrName>
                                        </p:attrNameLst>
                                      </p:cBhvr>
                                      <p:to>
                                        <p:strVal val="visible"/>
                                      </p:to>
                                    </p:set>
                                    <p:animEffect transition="in" filter="fade">
                                      <p:cBhvr>
                                        <p:cTn id="14" dur="1000"/>
                                        <p:tgtEl>
                                          <p:spTgt spid="38914"/>
                                        </p:tgtEl>
                                      </p:cBhvr>
                                    </p:animEffect>
                                    <p:anim calcmode="lin" valueType="num">
                                      <p:cBhvr>
                                        <p:cTn id="15" dur="1000" fill="hold"/>
                                        <p:tgtEl>
                                          <p:spTgt spid="38914"/>
                                        </p:tgtEl>
                                        <p:attrNameLst>
                                          <p:attrName>ppt_x</p:attrName>
                                        </p:attrNameLst>
                                      </p:cBhvr>
                                      <p:tavLst>
                                        <p:tav tm="0">
                                          <p:val>
                                            <p:strVal val="#ppt_x"/>
                                          </p:val>
                                        </p:tav>
                                        <p:tav tm="100000">
                                          <p:val>
                                            <p:strVal val="#ppt_x"/>
                                          </p:val>
                                        </p:tav>
                                      </p:tavLst>
                                    </p:anim>
                                    <p:anim calcmode="lin" valueType="num">
                                      <p:cBhvr>
                                        <p:cTn id="16" dur="1000" fill="hold"/>
                                        <p:tgtEl>
                                          <p:spTgt spid="3891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37888"/>
                                        </p:tgtEl>
                                        <p:attrNameLst>
                                          <p:attrName>style.visibility</p:attrName>
                                        </p:attrNameLst>
                                      </p:cBhvr>
                                      <p:to>
                                        <p:strVal val="visible"/>
                                      </p:to>
                                    </p:set>
                                    <p:animEffect transition="in" filter="fade">
                                      <p:cBhvr>
                                        <p:cTn id="24" dur="1000"/>
                                        <p:tgtEl>
                                          <p:spTgt spid="37888"/>
                                        </p:tgtEl>
                                      </p:cBhvr>
                                    </p:animEffect>
                                    <p:anim calcmode="lin" valueType="num">
                                      <p:cBhvr>
                                        <p:cTn id="25" dur="1000" fill="hold"/>
                                        <p:tgtEl>
                                          <p:spTgt spid="37888"/>
                                        </p:tgtEl>
                                        <p:attrNameLst>
                                          <p:attrName>ppt_x</p:attrName>
                                        </p:attrNameLst>
                                      </p:cBhvr>
                                      <p:tavLst>
                                        <p:tav tm="0">
                                          <p:val>
                                            <p:strVal val="#ppt_x"/>
                                          </p:val>
                                        </p:tav>
                                        <p:tav tm="100000">
                                          <p:val>
                                            <p:strVal val="#ppt_x"/>
                                          </p:val>
                                        </p:tav>
                                      </p:tavLst>
                                    </p:anim>
                                    <p:anim calcmode="lin" valueType="num">
                                      <p:cBhvr>
                                        <p:cTn id="26" dur="1000" fill="hold"/>
                                        <p:tgtEl>
                                          <p:spTgt spid="37888"/>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animEffect transition="in" filter="fade">
                                      <p:cBhvr>
                                        <p:cTn id="31" dur="1000"/>
                                        <p:tgtEl>
                                          <p:spTgt spid="38"/>
                                        </p:tgtEl>
                                      </p:cBhvr>
                                    </p:animEffect>
                                    <p:anim calcmode="lin" valueType="num">
                                      <p:cBhvr>
                                        <p:cTn id="32" dur="1000" fill="hold"/>
                                        <p:tgtEl>
                                          <p:spTgt spid="38"/>
                                        </p:tgtEl>
                                        <p:attrNameLst>
                                          <p:attrName>ppt_x</p:attrName>
                                        </p:attrNameLst>
                                      </p:cBhvr>
                                      <p:tavLst>
                                        <p:tav tm="0">
                                          <p:val>
                                            <p:strVal val="#ppt_x"/>
                                          </p:val>
                                        </p:tav>
                                        <p:tav tm="100000">
                                          <p:val>
                                            <p:strVal val="#ppt_x"/>
                                          </p:val>
                                        </p:tav>
                                      </p:tavLst>
                                    </p:anim>
                                    <p:anim calcmode="lin" valueType="num">
                                      <p:cBhvr>
                                        <p:cTn id="33" dur="1000" fill="hold"/>
                                        <p:tgtEl>
                                          <p:spTgt spid="38"/>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32"/>
                                        </p:tgtEl>
                                        <p:attrNameLst>
                                          <p:attrName>style.visibility</p:attrName>
                                        </p:attrNameLst>
                                      </p:cBhvr>
                                      <p:to>
                                        <p:strVal val="visible"/>
                                      </p:to>
                                    </p:set>
                                    <p:animEffect transition="in" filter="fade">
                                      <p:cBhvr>
                                        <p:cTn id="36" dur="1000"/>
                                        <p:tgtEl>
                                          <p:spTgt spid="32"/>
                                        </p:tgtEl>
                                      </p:cBhvr>
                                    </p:animEffect>
                                    <p:anim calcmode="lin" valueType="num">
                                      <p:cBhvr>
                                        <p:cTn id="37" dur="1000" fill="hold"/>
                                        <p:tgtEl>
                                          <p:spTgt spid="32"/>
                                        </p:tgtEl>
                                        <p:attrNameLst>
                                          <p:attrName>ppt_x</p:attrName>
                                        </p:attrNameLst>
                                      </p:cBhvr>
                                      <p:tavLst>
                                        <p:tav tm="0">
                                          <p:val>
                                            <p:strVal val="#ppt_x"/>
                                          </p:val>
                                        </p:tav>
                                        <p:tav tm="100000">
                                          <p:val>
                                            <p:strVal val="#ppt_x"/>
                                          </p:val>
                                        </p:tav>
                                      </p:tavLst>
                                    </p:anim>
                                    <p:anim calcmode="lin" valueType="num">
                                      <p:cBhvr>
                                        <p:cTn id="38" dur="1000" fill="hold"/>
                                        <p:tgtEl>
                                          <p:spTgt spid="32"/>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1000"/>
                                        <p:tgtEl>
                                          <p:spTgt spid="18"/>
                                        </p:tgtEl>
                                      </p:cBhvr>
                                    </p:animEffect>
                                    <p:anim calcmode="lin" valueType="num">
                                      <p:cBhvr>
                                        <p:cTn id="42" dur="1000" fill="hold"/>
                                        <p:tgtEl>
                                          <p:spTgt spid="18"/>
                                        </p:tgtEl>
                                        <p:attrNameLst>
                                          <p:attrName>ppt_x</p:attrName>
                                        </p:attrNameLst>
                                      </p:cBhvr>
                                      <p:tavLst>
                                        <p:tav tm="0">
                                          <p:val>
                                            <p:strVal val="#ppt_x"/>
                                          </p:val>
                                        </p:tav>
                                        <p:tav tm="100000">
                                          <p:val>
                                            <p:strVal val="#ppt_x"/>
                                          </p:val>
                                        </p:tav>
                                      </p:tavLst>
                                    </p:anim>
                                    <p:anim calcmode="lin" valueType="num">
                                      <p:cBhvr>
                                        <p:cTn id="4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fade">
                                      <p:cBhvr>
                                        <p:cTn id="48" dur="1000"/>
                                        <p:tgtEl>
                                          <p:spTgt spid="34"/>
                                        </p:tgtEl>
                                      </p:cBhvr>
                                    </p:animEffect>
                                    <p:anim calcmode="lin" valueType="num">
                                      <p:cBhvr>
                                        <p:cTn id="49" dur="1000" fill="hold"/>
                                        <p:tgtEl>
                                          <p:spTgt spid="34"/>
                                        </p:tgtEl>
                                        <p:attrNameLst>
                                          <p:attrName>ppt_x</p:attrName>
                                        </p:attrNameLst>
                                      </p:cBhvr>
                                      <p:tavLst>
                                        <p:tav tm="0">
                                          <p:val>
                                            <p:strVal val="#ppt_x"/>
                                          </p:val>
                                        </p:tav>
                                        <p:tav tm="100000">
                                          <p:val>
                                            <p:strVal val="#ppt_x"/>
                                          </p:val>
                                        </p:tav>
                                      </p:tavLst>
                                    </p:anim>
                                    <p:anim calcmode="lin" valueType="num">
                                      <p:cBhvr>
                                        <p:cTn id="50" dur="1000" fill="hold"/>
                                        <p:tgtEl>
                                          <p:spTgt spid="34"/>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37889"/>
                                        </p:tgtEl>
                                        <p:attrNameLst>
                                          <p:attrName>style.visibility</p:attrName>
                                        </p:attrNameLst>
                                      </p:cBhvr>
                                      <p:to>
                                        <p:strVal val="visible"/>
                                      </p:to>
                                    </p:set>
                                    <p:animEffect transition="in" filter="fade">
                                      <p:cBhvr>
                                        <p:cTn id="53" dur="1000"/>
                                        <p:tgtEl>
                                          <p:spTgt spid="37889"/>
                                        </p:tgtEl>
                                      </p:cBhvr>
                                    </p:animEffect>
                                    <p:anim calcmode="lin" valueType="num">
                                      <p:cBhvr>
                                        <p:cTn id="54" dur="1000" fill="hold"/>
                                        <p:tgtEl>
                                          <p:spTgt spid="37889"/>
                                        </p:tgtEl>
                                        <p:attrNameLst>
                                          <p:attrName>ppt_x</p:attrName>
                                        </p:attrNameLst>
                                      </p:cBhvr>
                                      <p:tavLst>
                                        <p:tav tm="0">
                                          <p:val>
                                            <p:strVal val="#ppt_x"/>
                                          </p:val>
                                        </p:tav>
                                        <p:tav tm="100000">
                                          <p:val>
                                            <p:strVal val="#ppt_x"/>
                                          </p:val>
                                        </p:tav>
                                      </p:tavLst>
                                    </p:anim>
                                    <p:anim calcmode="lin" valueType="num">
                                      <p:cBhvr>
                                        <p:cTn id="55" dur="1000" fill="hold"/>
                                        <p:tgtEl>
                                          <p:spTgt spid="37889"/>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33"/>
                                        </p:tgtEl>
                                        <p:attrNameLst>
                                          <p:attrName>style.visibility</p:attrName>
                                        </p:attrNameLst>
                                      </p:cBhvr>
                                      <p:to>
                                        <p:strVal val="visible"/>
                                      </p:to>
                                    </p:set>
                                    <p:animEffect transition="in" filter="fade">
                                      <p:cBhvr>
                                        <p:cTn id="58" dur="1000"/>
                                        <p:tgtEl>
                                          <p:spTgt spid="33"/>
                                        </p:tgtEl>
                                      </p:cBhvr>
                                    </p:animEffect>
                                    <p:anim calcmode="lin" valueType="num">
                                      <p:cBhvr>
                                        <p:cTn id="59" dur="1000" fill="hold"/>
                                        <p:tgtEl>
                                          <p:spTgt spid="33"/>
                                        </p:tgtEl>
                                        <p:attrNameLst>
                                          <p:attrName>ppt_x</p:attrName>
                                        </p:attrNameLst>
                                      </p:cBhvr>
                                      <p:tavLst>
                                        <p:tav tm="0">
                                          <p:val>
                                            <p:strVal val="#ppt_x"/>
                                          </p:val>
                                        </p:tav>
                                        <p:tav tm="100000">
                                          <p:val>
                                            <p:strVal val="#ppt_x"/>
                                          </p:val>
                                        </p:tav>
                                      </p:tavLst>
                                    </p:anim>
                                    <p:anim calcmode="lin" valueType="num">
                                      <p:cBhvr>
                                        <p:cTn id="60" dur="1000" fill="hold"/>
                                        <p:tgtEl>
                                          <p:spTgt spid="33"/>
                                        </p:tgtEl>
                                        <p:attrNameLst>
                                          <p:attrName>ppt_y</p:attrName>
                                        </p:attrNameLst>
                                      </p:cBhvr>
                                      <p:tavLst>
                                        <p:tav tm="0">
                                          <p:val>
                                            <p:strVal val="#ppt_y+.1"/>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2" presetClass="entr" presetSubtype="0" fill="hold" grpId="0" nodeType="clickEffect">
                                  <p:stCondLst>
                                    <p:cond delay="0"/>
                                  </p:stCondLst>
                                  <p:childTnLst>
                                    <p:set>
                                      <p:cBhvr>
                                        <p:cTn id="64" dur="1" fill="hold">
                                          <p:stCondLst>
                                            <p:cond delay="0"/>
                                          </p:stCondLst>
                                        </p:cTn>
                                        <p:tgtEl>
                                          <p:spTgt spid="37891"/>
                                        </p:tgtEl>
                                        <p:attrNameLst>
                                          <p:attrName>style.visibility</p:attrName>
                                        </p:attrNameLst>
                                      </p:cBhvr>
                                      <p:to>
                                        <p:strVal val="visible"/>
                                      </p:to>
                                    </p:set>
                                    <p:animEffect transition="in" filter="fade">
                                      <p:cBhvr>
                                        <p:cTn id="65" dur="1000"/>
                                        <p:tgtEl>
                                          <p:spTgt spid="37891"/>
                                        </p:tgtEl>
                                      </p:cBhvr>
                                    </p:animEffect>
                                    <p:anim calcmode="lin" valueType="num">
                                      <p:cBhvr>
                                        <p:cTn id="66" dur="1000" fill="hold"/>
                                        <p:tgtEl>
                                          <p:spTgt spid="37891"/>
                                        </p:tgtEl>
                                        <p:attrNameLst>
                                          <p:attrName>ppt_x</p:attrName>
                                        </p:attrNameLst>
                                      </p:cBhvr>
                                      <p:tavLst>
                                        <p:tav tm="0">
                                          <p:val>
                                            <p:strVal val="#ppt_x"/>
                                          </p:val>
                                        </p:tav>
                                        <p:tav tm="100000">
                                          <p:val>
                                            <p:strVal val="#ppt_x"/>
                                          </p:val>
                                        </p:tav>
                                      </p:tavLst>
                                    </p:anim>
                                    <p:anim calcmode="lin" valueType="num">
                                      <p:cBhvr>
                                        <p:cTn id="67" dur="1000" fill="hold"/>
                                        <p:tgtEl>
                                          <p:spTgt spid="3789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88" grpId="0"/>
      <p:bldP spid="38" grpId="0"/>
      <p:bldP spid="37889" grpId="0"/>
      <p:bldP spid="3789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内容占位符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基于</a:t>
            </a:r>
            <a:r>
              <a:rPr lang="en-US" altLang="zh-CN" dirty="0">
                <a:solidFill>
                  <a:schemeClr val="tx1"/>
                </a:solidFill>
              </a:rPr>
              <a:t>LSB</a:t>
            </a:r>
            <a:r>
              <a:rPr lang="zh-CN" altLang="en-US" dirty="0">
                <a:solidFill>
                  <a:schemeClr val="tx1"/>
                </a:solidFill>
              </a:rPr>
              <a:t>算法的隐写系统</a:t>
            </a:r>
            <a:endParaRPr lang="zh-CN" altLang="en-US" dirty="0">
              <a:solidFill>
                <a:schemeClr val="tx1"/>
              </a:solidFill>
            </a:endParaRPr>
          </a:p>
        </p:txBody>
      </p:sp>
      <p:sp>
        <p:nvSpPr>
          <p:cNvPr id="20" name="灯片编号占位符 3"/>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A4EF384-3CBD-4607-BDAC-1C896A6B12A4}" type="slidenum">
              <a:rPr lang="zh-CN" altLang="en-US" smtClean="0">
                <a:solidFill>
                  <a:schemeClr val="tx1"/>
                </a:solidFill>
              </a:rPr>
            </a:fld>
            <a:endParaRPr lang="zh-CN" altLang="en-US" smtClean="0">
              <a:solidFill>
                <a:schemeClr val="tx1"/>
              </a:solidFill>
            </a:endParaRPr>
          </a:p>
        </p:txBody>
      </p:sp>
      <p:sp>
        <p:nvSpPr>
          <p:cNvPr id="8" name="矩形 7"/>
          <p:cNvSpPr/>
          <p:nvPr>
            <p:custDataLst>
              <p:tags r:id="rId3"/>
            </p:custDataLst>
          </p:nvPr>
        </p:nvSpPr>
        <p:spPr bwMode="auto">
          <a:xfrm>
            <a:off x="7382267" y="3717032"/>
            <a:ext cx="441925" cy="1512169"/>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eaVert"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不安全信道</a:t>
            </a:r>
            <a:endParaRPr kumimoji="1" lang="zh-CN" altLang="en-US" sz="1800" b="0" i="0" u="none" strike="noStrike" cap="none" normalizeH="0" baseline="0" dirty="0">
              <a:ln>
                <a:noFill/>
              </a:ln>
              <a:solidFill>
                <a:schemeClr val="tx1"/>
              </a:solidFill>
              <a:effectLst/>
              <a:latin typeface="+mn-lt"/>
              <a:ea typeface="+mn-ea"/>
            </a:endParaRPr>
          </a:p>
        </p:txBody>
      </p:sp>
      <p:sp>
        <p:nvSpPr>
          <p:cNvPr id="12" name="TextBox 11"/>
          <p:cNvSpPr txBox="1"/>
          <p:nvPr>
            <p:custDataLst>
              <p:tags r:id="rId4"/>
            </p:custDataLst>
          </p:nvPr>
        </p:nvSpPr>
        <p:spPr>
          <a:xfrm>
            <a:off x="1740024" y="4149080"/>
            <a:ext cx="467544" cy="460375"/>
          </a:xfrm>
          <a:prstGeom prst="rect">
            <a:avLst/>
          </a:prstGeom>
          <a:noFill/>
        </p:spPr>
        <p:txBody>
          <a:bodyPr wrap="square" rtlCol="0">
            <a:normAutofit/>
          </a:bodyPr>
          <a:lstStyle/>
          <a:p>
            <a:r>
              <a:rPr lang="en-US" altLang="zh-CN" dirty="0">
                <a:solidFill>
                  <a:schemeClr val="tx1"/>
                </a:solidFill>
                <a:latin typeface="+mn-lt"/>
                <a:ea typeface="+mn-ea"/>
              </a:rPr>
              <a:t>A</a:t>
            </a:r>
            <a:endParaRPr lang="en-US" altLang="zh-CN" dirty="0">
              <a:solidFill>
                <a:schemeClr val="tx1"/>
              </a:solidFill>
              <a:latin typeface="+mn-lt"/>
              <a:ea typeface="+mn-ea"/>
            </a:endParaRPr>
          </a:p>
        </p:txBody>
      </p:sp>
      <p:sp>
        <p:nvSpPr>
          <p:cNvPr id="13" name="TextBox 12"/>
          <p:cNvSpPr txBox="1"/>
          <p:nvPr>
            <p:custDataLst>
              <p:tags r:id="rId5"/>
            </p:custDataLst>
          </p:nvPr>
        </p:nvSpPr>
        <p:spPr>
          <a:xfrm>
            <a:off x="4942574" y="6495727"/>
            <a:ext cx="467544" cy="460375"/>
          </a:xfrm>
          <a:prstGeom prst="rect">
            <a:avLst/>
          </a:prstGeom>
          <a:noFill/>
        </p:spPr>
        <p:txBody>
          <a:bodyPr wrap="square" rtlCol="0">
            <a:normAutofit/>
          </a:bodyPr>
          <a:lstStyle/>
          <a:p>
            <a:r>
              <a:rPr lang="en-US" altLang="zh-CN" dirty="0">
                <a:solidFill>
                  <a:schemeClr val="tx1"/>
                </a:solidFill>
                <a:latin typeface="+mn-lt"/>
                <a:ea typeface="+mn-ea"/>
              </a:rPr>
              <a:t>B</a:t>
            </a:r>
            <a:endParaRPr lang="en-US" altLang="zh-CN" dirty="0">
              <a:solidFill>
                <a:schemeClr val="tx1"/>
              </a:solidFill>
              <a:latin typeface="+mn-lt"/>
              <a:ea typeface="+mn-ea"/>
            </a:endParaRPr>
          </a:p>
        </p:txBody>
      </p:sp>
      <p:cxnSp>
        <p:nvCxnSpPr>
          <p:cNvPr id="17" name="直接箭头连接符 16"/>
          <p:cNvCxnSpPr/>
          <p:nvPr/>
        </p:nvCxnSpPr>
        <p:spPr bwMode="auto">
          <a:xfrm>
            <a:off x="2207568" y="4392639"/>
            <a:ext cx="1727829" cy="0"/>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箭头连接符 17"/>
          <p:cNvCxnSpPr/>
          <p:nvPr/>
        </p:nvCxnSpPr>
        <p:spPr bwMode="auto">
          <a:xfrm>
            <a:off x="5829888" y="4425549"/>
            <a:ext cx="1286866" cy="0"/>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箭头连接符 20"/>
          <p:cNvCxnSpPr/>
          <p:nvPr/>
        </p:nvCxnSpPr>
        <p:spPr bwMode="auto">
          <a:xfrm>
            <a:off x="7907160" y="4437112"/>
            <a:ext cx="421088" cy="0"/>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肘形连接符 23"/>
          <p:cNvCxnSpPr>
            <a:stCxn id="9" idx="3"/>
            <a:endCxn id="13" idx="3"/>
          </p:cNvCxnSpPr>
          <p:nvPr/>
        </p:nvCxnSpPr>
        <p:spPr bwMode="auto">
          <a:xfrm flipH="1">
            <a:off x="5410200" y="4364990"/>
            <a:ext cx="4934585" cy="2360930"/>
          </a:xfrm>
          <a:prstGeom prst="bentConnector3">
            <a:avLst>
              <a:gd name="adj1" fmla="val -4826"/>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 name="组合 29"/>
          <p:cNvGrpSpPr/>
          <p:nvPr/>
        </p:nvGrpSpPr>
        <p:grpSpPr>
          <a:xfrm>
            <a:off x="2482958" y="4495657"/>
            <a:ext cx="1236778" cy="1381615"/>
            <a:chOff x="958958" y="4495657"/>
            <a:chExt cx="1236778" cy="1381615"/>
          </a:xfrm>
        </p:grpSpPr>
        <p:sp>
          <p:nvSpPr>
            <p:cNvPr id="11" name="矩形 10"/>
            <p:cNvSpPr/>
            <p:nvPr>
              <p:custDataLst>
                <p:tags r:id="rId6"/>
              </p:custDataLst>
            </p:nvPr>
          </p:nvSpPr>
          <p:spPr bwMode="auto">
            <a:xfrm>
              <a:off x="958958" y="4495657"/>
              <a:ext cx="1236778" cy="1381615"/>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秘密消息</a:t>
              </a:r>
              <a:endParaRPr kumimoji="1" lang="zh-CN" altLang="en-US" sz="1800" b="0" i="0" u="none" strike="noStrike" cap="none" normalizeH="0" baseline="0" dirty="0">
                <a:ln>
                  <a:noFill/>
                </a:ln>
                <a:solidFill>
                  <a:schemeClr val="tx1"/>
                </a:solidFill>
                <a:effectLst/>
                <a:latin typeface="+mn-lt"/>
                <a:ea typeface="+mn-ea"/>
              </a:endParaRPr>
            </a:p>
          </p:txBody>
        </p:sp>
        <p:pic>
          <p:nvPicPr>
            <p:cNvPr id="26" name="Picture 2"/>
            <p:cNvPicPr>
              <a:picLocks noChangeAspect="1" noChangeArrowheads="1"/>
            </p:cNvPicPr>
            <p:nvPr>
              <p:custDataLst>
                <p:tags r:id="rId7"/>
              </p:custDataLst>
            </p:nvPr>
          </p:nvPicPr>
          <p:blipFill rotWithShape="1">
            <a:blip r:embed="rId8" cstate="print">
              <a:extLst>
                <a:ext uri="{28A0092B-C50C-407E-A947-70E740481C1C}">
                  <a14:useLocalDpi xmlns:a14="http://schemas.microsoft.com/office/drawing/2010/main" val="0"/>
                </a:ext>
              </a:extLst>
            </a:blip>
            <a:srcRect l="12917" t="5716" r="12700" b="9752"/>
            <a:stretch>
              <a:fillRect/>
            </a:stretch>
          </p:blipFill>
          <p:spPr bwMode="auto">
            <a:xfrm>
              <a:off x="1115616" y="4869160"/>
              <a:ext cx="960886" cy="920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9" name="组合 28"/>
          <p:cNvGrpSpPr/>
          <p:nvPr/>
        </p:nvGrpSpPr>
        <p:grpSpPr>
          <a:xfrm>
            <a:off x="5939342" y="5157192"/>
            <a:ext cx="1236778" cy="1381615"/>
            <a:chOff x="4415342" y="5157192"/>
            <a:chExt cx="1236778" cy="1381615"/>
          </a:xfrm>
        </p:grpSpPr>
        <p:sp>
          <p:nvSpPr>
            <p:cNvPr id="10" name="矩形 9"/>
            <p:cNvSpPr/>
            <p:nvPr>
              <p:custDataLst>
                <p:tags r:id="rId9"/>
              </p:custDataLst>
            </p:nvPr>
          </p:nvSpPr>
          <p:spPr bwMode="auto">
            <a:xfrm>
              <a:off x="4415342" y="5157192"/>
              <a:ext cx="1236778" cy="1381615"/>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秘密消息</a:t>
              </a:r>
              <a:endParaRPr kumimoji="1" lang="zh-CN" altLang="en-US" sz="1800" b="0" i="0" u="none" strike="noStrike" cap="none" normalizeH="0" baseline="0" dirty="0">
                <a:ln>
                  <a:noFill/>
                </a:ln>
                <a:solidFill>
                  <a:schemeClr val="tx1"/>
                </a:solidFill>
                <a:effectLst/>
                <a:latin typeface="+mn-lt"/>
                <a:ea typeface="+mn-ea"/>
              </a:endParaRPr>
            </a:p>
          </p:txBody>
        </p:sp>
        <p:pic>
          <p:nvPicPr>
            <p:cNvPr id="28" name="Picture 2"/>
            <p:cNvPicPr>
              <a:picLocks noChangeAspect="1" noChangeArrowheads="1"/>
            </p:cNvPicPr>
            <p:nvPr>
              <p:custDataLst>
                <p:tags r:id="rId10"/>
              </p:custDataLst>
            </p:nvPr>
          </p:nvPicPr>
          <p:blipFill rotWithShape="1">
            <a:blip r:embed="rId8" cstate="print">
              <a:extLst>
                <a:ext uri="{28A0092B-C50C-407E-A947-70E740481C1C}">
                  <a14:useLocalDpi xmlns:a14="http://schemas.microsoft.com/office/drawing/2010/main" val="0"/>
                </a:ext>
              </a:extLst>
            </a:blip>
            <a:srcRect l="12917" t="5716" r="12700" b="9752"/>
            <a:stretch>
              <a:fillRect/>
            </a:stretch>
          </p:blipFill>
          <p:spPr bwMode="auto">
            <a:xfrm>
              <a:off x="4547218" y="5532564"/>
              <a:ext cx="960886" cy="920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3" name="组合 32"/>
          <p:cNvGrpSpPr/>
          <p:nvPr/>
        </p:nvGrpSpPr>
        <p:grpSpPr>
          <a:xfrm>
            <a:off x="2495600" y="2911176"/>
            <a:ext cx="1236778" cy="1381615"/>
            <a:chOff x="971600" y="2911176"/>
            <a:chExt cx="1236778" cy="1381615"/>
          </a:xfrm>
        </p:grpSpPr>
        <p:sp>
          <p:nvSpPr>
            <p:cNvPr id="5" name="矩形 4"/>
            <p:cNvSpPr/>
            <p:nvPr>
              <p:custDataLst>
                <p:tags r:id="rId11"/>
              </p:custDataLst>
            </p:nvPr>
          </p:nvSpPr>
          <p:spPr bwMode="auto">
            <a:xfrm>
              <a:off x="971600" y="2911176"/>
              <a:ext cx="1236778" cy="1381615"/>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载体对象</a:t>
              </a:r>
              <a:endParaRPr kumimoji="1" lang="zh-CN" altLang="en-US" sz="1800" b="0" i="0" u="none" strike="noStrike" cap="none" normalizeH="0" baseline="0" dirty="0">
                <a:ln>
                  <a:noFill/>
                </a:ln>
                <a:solidFill>
                  <a:schemeClr val="tx1"/>
                </a:solidFill>
                <a:effectLst/>
                <a:latin typeface="+mn-lt"/>
                <a:ea typeface="+mn-ea"/>
              </a:endParaRPr>
            </a:p>
          </p:txBody>
        </p:sp>
        <p:pic>
          <p:nvPicPr>
            <p:cNvPr id="39938" name="Picture 2"/>
            <p:cNvPicPr>
              <a:picLocks noChangeAspect="1" noChangeArrowheads="1"/>
            </p:cNvPicPr>
            <p:nvPr>
              <p:custDataLst>
                <p:tags r:id="rId12"/>
              </p:custDataLst>
            </p:nvPr>
          </p:nvPicPr>
          <p:blipFill rotWithShape="1">
            <a:blip r:embed="rId13" cstate="print">
              <a:extLst>
                <a:ext uri="{28A0092B-C50C-407E-A947-70E740481C1C}">
                  <a14:useLocalDpi xmlns:a14="http://schemas.microsoft.com/office/drawing/2010/main" val="0"/>
                </a:ext>
              </a:extLst>
            </a:blip>
            <a:srcRect l="13098" t="5566" r="11961" b="10726"/>
            <a:stretch>
              <a:fillRect/>
            </a:stretch>
          </p:blipFill>
          <p:spPr bwMode="auto">
            <a:xfrm>
              <a:off x="1090834" y="3212976"/>
              <a:ext cx="1032894" cy="1020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1" name="组合 30"/>
          <p:cNvGrpSpPr/>
          <p:nvPr/>
        </p:nvGrpSpPr>
        <p:grpSpPr>
          <a:xfrm>
            <a:off x="5879976" y="2695457"/>
            <a:ext cx="1236778" cy="1381615"/>
            <a:chOff x="4355976" y="2695457"/>
            <a:chExt cx="1236778" cy="1381615"/>
          </a:xfrm>
        </p:grpSpPr>
        <p:sp>
          <p:nvSpPr>
            <p:cNvPr id="7" name="矩形 6"/>
            <p:cNvSpPr/>
            <p:nvPr>
              <p:custDataLst>
                <p:tags r:id="rId14"/>
              </p:custDataLst>
            </p:nvPr>
          </p:nvSpPr>
          <p:spPr bwMode="auto">
            <a:xfrm>
              <a:off x="4355976" y="2695457"/>
              <a:ext cx="1236778" cy="1381615"/>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隐写对象</a:t>
              </a:r>
              <a:endParaRPr kumimoji="1" lang="zh-CN" altLang="en-US" sz="1800" b="0" i="0" u="none" strike="noStrike" cap="none" normalizeH="0" baseline="0" dirty="0">
                <a:ln>
                  <a:noFill/>
                </a:ln>
                <a:solidFill>
                  <a:schemeClr val="tx1"/>
                </a:solidFill>
                <a:effectLst/>
                <a:latin typeface="+mn-lt"/>
                <a:ea typeface="+mn-ea"/>
              </a:endParaRPr>
            </a:p>
          </p:txBody>
        </p:sp>
        <p:pic>
          <p:nvPicPr>
            <p:cNvPr id="32" name="Picture 2"/>
            <p:cNvPicPr>
              <a:picLocks noChangeAspect="1" noChangeArrowheads="1"/>
            </p:cNvPicPr>
            <p:nvPr>
              <p:custDataLst>
                <p:tags r:id="rId15"/>
              </p:custDataLst>
            </p:nvPr>
          </p:nvPicPr>
          <p:blipFill rotWithShape="1">
            <a:blip r:embed="rId13" cstate="print">
              <a:extLst>
                <a:ext uri="{28A0092B-C50C-407E-A947-70E740481C1C}">
                  <a14:useLocalDpi xmlns:a14="http://schemas.microsoft.com/office/drawing/2010/main" val="0"/>
                </a:ext>
              </a:extLst>
            </a:blip>
            <a:srcRect l="13098" t="5566" r="11961" b="10726"/>
            <a:stretch>
              <a:fillRect/>
            </a:stretch>
          </p:blipFill>
          <p:spPr bwMode="auto">
            <a:xfrm>
              <a:off x="4475210" y="2996952"/>
              <a:ext cx="1032894" cy="1020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1" name="组合 60"/>
          <p:cNvGrpSpPr/>
          <p:nvPr/>
        </p:nvGrpSpPr>
        <p:grpSpPr>
          <a:xfrm>
            <a:off x="3935397" y="3312519"/>
            <a:ext cx="1800563" cy="2160241"/>
            <a:chOff x="2411397" y="3312519"/>
            <a:chExt cx="1800563" cy="2160241"/>
          </a:xfrm>
        </p:grpSpPr>
        <p:sp>
          <p:nvSpPr>
            <p:cNvPr id="6" name="矩形 5"/>
            <p:cNvSpPr/>
            <p:nvPr>
              <p:custDataLst>
                <p:tags r:id="rId16"/>
              </p:custDataLst>
            </p:nvPr>
          </p:nvSpPr>
          <p:spPr bwMode="auto">
            <a:xfrm>
              <a:off x="2411397" y="3312519"/>
              <a:ext cx="1800563" cy="2160241"/>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lang="zh-CN" altLang="en-US" sz="1800" dirty="0">
                  <a:solidFill>
                    <a:schemeClr val="tx1"/>
                  </a:solidFill>
                  <a:latin typeface="+mn-lt"/>
                  <a:ea typeface="+mn-ea"/>
                </a:rPr>
                <a:t>嵌入算法</a:t>
              </a:r>
              <a:endParaRPr kumimoji="1" lang="zh-CN" altLang="en-US" sz="1800" b="0" i="0" u="none" strike="noStrike" cap="none" normalizeH="0" baseline="0" dirty="0">
                <a:ln>
                  <a:noFill/>
                </a:ln>
                <a:solidFill>
                  <a:schemeClr val="tx1"/>
                </a:solidFill>
                <a:effectLst/>
                <a:latin typeface="+mn-lt"/>
                <a:ea typeface="+mn-ea"/>
              </a:endParaRPr>
            </a:p>
          </p:txBody>
        </p:sp>
        <p:grpSp>
          <p:nvGrpSpPr>
            <p:cNvPr id="35" name="组合 34"/>
            <p:cNvGrpSpPr/>
            <p:nvPr/>
          </p:nvGrpSpPr>
          <p:grpSpPr>
            <a:xfrm>
              <a:off x="2483768" y="3717032"/>
              <a:ext cx="1441755" cy="1524662"/>
              <a:chOff x="3851920" y="2780928"/>
              <a:chExt cx="3600400" cy="3807438"/>
            </a:xfrm>
          </p:grpSpPr>
          <p:pic>
            <p:nvPicPr>
              <p:cNvPr id="36" name="Picture 2"/>
              <p:cNvPicPr>
                <a:picLocks noChangeAspect="1" noChangeArrowheads="1"/>
              </p:cNvPicPr>
              <p:nvPr>
                <p:custDataLst>
                  <p:tags r:id="rId17"/>
                </p:custDataLst>
              </p:nvPr>
            </p:nvPicPr>
            <p:blipFill rotWithShape="1">
              <a:blip r:embed="rId18" cstate="print">
                <a:extLst>
                  <a:ext uri="{28A0092B-C50C-407E-A947-70E740481C1C}">
                    <a14:useLocalDpi xmlns:a14="http://schemas.microsoft.com/office/drawing/2010/main" val="0"/>
                  </a:ext>
                </a:extLst>
              </a:blip>
              <a:srcRect l="12722" t="4994" r="12214" b="9865"/>
              <a:stretch>
                <a:fillRect/>
              </a:stretch>
            </p:blipFill>
            <p:spPr bwMode="auto">
              <a:xfrm>
                <a:off x="4709989" y="4857517"/>
                <a:ext cx="1662211"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Picture 2"/>
              <p:cNvPicPr>
                <a:picLocks noChangeAspect="1" noChangeArrowheads="1"/>
              </p:cNvPicPr>
              <p:nvPr>
                <p:custDataLst>
                  <p:tags r:id="rId19"/>
                </p:custDataLst>
              </p:nvPr>
            </p:nvPicPr>
            <p:blipFill rotWithShape="1">
              <a:blip r:embed="rId20" cstate="print">
                <a:extLst>
                  <a:ext uri="{28A0092B-C50C-407E-A947-70E740481C1C}">
                    <a14:useLocalDpi xmlns:a14="http://schemas.microsoft.com/office/drawing/2010/main" val="0"/>
                  </a:ext>
                </a:extLst>
              </a:blip>
              <a:srcRect l="12976" t="5280" r="12721" b="9580"/>
              <a:stretch>
                <a:fillRect/>
              </a:stretch>
            </p:blipFill>
            <p:spPr bwMode="auto">
              <a:xfrm>
                <a:off x="4720809" y="3573016"/>
                <a:ext cx="1645364"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2"/>
              <p:cNvPicPr>
                <a:picLocks noChangeAspect="1" noChangeArrowheads="1"/>
              </p:cNvPicPr>
              <p:nvPr>
                <p:custDataLst>
                  <p:tags r:id="rId21"/>
                </p:custDataLst>
              </p:nvPr>
            </p:nvPicPr>
            <p:blipFill rotWithShape="1">
              <a:blip r:embed="rId22" cstate="print">
                <a:extLst>
                  <a:ext uri="{28A0092B-C50C-407E-A947-70E740481C1C}">
                    <a14:useLocalDpi xmlns:a14="http://schemas.microsoft.com/office/drawing/2010/main" val="0"/>
                  </a:ext>
                </a:extLst>
              </a:blip>
              <a:srcRect l="12468" t="5279" r="11961" b="9293"/>
              <a:stretch>
                <a:fillRect/>
              </a:stretch>
            </p:blipFill>
            <p:spPr bwMode="auto">
              <a:xfrm>
                <a:off x="4692731" y="2780928"/>
                <a:ext cx="1673442" cy="1673442"/>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9" name="直接箭头连接符 38"/>
              <p:cNvCxnSpPr/>
              <p:nvPr/>
            </p:nvCxnSpPr>
            <p:spPr bwMode="auto">
              <a:xfrm flipH="1">
                <a:off x="3851920" y="4365104"/>
                <a:ext cx="864096" cy="1334088"/>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箭头连接符 39"/>
              <p:cNvCxnSpPr/>
              <p:nvPr/>
            </p:nvCxnSpPr>
            <p:spPr bwMode="auto">
              <a:xfrm>
                <a:off x="4067944" y="4444666"/>
                <a:ext cx="3384376" cy="1216582"/>
              </a:xfrm>
              <a:prstGeom prst="straightConnector1">
                <a:avLst/>
              </a:prstGeom>
              <a:solidFill>
                <a:schemeClr val="accent1"/>
              </a:solidFill>
              <a:ln w="2857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箭头连接符 40"/>
              <p:cNvCxnSpPr/>
              <p:nvPr/>
            </p:nvCxnSpPr>
            <p:spPr bwMode="auto">
              <a:xfrm flipV="1">
                <a:off x="4572000" y="2780928"/>
                <a:ext cx="0" cy="2160241"/>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42" name="矩形 41"/>
                  <p:cNvSpPr/>
                  <p:nvPr>
                    <p:custDataLst>
                      <p:tags r:id="rId23"/>
                    </p:custDataLst>
                  </p:nvPr>
                </p:nvSpPr>
                <p:spPr>
                  <a:xfrm rot="882434">
                    <a:off x="4747056" y="4515799"/>
                    <a:ext cx="989504" cy="2072567"/>
                  </a:xfrm>
                  <a:prstGeom prst="rect">
                    <a:avLst/>
                  </a:prstGeom>
                  <a:effectLst>
                    <a:outerShdw blurRad="76200" dist="12700" dir="2700000" sy="-23000" kx="-800400" algn="bl" rotWithShape="0">
                      <a:prstClr val="black">
                        <a:alpha val="20000"/>
                      </a:prstClr>
                    </a:outerShdw>
                  </a:effectLst>
                  <a:scene3d>
                    <a:camera prst="perspectiveContrastingLeftFacing"/>
                    <a:lightRig rig="threePt" dir="t"/>
                  </a:scene3d>
                </p:spPr>
                <p:txBody>
                  <a:bodyPr wrap="square">
                    <a:normAutofit/>
                  </a:bodyPr>
                  <a:lstStyle/>
                  <a:p>
                    <a14:m>
                      <m:oMathPara xmlns:m="http://schemas.openxmlformats.org/officeDocument/2006/math">
                        <m:oMathParaPr>
                          <m:jc m:val="centerGroup"/>
                        </m:oMathParaPr>
                        <m:oMath xmlns:m="http://schemas.openxmlformats.org/officeDocument/2006/math">
                          <m:r>
                            <a:rPr lang="zh-CN" altLang="en-US" sz="4800" i="1">
                              <a:solidFill>
                                <a:schemeClr val="tx1"/>
                              </a:solidFill>
                              <a:latin typeface="Cambria Math" panose="02040503050406030204" pitchFamily="18" charset="0"/>
                              <a:ea typeface="MS Mincho" charset="0"/>
                              <a:cs typeface="Cambria Math" panose="02040503050406030204" pitchFamily="18" charset="0"/>
                            </a:rPr>
                            <m:t>⋮</m:t>
                          </m:r>
                        </m:oMath>
                      </m:oMathPara>
                    </a14:m>
                    <a:endParaRPr lang="zh-CN" altLang="en-US" sz="4800" i="1" dirty="0">
                      <a:solidFill>
                        <a:schemeClr val="tx1"/>
                      </a:solidFill>
                      <a:latin typeface="+mn-lt"/>
                      <a:ea typeface="+mn-ea"/>
                      <a:cs typeface="Cambria Math" panose="02040503050406030204" pitchFamily="18" charset="0"/>
                    </a:endParaRPr>
                  </a:p>
                </p:txBody>
              </p:sp>
            </mc:Choice>
            <mc:Fallback>
              <p:sp>
                <p:nvSpPr>
                  <p:cNvPr id="42" name="矩形 41"/>
                  <p:cNvSpPr>
                    <a:spLocks noRot="1" noChangeAspect="1" noMove="1" noResize="1" noEditPoints="1" noAdjustHandles="1" noChangeArrowheads="1" noChangeShapeType="1" noTextEdit="1"/>
                  </p:cNvSpPr>
                  <p:nvPr>
                    <p:custDataLst>
                      <p:tags r:id="rId24"/>
                    </p:custDataLst>
                  </p:nvPr>
                </p:nvSpPr>
                <p:spPr>
                  <a:xfrm rot="882434">
                    <a:off x="4747056" y="4515799"/>
                    <a:ext cx="989504" cy="2072567"/>
                  </a:xfrm>
                  <a:prstGeom prst="rect">
                    <a:avLst/>
                  </a:prstGeom>
                  <a:blipFill rotWithShape="1">
                    <a:blip r:embed="rId25"/>
                  </a:blipFill>
                  <a:effectLst>
                    <a:outerShdw blurRad="76200" dist="12700" dir="2700000" sy="-23000" kx="-800400" algn="bl" rotWithShape="0">
                      <a:prstClr val="black">
                        <a:alpha val="20000"/>
                      </a:prstClr>
                    </a:outerShdw>
                  </a:effectLst>
                  <a:scene3d>
                    <a:camera prst="perspectiveContrastingLeftFacing"/>
                    <a:lightRig rig="threePt" dir="t"/>
                  </a:scene3d>
                </p:spPr>
                <p:txBody>
                  <a:bodyPr/>
                  <a:lstStyle/>
                  <a:p>
                    <a:r>
                      <a:rPr lang="zh-CN" altLang="en-US">
                        <a:noFill/>
                      </a:rPr>
                      <a:t> </a:t>
                    </a:r>
                  </a:p>
                </p:txBody>
              </p:sp>
            </mc:Fallback>
          </mc:AlternateContent>
        </p:grpSp>
        <p:cxnSp>
          <p:nvCxnSpPr>
            <p:cNvPr id="43" name="直接箭头连接符 42"/>
            <p:cNvCxnSpPr/>
            <p:nvPr/>
          </p:nvCxnSpPr>
          <p:spPr bwMode="auto">
            <a:xfrm flipH="1">
              <a:off x="3347864" y="4077072"/>
              <a:ext cx="479663" cy="864096"/>
            </a:xfrm>
            <a:prstGeom prst="straightConnector1">
              <a:avLst/>
            </a:prstGeom>
            <a:solidFill>
              <a:schemeClr val="accent1"/>
            </a:solidFill>
            <a:ln w="38100" cap="flat" cmpd="sng" algn="ctr">
              <a:solidFill>
                <a:srgbClr val="FF3300"/>
              </a:solidFill>
              <a:prstDash val="solid"/>
              <a:miter lim="800000"/>
              <a:headEnd type="none" w="med" len="med"/>
              <a:tailEnd type="arrow"/>
            </a:ln>
            <a:effectLst/>
          </p:spPr>
        </p:cxnSp>
        <p:pic>
          <p:nvPicPr>
            <p:cNvPr id="46" name="Picture 2"/>
            <p:cNvPicPr>
              <a:picLocks noChangeAspect="1" noChangeArrowheads="1"/>
            </p:cNvPicPr>
            <p:nvPr>
              <p:custDataLst>
                <p:tags r:id="rId26"/>
              </p:custDataLst>
            </p:nvPr>
          </p:nvPicPr>
          <p:blipFill rotWithShape="1">
            <a:blip r:embed="rId27" cstate="print">
              <a:extLst>
                <a:ext uri="{28A0092B-C50C-407E-A947-70E740481C1C}">
                  <a14:useLocalDpi xmlns:a14="http://schemas.microsoft.com/office/drawing/2010/main" val="0"/>
                </a:ext>
              </a:extLst>
            </a:blip>
            <a:srcRect l="12917" t="5716" r="12700" b="9752"/>
            <a:stretch>
              <a:fillRect/>
            </a:stretch>
          </p:blipFill>
          <p:spPr bwMode="auto">
            <a:xfrm>
              <a:off x="3713300" y="3617126"/>
              <a:ext cx="354644" cy="339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0" name="组合 59"/>
          <p:cNvGrpSpPr/>
          <p:nvPr/>
        </p:nvGrpSpPr>
        <p:grpSpPr>
          <a:xfrm>
            <a:off x="8543909" y="3284983"/>
            <a:ext cx="1800563" cy="2160241"/>
            <a:chOff x="7019909" y="3284983"/>
            <a:chExt cx="1800563" cy="2160241"/>
          </a:xfrm>
        </p:grpSpPr>
        <p:sp>
          <p:nvSpPr>
            <p:cNvPr id="9" name="矩形 8"/>
            <p:cNvSpPr/>
            <p:nvPr>
              <p:custDataLst>
                <p:tags r:id="rId28"/>
              </p:custDataLst>
            </p:nvPr>
          </p:nvSpPr>
          <p:spPr bwMode="auto">
            <a:xfrm>
              <a:off x="7019909" y="3284983"/>
              <a:ext cx="1800563" cy="2160241"/>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提取算法</a:t>
              </a:r>
              <a:endParaRPr kumimoji="1" lang="zh-CN" altLang="en-US" sz="1800" b="0" i="0" u="none" strike="noStrike" cap="none" normalizeH="0" baseline="0" dirty="0">
                <a:ln>
                  <a:noFill/>
                </a:ln>
                <a:solidFill>
                  <a:schemeClr val="tx1"/>
                </a:solidFill>
                <a:effectLst/>
                <a:latin typeface="+mn-lt"/>
                <a:ea typeface="+mn-ea"/>
              </a:endParaRPr>
            </a:p>
          </p:txBody>
        </p:sp>
        <p:grpSp>
          <p:nvGrpSpPr>
            <p:cNvPr id="48" name="组合 47"/>
            <p:cNvGrpSpPr/>
            <p:nvPr/>
          </p:nvGrpSpPr>
          <p:grpSpPr>
            <a:xfrm>
              <a:off x="7199312" y="3693670"/>
              <a:ext cx="1441755" cy="1548024"/>
              <a:chOff x="3851920" y="2780928"/>
              <a:chExt cx="3600400" cy="3865779"/>
            </a:xfrm>
          </p:grpSpPr>
          <p:pic>
            <p:nvPicPr>
              <p:cNvPr id="49" name="Picture 2"/>
              <p:cNvPicPr>
                <a:picLocks noChangeAspect="1" noChangeArrowheads="1"/>
              </p:cNvPicPr>
              <p:nvPr>
                <p:custDataLst>
                  <p:tags r:id="rId29"/>
                </p:custDataLst>
              </p:nvPr>
            </p:nvPicPr>
            <p:blipFill rotWithShape="1">
              <a:blip r:embed="rId18" cstate="print">
                <a:extLst>
                  <a:ext uri="{28A0092B-C50C-407E-A947-70E740481C1C}">
                    <a14:useLocalDpi xmlns:a14="http://schemas.microsoft.com/office/drawing/2010/main" val="0"/>
                  </a:ext>
                </a:extLst>
              </a:blip>
              <a:srcRect l="12722" t="4994" r="12214" b="9865"/>
              <a:stretch>
                <a:fillRect/>
              </a:stretch>
            </p:blipFill>
            <p:spPr bwMode="auto">
              <a:xfrm>
                <a:off x="4709989" y="4857517"/>
                <a:ext cx="1662211"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Picture 2"/>
              <p:cNvPicPr>
                <a:picLocks noChangeAspect="1" noChangeArrowheads="1"/>
              </p:cNvPicPr>
              <p:nvPr>
                <p:custDataLst>
                  <p:tags r:id="rId30"/>
                </p:custDataLst>
              </p:nvPr>
            </p:nvPicPr>
            <p:blipFill rotWithShape="1">
              <a:blip r:embed="rId20" cstate="print">
                <a:extLst>
                  <a:ext uri="{28A0092B-C50C-407E-A947-70E740481C1C}">
                    <a14:useLocalDpi xmlns:a14="http://schemas.microsoft.com/office/drawing/2010/main" val="0"/>
                  </a:ext>
                </a:extLst>
              </a:blip>
              <a:srcRect l="12976" t="5280" r="12721" b="9580"/>
              <a:stretch>
                <a:fillRect/>
              </a:stretch>
            </p:blipFill>
            <p:spPr bwMode="auto">
              <a:xfrm>
                <a:off x="4720809" y="3573016"/>
                <a:ext cx="1645364"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 name="Picture 2"/>
              <p:cNvPicPr>
                <a:picLocks noChangeAspect="1" noChangeArrowheads="1"/>
              </p:cNvPicPr>
              <p:nvPr>
                <p:custDataLst>
                  <p:tags r:id="rId31"/>
                </p:custDataLst>
              </p:nvPr>
            </p:nvPicPr>
            <p:blipFill rotWithShape="1">
              <a:blip r:embed="rId22" cstate="print">
                <a:extLst>
                  <a:ext uri="{28A0092B-C50C-407E-A947-70E740481C1C}">
                    <a14:useLocalDpi xmlns:a14="http://schemas.microsoft.com/office/drawing/2010/main" val="0"/>
                  </a:ext>
                </a:extLst>
              </a:blip>
              <a:srcRect l="12468" t="5279" r="11961" b="9293"/>
              <a:stretch>
                <a:fillRect/>
              </a:stretch>
            </p:blipFill>
            <p:spPr bwMode="auto">
              <a:xfrm>
                <a:off x="4692731" y="2780928"/>
                <a:ext cx="1673442" cy="1673442"/>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2" name="直接箭头连接符 51"/>
              <p:cNvCxnSpPr/>
              <p:nvPr/>
            </p:nvCxnSpPr>
            <p:spPr bwMode="auto">
              <a:xfrm flipH="1">
                <a:off x="3851920" y="4365104"/>
                <a:ext cx="864096" cy="1334088"/>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箭头连接符 52"/>
              <p:cNvCxnSpPr/>
              <p:nvPr/>
            </p:nvCxnSpPr>
            <p:spPr bwMode="auto">
              <a:xfrm>
                <a:off x="4067944" y="4444666"/>
                <a:ext cx="3384376" cy="1216582"/>
              </a:xfrm>
              <a:prstGeom prst="straightConnector1">
                <a:avLst/>
              </a:prstGeom>
              <a:solidFill>
                <a:schemeClr val="accent1"/>
              </a:solidFill>
              <a:ln w="2857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箭头连接符 53"/>
              <p:cNvCxnSpPr/>
              <p:nvPr/>
            </p:nvCxnSpPr>
            <p:spPr bwMode="auto">
              <a:xfrm flipV="1">
                <a:off x="4572000" y="2780928"/>
                <a:ext cx="0" cy="2160241"/>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55" name="矩形 54"/>
                  <p:cNvSpPr/>
                  <p:nvPr>
                    <p:custDataLst>
                      <p:tags r:id="rId32"/>
                    </p:custDataLst>
                  </p:nvPr>
                </p:nvSpPr>
                <p:spPr>
                  <a:xfrm rot="882434">
                    <a:off x="4747056" y="4574140"/>
                    <a:ext cx="989504" cy="2072567"/>
                  </a:xfrm>
                  <a:prstGeom prst="rect">
                    <a:avLst/>
                  </a:prstGeom>
                  <a:effectLst>
                    <a:outerShdw blurRad="76200" dist="12700" dir="2700000" sy="-23000" kx="-800400" algn="bl" rotWithShape="0">
                      <a:prstClr val="black">
                        <a:alpha val="20000"/>
                      </a:prstClr>
                    </a:outerShdw>
                  </a:effectLst>
                  <a:scene3d>
                    <a:camera prst="perspectiveContrastingLeftFacing"/>
                    <a:lightRig rig="threePt" dir="t"/>
                  </a:scene3d>
                </p:spPr>
                <p:txBody>
                  <a:bodyPr wrap="square">
                    <a:normAutofit/>
                  </a:bodyPr>
                  <a:lstStyle/>
                  <a:p>
                    <a14:m>
                      <m:oMathPara xmlns:m="http://schemas.openxmlformats.org/officeDocument/2006/math">
                        <m:oMathParaPr>
                          <m:jc m:val="centerGroup"/>
                        </m:oMathParaPr>
                        <m:oMath xmlns:m="http://schemas.openxmlformats.org/officeDocument/2006/math">
                          <m:r>
                            <a:rPr lang="zh-CN" altLang="en-US" sz="4800" i="1">
                              <a:solidFill>
                                <a:schemeClr val="tx1"/>
                              </a:solidFill>
                              <a:latin typeface="Cambria Math" panose="02040503050406030204" pitchFamily="18" charset="0"/>
                              <a:ea typeface="MS Mincho" charset="0"/>
                              <a:cs typeface="Cambria Math" panose="02040503050406030204" pitchFamily="18" charset="0"/>
                            </a:rPr>
                            <m:t>⋮</m:t>
                          </m:r>
                        </m:oMath>
                      </m:oMathPara>
                    </a14:m>
                    <a:endParaRPr lang="zh-CN" altLang="en-US" sz="4800" i="1" dirty="0">
                      <a:solidFill>
                        <a:schemeClr val="tx1"/>
                      </a:solidFill>
                      <a:latin typeface="+mn-lt"/>
                      <a:ea typeface="+mn-ea"/>
                      <a:cs typeface="Cambria Math" panose="02040503050406030204" pitchFamily="18" charset="0"/>
                    </a:endParaRPr>
                  </a:p>
                </p:txBody>
              </p:sp>
            </mc:Choice>
            <mc:Fallback>
              <p:sp>
                <p:nvSpPr>
                  <p:cNvPr id="55" name="矩形 54"/>
                  <p:cNvSpPr>
                    <a:spLocks noRot="1" noChangeAspect="1" noMove="1" noResize="1" noEditPoints="1" noAdjustHandles="1" noChangeArrowheads="1" noChangeShapeType="1" noTextEdit="1"/>
                  </p:cNvSpPr>
                  <p:nvPr>
                    <p:custDataLst>
                      <p:tags r:id="rId33"/>
                    </p:custDataLst>
                  </p:nvPr>
                </p:nvSpPr>
                <p:spPr>
                  <a:xfrm rot="882434">
                    <a:off x="4747056" y="4574140"/>
                    <a:ext cx="989504" cy="2072567"/>
                  </a:xfrm>
                  <a:prstGeom prst="rect">
                    <a:avLst/>
                  </a:prstGeom>
                  <a:blipFill rotWithShape="1">
                    <a:blip r:embed="rId34"/>
                  </a:blipFill>
                  <a:effectLst>
                    <a:outerShdw blurRad="76200" dist="12700" dir="2700000" sy="-23000" kx="-800400" algn="bl" rotWithShape="0">
                      <a:prstClr val="black">
                        <a:alpha val="20000"/>
                      </a:prstClr>
                    </a:outerShdw>
                  </a:effectLst>
                  <a:scene3d>
                    <a:camera prst="perspectiveContrastingLeftFacing"/>
                    <a:lightRig rig="threePt" dir="t"/>
                  </a:scene3d>
                </p:spPr>
                <p:txBody>
                  <a:bodyPr/>
                  <a:lstStyle/>
                  <a:p>
                    <a:r>
                      <a:rPr lang="zh-CN" altLang="en-US">
                        <a:noFill/>
                      </a:rPr>
                      <a:t> </a:t>
                    </a:r>
                  </a:p>
                </p:txBody>
              </p:sp>
            </mc:Fallback>
          </mc:AlternateContent>
        </p:grpSp>
        <p:cxnSp>
          <p:nvCxnSpPr>
            <p:cNvPr id="56" name="直接箭头连接符 55"/>
            <p:cNvCxnSpPr>
              <a:stCxn id="49" idx="3"/>
            </p:cNvCxnSpPr>
            <p:nvPr/>
          </p:nvCxnSpPr>
          <p:spPr bwMode="auto">
            <a:xfrm flipV="1">
              <a:off x="8208541" y="3787045"/>
              <a:ext cx="255204" cy="1072115"/>
            </a:xfrm>
            <a:prstGeom prst="straightConnector1">
              <a:avLst/>
            </a:prstGeom>
            <a:solidFill>
              <a:schemeClr val="accent1"/>
            </a:solidFill>
            <a:ln w="38100" cap="flat" cmpd="sng" algn="ctr">
              <a:solidFill>
                <a:srgbClr val="FF3300"/>
              </a:solidFill>
              <a:prstDash val="solid"/>
              <a:miter lim="800000"/>
              <a:headEnd type="none" w="med" len="med"/>
              <a:tailEnd type="arrow"/>
            </a:ln>
            <a:effectLst/>
          </p:spPr>
        </p:cxnSp>
        <p:pic>
          <p:nvPicPr>
            <p:cNvPr id="57" name="Picture 2"/>
            <p:cNvPicPr>
              <a:picLocks noChangeAspect="1" noChangeArrowheads="1"/>
            </p:cNvPicPr>
            <p:nvPr>
              <p:custDataLst>
                <p:tags r:id="rId35"/>
              </p:custDataLst>
            </p:nvPr>
          </p:nvPicPr>
          <p:blipFill rotWithShape="1">
            <a:blip r:embed="rId27" cstate="print">
              <a:extLst>
                <a:ext uri="{28A0092B-C50C-407E-A947-70E740481C1C}">
                  <a14:useLocalDpi xmlns:a14="http://schemas.microsoft.com/office/drawing/2010/main" val="0"/>
                </a:ext>
              </a:extLst>
            </a:blip>
            <a:srcRect l="12917" t="5716" r="12700" b="9752"/>
            <a:stretch>
              <a:fillRect/>
            </a:stretch>
          </p:blipFill>
          <p:spPr bwMode="auto">
            <a:xfrm>
              <a:off x="8286423" y="3432064"/>
              <a:ext cx="354644" cy="339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7" name="标题 26"/>
          <p:cNvSpPr>
            <a:spLocks noGrp="1"/>
          </p:cNvSpPr>
          <p:nvPr>
            <p:ph type="title"/>
            <p:custDataLst>
              <p:tags r:id="rId36"/>
            </p:custDataLst>
          </p:nvPr>
        </p:nvSpPr>
        <p:spPr/>
        <p:txBody>
          <a:bodyPr vert="horz" lIns="91440" tIns="45720" rIns="91440" bIns="45720" rtlCol="0" anchor="ctr">
            <a:normAutofit/>
          </a:bodyPr>
          <a:p>
            <a:pPr lvl="0" algn="l">
              <a:buClrTx/>
              <a:buSzTx/>
              <a:buFontTx/>
            </a:pPr>
            <a:r>
              <a:rPr lang="zh-CN" altLang="en-US" smtClean="0">
                <a:sym typeface="+mn-ea"/>
              </a:rPr>
              <a:t>隐写系统示例-LSB隐写系统</a:t>
            </a:r>
            <a:endParaRPr lang="zh-CN" altLang="en-US" smtClean="0">
              <a:sym typeface="+mn-ea"/>
            </a:endParaRPr>
          </a:p>
        </p:txBody>
      </p:sp>
    </p:spTree>
    <p:custDataLst>
      <p:tags r:id="rId37"/>
    </p:custData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4"/>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隐写系统</a:t>
            </a:r>
            <a:endParaRPr lang="zh-CN" altLang="en-US" dirty="0">
              <a:solidFill>
                <a:schemeClr val="tx1"/>
              </a:solidFill>
            </a:endParaRPr>
          </a:p>
          <a:p>
            <a:r>
              <a:rPr lang="zh-CN" altLang="en-US" b="1" i="1" u="sng" dirty="0">
                <a:solidFill>
                  <a:schemeClr val="tx1"/>
                </a:solidFill>
                <a:effectLst>
                  <a:outerShdw blurRad="38100" dist="38100" dir="2700000" algn="tl">
                    <a:srgbClr val="000000">
                      <a:alpha val="43137"/>
                    </a:srgbClr>
                  </a:outerShdw>
                </a:effectLst>
              </a:rPr>
              <a:t>隐写系统分类</a:t>
            </a:r>
            <a:endParaRPr lang="zh-CN" altLang="en-US" dirty="0">
              <a:solidFill>
                <a:schemeClr val="tx1"/>
              </a:solidFill>
            </a:endParaRPr>
          </a:p>
          <a:p>
            <a:r>
              <a:rPr lang="zh-CN" altLang="en-US" dirty="0">
                <a:solidFill>
                  <a:schemeClr val="tx1"/>
                </a:solidFill>
              </a:rPr>
              <a:t>隐写术性能指标</a:t>
            </a:r>
            <a:endParaRPr lang="zh-CN" altLang="en-US" dirty="0">
              <a:solidFill>
                <a:schemeClr val="tx1"/>
              </a:solidFill>
            </a:endParaRPr>
          </a:p>
          <a:p>
            <a:r>
              <a:rPr lang="zh-CN" altLang="en-US" dirty="0">
                <a:solidFill>
                  <a:schemeClr val="tx1"/>
                </a:solidFill>
              </a:rPr>
              <a:t>隐写系统的攻击方法</a:t>
            </a:r>
            <a:endParaRPr lang="zh-CN" altLang="en-US" dirty="0">
              <a:solidFill>
                <a:schemeClr val="tx1"/>
              </a:solidFill>
            </a:endParaRPr>
          </a:p>
        </p:txBody>
      </p:sp>
      <p:sp>
        <p:nvSpPr>
          <p:cNvPr id="9" name="灯片编号占位符 3"/>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A4EF384-3CBD-4607-BDAC-1C896A6B12A4}" type="slidenum">
              <a:rPr lang="zh-CN" altLang="en-US" smtClean="0">
                <a:solidFill>
                  <a:schemeClr val="tx1"/>
                </a:solidFill>
              </a:rPr>
            </a:fld>
            <a:endParaRPr lang="zh-CN" altLang="en-US" smtClean="0">
              <a:solidFill>
                <a:schemeClr val="tx1"/>
              </a:solidFill>
            </a:endParaRPr>
          </a:p>
        </p:txBody>
      </p:sp>
      <p:sp>
        <p:nvSpPr>
          <p:cNvPr id="7" name="页脚占位符 5"/>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3" name="标题 12"/>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提纲</a:t>
            </a:r>
            <a:endParaRPr lang="zh-CN" altLang="en-US" smtClean="0">
              <a:sym typeface="+mn-ea"/>
            </a:endParaRPr>
          </a:p>
        </p:txBody>
      </p:sp>
    </p:spTree>
    <p:custDataLst>
      <p:tags r:id="rId5"/>
    </p:custData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按载体</a:t>
            </a:r>
            <a:endParaRPr lang="en-US" altLang="zh-CN" dirty="0">
              <a:solidFill>
                <a:schemeClr val="tx1"/>
              </a:solidFill>
            </a:endParaRPr>
          </a:p>
          <a:p>
            <a:pPr lvl="1" eaLnBrk="1" hangingPunct="1"/>
            <a:r>
              <a:rPr lang="zh-CN" altLang="en-US" dirty="0">
                <a:solidFill>
                  <a:schemeClr val="tx1"/>
                </a:solidFill>
              </a:rPr>
              <a:t>视频、文本、图像</a:t>
            </a:r>
            <a:r>
              <a:rPr lang="en-US" altLang="zh-CN" dirty="0">
                <a:solidFill>
                  <a:schemeClr val="tx1"/>
                </a:solidFill>
              </a:rPr>
              <a:t>…</a:t>
            </a:r>
            <a:endParaRPr lang="en-US" altLang="zh-CN" dirty="0">
              <a:solidFill>
                <a:schemeClr val="tx1"/>
              </a:solidFill>
            </a:endParaRPr>
          </a:p>
          <a:p>
            <a:pPr eaLnBrk="1" hangingPunct="1"/>
            <a:r>
              <a:rPr lang="zh-CN" altLang="en-US" dirty="0">
                <a:solidFill>
                  <a:schemeClr val="tx1"/>
                </a:solidFill>
              </a:rPr>
              <a:t>按采用的技术</a:t>
            </a:r>
            <a:endParaRPr lang="en-US" altLang="zh-CN" dirty="0">
              <a:solidFill>
                <a:schemeClr val="tx1"/>
              </a:solidFill>
            </a:endParaRPr>
          </a:p>
          <a:p>
            <a:pPr lvl="1" eaLnBrk="1" hangingPunct="1"/>
            <a:r>
              <a:rPr lang="zh-CN" altLang="en-US" dirty="0">
                <a:solidFill>
                  <a:schemeClr val="tx1"/>
                </a:solidFill>
              </a:rPr>
              <a:t>空间域、变换域、基于扩频、基于结构</a:t>
            </a:r>
            <a:endParaRPr lang="zh-CN" altLang="en-US" dirty="0">
              <a:solidFill>
                <a:schemeClr val="tx1"/>
              </a:solidFill>
            </a:endParaRPr>
          </a:p>
          <a:p>
            <a:pPr eaLnBrk="1" hangingPunct="1"/>
            <a:r>
              <a:rPr lang="zh-CN" altLang="en-US" dirty="0">
                <a:solidFill>
                  <a:schemeClr val="tx1"/>
                </a:solidFill>
              </a:rPr>
              <a:t>按隐藏时是否使用载体</a:t>
            </a:r>
            <a:endParaRPr lang="en-US" altLang="zh-CN" dirty="0">
              <a:solidFill>
                <a:schemeClr val="tx1"/>
              </a:solidFill>
            </a:endParaRPr>
          </a:p>
          <a:p>
            <a:pPr lvl="1" eaLnBrk="1" hangingPunct="1"/>
            <a:r>
              <a:rPr lang="zh-CN" altLang="en-US" dirty="0">
                <a:solidFill>
                  <a:schemeClr val="tx1"/>
                </a:solidFill>
              </a:rPr>
              <a:t>有载体隐写，无载体隐写</a:t>
            </a:r>
            <a:endParaRPr lang="zh-CN" altLang="en-US" dirty="0">
              <a:solidFill>
                <a:schemeClr val="tx1"/>
              </a:solidFill>
            </a:endParaRPr>
          </a:p>
          <a:p>
            <a:pPr eaLnBrk="1" hangingPunct="1"/>
            <a:r>
              <a:rPr lang="zh-CN" altLang="en-US" dirty="0">
                <a:solidFill>
                  <a:schemeClr val="tx1"/>
                </a:solidFill>
              </a:rPr>
              <a:t>按提取时是否使用原始载体</a:t>
            </a:r>
            <a:endParaRPr lang="en-US" altLang="zh-CN" dirty="0">
              <a:solidFill>
                <a:schemeClr val="tx1"/>
              </a:solidFill>
            </a:endParaRPr>
          </a:p>
          <a:p>
            <a:pPr lvl="1" eaLnBrk="1" hangingPunct="1"/>
            <a:r>
              <a:rPr lang="zh-CN" altLang="en-US" dirty="0">
                <a:solidFill>
                  <a:schemeClr val="tx1"/>
                </a:solidFill>
              </a:rPr>
              <a:t>盲和非盲提取</a:t>
            </a:r>
            <a:endParaRPr lang="zh-CN" altLang="en-US" dirty="0">
              <a:solidFill>
                <a:schemeClr val="tx1"/>
              </a:solidFill>
            </a:endParaRPr>
          </a:p>
        </p:txBody>
      </p:sp>
      <p:sp>
        <p:nvSpPr>
          <p:cNvPr id="6"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5EF00EFD-C624-4F96-A2C2-DB30601B85E4}"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4" name="页脚占位符 2"/>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0" name="标题 9"/>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隐写系统分类</a:t>
            </a:r>
            <a:endParaRPr lang="zh-CN" altLang="en-US" smtClean="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 calcmode="lin" valueType="num">
                                      <p:cBhvr additive="base">
                                        <p:cTn id="31" dur="500" fill="hold"/>
                                        <p:tgtEl>
                                          <p:spTgt spid="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
                                            <p:txEl>
                                              <p:pRg st="5" end="5"/>
                                            </p:txEl>
                                          </p:spTgt>
                                        </p:tgtEl>
                                        <p:attrNameLst>
                                          <p:attrName>style.visibility</p:attrName>
                                        </p:attrNameLst>
                                      </p:cBhvr>
                                      <p:to>
                                        <p:strVal val="visible"/>
                                      </p:to>
                                    </p:set>
                                    <p:anim calcmode="lin" valueType="num">
                                      <p:cBhvr additive="base">
                                        <p:cTn id="37" dur="500" fill="hold"/>
                                        <p:tgtEl>
                                          <p:spTgt spid="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anim calcmode="lin" valueType="num">
                                      <p:cBhvr additive="base">
                                        <p:cTn id="4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 calcmode="lin" valueType="num">
                                      <p:cBhvr additive="base">
                                        <p:cTn id="49" dur="500" fill="hold"/>
                                        <p:tgtEl>
                                          <p:spTgt spid="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按隐藏协议</a:t>
            </a:r>
            <a:endParaRPr lang="en-US" altLang="zh-CN" dirty="0">
              <a:solidFill>
                <a:schemeClr val="tx1"/>
              </a:solidFill>
            </a:endParaRPr>
          </a:p>
          <a:p>
            <a:pPr lvl="1" eaLnBrk="1" hangingPunct="1"/>
            <a:r>
              <a:rPr lang="zh-CN" altLang="en-US" dirty="0">
                <a:solidFill>
                  <a:schemeClr val="tx1"/>
                </a:solidFill>
              </a:rPr>
              <a:t>无密钥隐写系统</a:t>
            </a:r>
            <a:endParaRPr lang="zh-CN" altLang="en-US" dirty="0">
              <a:solidFill>
                <a:schemeClr val="tx1"/>
              </a:solidFill>
            </a:endParaRPr>
          </a:p>
          <a:p>
            <a:pPr lvl="1" eaLnBrk="1" hangingPunct="1"/>
            <a:r>
              <a:rPr lang="zh-CN" altLang="en-US" dirty="0">
                <a:solidFill>
                  <a:schemeClr val="tx1"/>
                </a:solidFill>
              </a:rPr>
              <a:t>私钥隐写系统</a:t>
            </a:r>
            <a:endParaRPr lang="zh-CN" altLang="en-US" dirty="0">
              <a:solidFill>
                <a:schemeClr val="tx1"/>
              </a:solidFill>
            </a:endParaRPr>
          </a:p>
          <a:p>
            <a:pPr lvl="1" eaLnBrk="1" hangingPunct="1"/>
            <a:r>
              <a:rPr lang="zh-CN" altLang="en-US" dirty="0">
                <a:solidFill>
                  <a:schemeClr val="tx1"/>
                </a:solidFill>
              </a:rPr>
              <a:t>公钥隐写系统</a:t>
            </a:r>
            <a:endParaRPr lang="zh-CN" altLang="en-US" dirty="0">
              <a:solidFill>
                <a:schemeClr val="tx1"/>
              </a:solidFill>
            </a:endParaRPr>
          </a:p>
        </p:txBody>
      </p:sp>
      <p:sp>
        <p:nvSpPr>
          <p:cNvPr id="6"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5EF00EFD-C624-4F96-A2C2-DB30601B85E4}"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4" name="页脚占位符 2"/>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0" name="标题 9"/>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隐写系统分类</a:t>
            </a:r>
            <a:endParaRPr lang="zh-CN" altLang="en-US" smtClean="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 calcmode="lin" valueType="num">
                                      <p:cBhvr additive="base">
                                        <p:cTn id="7" dur="500" fill="hold"/>
                                        <p:tgtEl>
                                          <p:spTgt spid="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1" end="1"/>
                                            </p:txEl>
                                          </p:spTgt>
                                        </p:tgtEl>
                                        <p:attrNameLst>
                                          <p:attrName>style.visibility</p:attrName>
                                        </p:attrNameLst>
                                      </p:cBhvr>
                                      <p:to>
                                        <p:strVal val="visible"/>
                                      </p:to>
                                    </p:set>
                                    <p:anim calcmode="lin" valueType="num">
                                      <p:cBhvr additive="base">
                                        <p:cTn id="13" dur="500" fill="hold"/>
                                        <p:tgtEl>
                                          <p:spTgt spid="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2" end="2"/>
                                            </p:txEl>
                                          </p:spTgt>
                                        </p:tgtEl>
                                        <p:attrNameLst>
                                          <p:attrName>style.visibility</p:attrName>
                                        </p:attrNameLst>
                                      </p:cBhvr>
                                      <p:to>
                                        <p:strVal val="visible"/>
                                      </p:to>
                                    </p:set>
                                    <p:anim calcmode="lin" valueType="num">
                                      <p:cBhvr additive="base">
                                        <p:cTn id="19" dur="500" fill="hold"/>
                                        <p:tgtEl>
                                          <p:spTgt spid="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3" end="3"/>
                                            </p:txEl>
                                          </p:spTgt>
                                        </p:tgtEl>
                                        <p:attrNameLst>
                                          <p:attrName>style.visibility</p:attrName>
                                        </p:attrNameLst>
                                      </p:cBhvr>
                                      <p:to>
                                        <p:strVal val="visible"/>
                                      </p:to>
                                    </p:set>
                                    <p:anim calcmode="lin" valueType="num">
                                      <p:cBhvr additive="base">
                                        <p:cTn id="25"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4"/>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隐写系统</a:t>
            </a:r>
            <a:endParaRPr lang="zh-CN" altLang="en-US" dirty="0">
              <a:solidFill>
                <a:schemeClr val="tx1"/>
              </a:solidFill>
            </a:endParaRPr>
          </a:p>
          <a:p>
            <a:r>
              <a:rPr lang="zh-CN" altLang="en-US" dirty="0">
                <a:solidFill>
                  <a:schemeClr val="tx1"/>
                </a:solidFill>
              </a:rPr>
              <a:t>隐写系统分类</a:t>
            </a:r>
            <a:endParaRPr lang="zh-CN" altLang="en-US" dirty="0">
              <a:solidFill>
                <a:schemeClr val="tx1"/>
              </a:solidFill>
            </a:endParaRPr>
          </a:p>
          <a:p>
            <a:r>
              <a:rPr lang="zh-CN" altLang="en-US" b="1" i="1" u="sng" dirty="0">
                <a:solidFill>
                  <a:schemeClr val="tx1"/>
                </a:solidFill>
                <a:effectLst>
                  <a:outerShdw blurRad="38100" dist="38100" dir="2700000" algn="tl">
                    <a:srgbClr val="000000">
                      <a:alpha val="43137"/>
                    </a:srgbClr>
                  </a:outerShdw>
                </a:effectLst>
              </a:rPr>
              <a:t>隐写算法性能指标</a:t>
            </a:r>
            <a:endParaRPr lang="zh-CN" altLang="en-US" b="1" i="1" u="sng" dirty="0">
              <a:solidFill>
                <a:schemeClr val="tx1"/>
              </a:solidFill>
              <a:effectLst>
                <a:outerShdw blurRad="38100" dist="38100" dir="2700000" algn="tl">
                  <a:srgbClr val="000000">
                    <a:alpha val="43137"/>
                  </a:srgbClr>
                </a:outerShdw>
              </a:effectLst>
            </a:endParaRPr>
          </a:p>
          <a:p>
            <a:r>
              <a:rPr lang="zh-CN" altLang="en-US" dirty="0">
                <a:solidFill>
                  <a:schemeClr val="tx1"/>
                </a:solidFill>
              </a:rPr>
              <a:t>隐写系统的攻击方法</a:t>
            </a:r>
            <a:endParaRPr lang="zh-CN" altLang="en-US" dirty="0">
              <a:solidFill>
                <a:schemeClr val="tx1"/>
              </a:solidFill>
            </a:endParaRPr>
          </a:p>
        </p:txBody>
      </p:sp>
      <p:sp>
        <p:nvSpPr>
          <p:cNvPr id="9" name="灯片编号占位符 3"/>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A4EF384-3CBD-4607-BDAC-1C896A6B12A4}" type="slidenum">
              <a:rPr lang="zh-CN" altLang="en-US" smtClean="0">
                <a:solidFill>
                  <a:schemeClr val="tx1"/>
                </a:solidFill>
              </a:rPr>
            </a:fld>
            <a:endParaRPr lang="zh-CN" altLang="en-US" smtClean="0">
              <a:solidFill>
                <a:schemeClr val="tx1"/>
              </a:solidFill>
            </a:endParaRPr>
          </a:p>
        </p:txBody>
      </p:sp>
      <p:sp>
        <p:nvSpPr>
          <p:cNvPr id="7" name="页脚占位符 5"/>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3" name="标题 12"/>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提纲</a:t>
            </a:r>
            <a:endParaRPr lang="zh-CN" altLang="en-US" smtClean="0">
              <a:sym typeface="+mn-ea"/>
            </a:endParaRPr>
          </a:p>
        </p:txBody>
      </p:sp>
    </p:spTree>
    <p:custDataLst>
      <p:tags r:id="rId5"/>
    </p:custData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2"/>
          <p:cNvSpPr>
            <a:spLocks noGrp="1"/>
          </p:cNvSpPr>
          <p:nvPr>
            <p:custDataLst>
              <p:tags r:id="rId1"/>
            </p:custDataLst>
          </p:nvPr>
        </p:nvSpPr>
        <p:spPr>
          <a:xfrm>
            <a:off x="1864360" y="1827530"/>
            <a:ext cx="8343265" cy="41148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容量（</a:t>
            </a:r>
            <a:r>
              <a:rPr lang="en-US" altLang="zh-CN" dirty="0">
                <a:solidFill>
                  <a:schemeClr val="tx1"/>
                </a:solidFill>
              </a:rPr>
              <a:t>Capacity</a:t>
            </a:r>
            <a:r>
              <a:rPr lang="zh-CN" altLang="en-US" dirty="0">
                <a:solidFill>
                  <a:schemeClr val="tx1"/>
                </a:solidFill>
              </a:rPr>
              <a:t>）</a:t>
            </a:r>
            <a:endParaRPr lang="en-US" altLang="zh-CN" dirty="0">
              <a:solidFill>
                <a:schemeClr val="tx1"/>
              </a:solidFill>
            </a:endParaRPr>
          </a:p>
          <a:p>
            <a:pPr lvl="1"/>
            <a:r>
              <a:rPr lang="zh-CN" altLang="en-US" dirty="0">
                <a:solidFill>
                  <a:schemeClr val="tx1"/>
                </a:solidFill>
              </a:rPr>
              <a:t>负载（</a:t>
            </a:r>
            <a:r>
              <a:rPr lang="en-US" altLang="zh-CN" dirty="0">
                <a:solidFill>
                  <a:schemeClr val="tx1"/>
                </a:solidFill>
              </a:rPr>
              <a:t>Payload</a:t>
            </a:r>
            <a:r>
              <a:rPr lang="zh-CN" altLang="en-US" dirty="0">
                <a:solidFill>
                  <a:schemeClr val="tx1"/>
                </a:solidFill>
              </a:rPr>
              <a:t>），载体数据利用率，嵌入效率（</a:t>
            </a:r>
            <a:r>
              <a:rPr lang="en-US" altLang="zh-CN" dirty="0">
                <a:solidFill>
                  <a:schemeClr val="tx1"/>
                </a:solidFill>
              </a:rPr>
              <a:t>Embedding Efficiency</a:t>
            </a:r>
            <a:r>
              <a:rPr lang="zh-CN" altLang="en-US" dirty="0">
                <a:solidFill>
                  <a:schemeClr val="tx1"/>
                </a:solidFill>
              </a:rPr>
              <a:t>）</a:t>
            </a:r>
            <a:endParaRPr lang="en-US" altLang="zh-CN" dirty="0">
              <a:solidFill>
                <a:schemeClr val="tx1"/>
              </a:solidFill>
            </a:endParaRPr>
          </a:p>
          <a:p>
            <a:r>
              <a:rPr lang="zh-CN" altLang="en-US" dirty="0">
                <a:solidFill>
                  <a:schemeClr val="tx1"/>
                </a:solidFill>
              </a:rPr>
              <a:t>不可感知性（</a:t>
            </a:r>
            <a:r>
              <a:rPr lang="en-US" altLang="zh-CN" dirty="0">
                <a:solidFill>
                  <a:schemeClr val="tx1"/>
                </a:solidFill>
              </a:rPr>
              <a:t>Imperceptibility</a:t>
            </a:r>
            <a:r>
              <a:rPr lang="zh-CN" altLang="en-US" dirty="0">
                <a:solidFill>
                  <a:schemeClr val="tx1"/>
                </a:solidFill>
              </a:rPr>
              <a:t>）</a:t>
            </a:r>
            <a:endParaRPr lang="en-US" altLang="zh-CN" dirty="0">
              <a:solidFill>
                <a:schemeClr val="tx1"/>
              </a:solidFill>
            </a:endParaRPr>
          </a:p>
          <a:p>
            <a:pPr lvl="1"/>
            <a:r>
              <a:rPr lang="zh-CN" altLang="en-US" dirty="0">
                <a:solidFill>
                  <a:schemeClr val="tx1"/>
                </a:solidFill>
              </a:rPr>
              <a:t>透明性（</a:t>
            </a:r>
            <a:r>
              <a:rPr lang="en-US" altLang="zh-CN" dirty="0">
                <a:solidFill>
                  <a:schemeClr val="tx1"/>
                </a:solidFill>
              </a:rPr>
              <a:t>Transparency</a:t>
            </a:r>
            <a:r>
              <a:rPr lang="zh-CN" altLang="en-US" dirty="0">
                <a:solidFill>
                  <a:schemeClr val="tx1"/>
                </a:solidFill>
              </a:rPr>
              <a:t>）保真性（</a:t>
            </a:r>
            <a:r>
              <a:rPr lang="en-US" altLang="zh-CN" dirty="0">
                <a:solidFill>
                  <a:schemeClr val="tx1"/>
                </a:solidFill>
              </a:rPr>
              <a:t>Fidelity</a:t>
            </a:r>
            <a:r>
              <a:rPr lang="zh-CN" altLang="en-US" dirty="0">
                <a:solidFill>
                  <a:schemeClr val="tx1"/>
                </a:solidFill>
              </a:rPr>
              <a:t>）</a:t>
            </a:r>
            <a:endParaRPr lang="en-US" altLang="zh-CN" dirty="0">
              <a:solidFill>
                <a:schemeClr val="tx1"/>
              </a:solidFill>
            </a:endParaRPr>
          </a:p>
          <a:p>
            <a:r>
              <a:rPr lang="zh-CN" altLang="en-US" dirty="0">
                <a:solidFill>
                  <a:schemeClr val="tx1"/>
                </a:solidFill>
              </a:rPr>
              <a:t>稳健性（</a:t>
            </a:r>
            <a:r>
              <a:rPr lang="en-US" altLang="zh-CN" dirty="0">
                <a:solidFill>
                  <a:schemeClr val="tx1"/>
                </a:solidFill>
              </a:rPr>
              <a:t>Robustness</a:t>
            </a:r>
            <a:r>
              <a:rPr lang="zh-CN" altLang="en-US" dirty="0">
                <a:solidFill>
                  <a:schemeClr val="tx1"/>
                </a:solidFill>
              </a:rPr>
              <a:t>）</a:t>
            </a:r>
            <a:endParaRPr lang="en-US" altLang="zh-CN" dirty="0">
              <a:solidFill>
                <a:schemeClr val="tx1"/>
              </a:solidFill>
            </a:endParaRPr>
          </a:p>
          <a:p>
            <a:pPr lvl="1"/>
            <a:r>
              <a:rPr lang="zh-CN" altLang="en-US" dirty="0">
                <a:solidFill>
                  <a:schemeClr val="tx1"/>
                </a:solidFill>
              </a:rPr>
              <a:t>鲁棒性、健壮性</a:t>
            </a:r>
            <a:endParaRPr lang="en-US" altLang="zh-CN" dirty="0">
              <a:solidFill>
                <a:schemeClr val="tx1"/>
              </a:solidFill>
            </a:endParaRPr>
          </a:p>
          <a:p>
            <a:r>
              <a:rPr lang="zh-CN" altLang="en-US" dirty="0">
                <a:solidFill>
                  <a:schemeClr val="tx1"/>
                </a:solidFill>
              </a:rPr>
              <a:t>安全性</a:t>
            </a:r>
            <a:r>
              <a:rPr lang="en-US" altLang="zh-CN" dirty="0">
                <a:solidFill>
                  <a:schemeClr val="tx1"/>
                </a:solidFill>
              </a:rPr>
              <a:t>(Security)</a:t>
            </a:r>
            <a:endParaRPr lang="en-US" altLang="zh-CN" dirty="0">
              <a:solidFill>
                <a:schemeClr val="tx1"/>
              </a:solidFill>
            </a:endParaRPr>
          </a:p>
          <a:p>
            <a:pPr lvl="1"/>
            <a:r>
              <a:rPr lang="zh-CN" altLang="en-US" dirty="0">
                <a:solidFill>
                  <a:schemeClr val="tx1"/>
                </a:solidFill>
              </a:rPr>
              <a:t>统计不可检测性</a:t>
            </a:r>
            <a:r>
              <a:rPr lang="en-US" altLang="zh-CN" dirty="0">
                <a:solidFill>
                  <a:schemeClr val="tx1"/>
                </a:solidFill>
              </a:rPr>
              <a:t>(Statistical </a:t>
            </a:r>
            <a:r>
              <a:rPr lang="en-US" altLang="zh-CN" dirty="0" err="1">
                <a:solidFill>
                  <a:schemeClr val="tx1"/>
                </a:solidFill>
              </a:rPr>
              <a:t>Undetectability</a:t>
            </a:r>
            <a:r>
              <a:rPr lang="en-US" altLang="zh-CN" dirty="0">
                <a:solidFill>
                  <a:schemeClr val="tx1"/>
                </a:solidFill>
              </a:rPr>
              <a:t>)</a:t>
            </a:r>
            <a:endParaRPr lang="en-US" altLang="zh-CN" dirty="0">
              <a:solidFill>
                <a:schemeClr val="tx1"/>
              </a:solidFill>
            </a:endParaRPr>
          </a:p>
          <a:p>
            <a:endParaRPr lang="en-US" altLang="zh-CN" dirty="0">
              <a:solidFill>
                <a:schemeClr val="tx1"/>
              </a:solidFill>
            </a:endParaRPr>
          </a:p>
        </p:txBody>
      </p:sp>
      <p:sp>
        <p:nvSpPr>
          <p:cNvPr id="9" name="灯片编号占位符 3"/>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A4EF384-3CBD-4607-BDAC-1C896A6B12A4}" type="slidenum">
              <a:rPr lang="zh-CN" altLang="en-US" smtClean="0">
                <a:solidFill>
                  <a:schemeClr val="tx1"/>
                </a:solidFill>
              </a:rPr>
            </a:fld>
            <a:endParaRPr lang="zh-CN" altLang="en-US" smtClean="0">
              <a:solidFill>
                <a:schemeClr val="tx1"/>
              </a:solidFill>
            </a:endParaRPr>
          </a:p>
        </p:txBody>
      </p:sp>
      <p:sp>
        <p:nvSpPr>
          <p:cNvPr id="7" name="页脚占位符 5"/>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3" name="标题 12"/>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隐写算法性能指标</a:t>
            </a:r>
            <a:endParaRPr lang="zh-CN" altLang="en-US" smtClean="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
                                            <p:txEl>
                                              <p:pRg st="4" end="4"/>
                                            </p:txEl>
                                          </p:spTgt>
                                        </p:tgtEl>
                                        <p:attrNameLst>
                                          <p:attrName>style.visibility</p:attrName>
                                        </p:attrNameLst>
                                      </p:cBhvr>
                                      <p:to>
                                        <p:strVal val="visible"/>
                                      </p:to>
                                    </p:set>
                                    <p:anim calcmode="lin" valueType="num">
                                      <p:cBhvr additive="base">
                                        <p:cTn id="31"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0">
                                            <p:txEl>
                                              <p:pRg st="5" end="5"/>
                                            </p:txEl>
                                          </p:spTgt>
                                        </p:tgtEl>
                                        <p:attrNameLst>
                                          <p:attrName>style.visibility</p:attrName>
                                        </p:attrNameLst>
                                      </p:cBhvr>
                                      <p:to>
                                        <p:strVal val="visible"/>
                                      </p:to>
                                    </p:set>
                                    <p:anim calcmode="lin" valueType="num">
                                      <p:cBhvr additive="base">
                                        <p:cTn id="37"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0">
                                            <p:txEl>
                                              <p:pRg st="6" end="6"/>
                                            </p:txEl>
                                          </p:spTgt>
                                        </p:tgtEl>
                                        <p:attrNameLst>
                                          <p:attrName>style.visibility</p:attrName>
                                        </p:attrNameLst>
                                      </p:cBhvr>
                                      <p:to>
                                        <p:strVal val="visible"/>
                                      </p:to>
                                    </p:set>
                                    <p:anim calcmode="lin" valueType="num">
                                      <p:cBhvr additive="base">
                                        <p:cTn id="43" dur="500" fill="hold"/>
                                        <p:tgtEl>
                                          <p:spTgt spid="10">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0">
                                            <p:txEl>
                                              <p:pRg st="7" end="7"/>
                                            </p:txEl>
                                          </p:spTgt>
                                        </p:tgtEl>
                                        <p:attrNameLst>
                                          <p:attrName>style.visibility</p:attrName>
                                        </p:attrNameLst>
                                      </p:cBhvr>
                                      <p:to>
                                        <p:strVal val="visible"/>
                                      </p:to>
                                    </p:set>
                                    <p:anim calcmode="lin" valueType="num">
                                      <p:cBhvr additive="base">
                                        <p:cTn id="49" dur="500" fill="hold"/>
                                        <p:tgtEl>
                                          <p:spTgt spid="10">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ontent Placeholder 2"/>
          <p:cNvSpPr>
            <a:spLocks noGrp="1"/>
          </p:cNvSpPr>
          <p:nvPr>
            <p:custDataLst>
              <p:tags r:id="rId1"/>
            </p:custDataLst>
          </p:nvPr>
        </p:nvSpPr>
        <p:spPr>
          <a:xfrm>
            <a:off x="2931795" y="3743960"/>
            <a:ext cx="7239000" cy="17526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lnSpc>
                <a:spcPct val="150000"/>
              </a:lnSpc>
              <a:defRPr/>
            </a:pPr>
            <a:r>
              <a:rPr lang="en-US" altLang="zh-CN" b="1" dirty="0">
                <a:solidFill>
                  <a:schemeClr val="tx1"/>
                </a:solidFill>
              </a:rPr>
              <a:t>Capacity</a:t>
            </a:r>
            <a:endParaRPr lang="en-US" b="1" dirty="0">
              <a:solidFill>
                <a:schemeClr val="tx1"/>
              </a:solidFill>
            </a:endParaRPr>
          </a:p>
          <a:p>
            <a:pPr lvl="1" eaLnBrk="1" hangingPunct="1">
              <a:defRPr/>
            </a:pPr>
            <a:r>
              <a:rPr lang="en-US" sz="2000" dirty="0">
                <a:solidFill>
                  <a:schemeClr val="tx1"/>
                </a:solidFill>
                <a:cs typeface="+mn-cs"/>
              </a:rPr>
              <a:t>This refers </a:t>
            </a:r>
            <a:r>
              <a:rPr lang="en-US" sz="2000" b="1" dirty="0">
                <a:solidFill>
                  <a:schemeClr val="tx1"/>
                </a:solidFill>
                <a:cs typeface="+mn-cs"/>
              </a:rPr>
              <a:t>to the number of bits </a:t>
            </a:r>
            <a:r>
              <a:rPr lang="en-US" sz="2000" dirty="0">
                <a:solidFill>
                  <a:schemeClr val="tx1"/>
                </a:solidFill>
                <a:cs typeface="+mn-cs"/>
              </a:rPr>
              <a:t>of information that are embedded in the host signal. </a:t>
            </a:r>
            <a:endParaRPr lang="en-US" sz="2000" dirty="0">
              <a:solidFill>
                <a:schemeClr val="tx1"/>
              </a:solidFill>
              <a:cs typeface="+mn-cs"/>
            </a:endParaRPr>
          </a:p>
          <a:p>
            <a:pPr lvl="1" eaLnBrk="1" hangingPunct="1">
              <a:defRPr/>
            </a:pPr>
            <a:r>
              <a:rPr lang="en-US" altLang="zh-CN" sz="2000" dirty="0">
                <a:solidFill>
                  <a:schemeClr val="tx1"/>
                </a:solidFill>
              </a:rPr>
              <a:t>The payload is often normalized by the number of samples of the host signal, resulting in a bit rate R per sample of the host.</a:t>
            </a:r>
            <a:endParaRPr lang="zh-CN" altLang="zh-CN" sz="2000" dirty="0">
              <a:solidFill>
                <a:schemeClr val="tx1"/>
              </a:solidFill>
            </a:endParaRPr>
          </a:p>
          <a:p>
            <a:pPr lvl="1" eaLnBrk="1" hangingPunct="1">
              <a:lnSpc>
                <a:spcPct val="150000"/>
              </a:lnSpc>
              <a:defRPr/>
            </a:pPr>
            <a:endParaRPr lang="zh-CN" altLang="zh-CN" sz="2000" dirty="0">
              <a:solidFill>
                <a:schemeClr val="tx1"/>
              </a:solidFill>
              <a:cs typeface="+mn-cs"/>
            </a:endParaRPr>
          </a:p>
        </p:txBody>
      </p:sp>
      <p:sp>
        <p:nvSpPr>
          <p:cNvPr id="7" name="内容占位符 1"/>
          <p:cNvSpPr>
            <a:spLocks noGrp="1"/>
          </p:cNvSpPr>
          <p:nvPr>
            <p:custDataLst>
              <p:tags r:id="rId2"/>
            </p:custDataLst>
          </p:nvPr>
        </p:nvSpPr>
        <p:spPr>
          <a:xfrm>
            <a:off x="2202815" y="1827530"/>
            <a:ext cx="8004810"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容量</a:t>
            </a:r>
            <a:endParaRPr lang="en-US" altLang="zh-CN" dirty="0">
              <a:solidFill>
                <a:schemeClr val="tx1"/>
              </a:solidFill>
            </a:endParaRPr>
          </a:p>
          <a:p>
            <a:pPr lvl="1"/>
            <a:r>
              <a:rPr lang="zh-CN" altLang="en-US" sz="2000" dirty="0">
                <a:solidFill>
                  <a:schemeClr val="tx1"/>
                </a:solidFill>
              </a:rPr>
              <a:t>隐写算法容量指，算法在载体对象中能嵌入的消息总数。</a:t>
            </a:r>
            <a:endParaRPr lang="en-US" altLang="zh-CN" sz="2000" dirty="0">
              <a:solidFill>
                <a:schemeClr val="tx1"/>
              </a:solidFill>
            </a:endParaRPr>
          </a:p>
          <a:p>
            <a:pPr lvl="1"/>
            <a:r>
              <a:rPr lang="zh-CN" altLang="en-US" sz="2000" dirty="0">
                <a:solidFill>
                  <a:schemeClr val="tx1"/>
                </a:solidFill>
              </a:rPr>
              <a:t>容量也常用平均每样点能嵌入的信息比特来衡量算法容量，即，载体数据利用率</a:t>
            </a:r>
            <a:r>
              <a:rPr lang="en-US" altLang="zh-CN" sz="2000" dirty="0">
                <a:solidFill>
                  <a:schemeClr val="tx1"/>
                </a:solidFill>
              </a:rPr>
              <a:t>=</a:t>
            </a:r>
            <a:r>
              <a:rPr lang="zh-CN" altLang="en-US" sz="2000" dirty="0">
                <a:solidFill>
                  <a:schemeClr val="tx1"/>
                </a:solidFill>
              </a:rPr>
              <a:t>嵌入消息总比特数</a:t>
            </a:r>
            <a:r>
              <a:rPr lang="en-US" altLang="zh-CN" sz="2000" dirty="0">
                <a:solidFill>
                  <a:schemeClr val="tx1"/>
                </a:solidFill>
              </a:rPr>
              <a:t>/</a:t>
            </a:r>
            <a:r>
              <a:rPr lang="zh-CN" altLang="en-US" sz="2000" dirty="0">
                <a:solidFill>
                  <a:schemeClr val="tx1"/>
                </a:solidFill>
              </a:rPr>
              <a:t>样点总数，单位为比特每样点</a:t>
            </a:r>
            <a:r>
              <a:rPr lang="en-US" altLang="zh-CN" sz="2000" dirty="0">
                <a:solidFill>
                  <a:schemeClr val="tx1"/>
                </a:solidFill>
              </a:rPr>
              <a:t>(bit per sample, bps)</a:t>
            </a:r>
            <a:r>
              <a:rPr lang="zh-CN" altLang="en-US" sz="2000" dirty="0">
                <a:solidFill>
                  <a:schemeClr val="tx1"/>
                </a:solidFill>
              </a:rPr>
              <a:t>。对于图像，样点即像素，量纲可写为</a:t>
            </a:r>
            <a:r>
              <a:rPr lang="en-US" altLang="zh-CN" sz="2000" dirty="0" err="1">
                <a:solidFill>
                  <a:schemeClr val="tx1"/>
                </a:solidFill>
              </a:rPr>
              <a:t>bpp</a:t>
            </a:r>
            <a:r>
              <a:rPr lang="en-US" altLang="zh-CN" sz="2000" dirty="0">
                <a:solidFill>
                  <a:schemeClr val="tx1"/>
                </a:solidFill>
              </a:rPr>
              <a:t>(bit per pixel)</a:t>
            </a:r>
            <a:r>
              <a:rPr lang="zh-CN" altLang="en-US" sz="2000" dirty="0">
                <a:solidFill>
                  <a:schemeClr val="tx1"/>
                </a:solidFill>
              </a:rPr>
              <a:t>。</a:t>
            </a:r>
            <a:endParaRPr lang="zh-CN" altLang="en-US" sz="2000" dirty="0">
              <a:solidFill>
                <a:schemeClr val="tx1"/>
              </a:solidFill>
            </a:endParaRPr>
          </a:p>
        </p:txBody>
      </p:sp>
      <p:sp>
        <p:nvSpPr>
          <p:cNvPr id="4" name="Slide Number Placeholder 4"/>
          <p:cNvSpPr>
            <a:spLocks noGrp="1"/>
          </p:cNvSpPr>
          <p:nvPr>
            <p:custDataLst>
              <p:tags r:id="rId3"/>
            </p:custDataLst>
          </p:nvPr>
        </p:nvSpPr>
        <p:spPr>
          <a:xfrm>
            <a:off x="8737600" y="6248400"/>
            <a:ext cx="2844800" cy="45720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35B0F746-31E4-4E6D-950A-E10C1430ED5E}" type="slidenum">
              <a:rPr lang="zh-CN" altLang="en-US" smtClean="0">
                <a:solidFill>
                  <a:schemeClr val="tx1"/>
                </a:solidFill>
                <a:latin typeface="+mn-lt"/>
                <a:ea typeface="+mn-ea"/>
              </a:rPr>
            </a:fld>
            <a:endParaRPr lang="zh-CN" altLang="en-US" smtClean="0">
              <a:solidFill>
                <a:schemeClr val="tx1"/>
              </a:solidFill>
              <a:latin typeface="+mn-lt"/>
              <a:ea typeface="+mn-ea"/>
            </a:endParaRPr>
          </a:p>
        </p:txBody>
      </p:sp>
      <p:sp>
        <p:nvSpPr>
          <p:cNvPr id="11" name="标题 10"/>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隐写算法性能指标</a:t>
            </a:r>
            <a:endParaRPr lang="zh-CN" altLang="en-US" smtClean="0">
              <a:sym typeface="+mn-ea"/>
            </a:endParaRPr>
          </a:p>
        </p:txBody>
      </p:sp>
    </p:spTree>
    <p:custDataLst>
      <p:tags r:id="rId5"/>
    </p:custData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3"/>
          <p:cNvSpPr>
            <a:spLocks noGrp="1"/>
          </p:cNvSpPr>
          <p:nvPr>
            <p:custDataLst>
              <p:tags r:id="rId1"/>
            </p:custDataLst>
          </p:nvPr>
        </p:nvSpPr>
        <p:spPr>
          <a:xfrm>
            <a:off x="2302510" y="1827530"/>
            <a:ext cx="7905115"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b="1" dirty="0">
                <a:solidFill>
                  <a:schemeClr val="tx1"/>
                </a:solidFill>
              </a:rPr>
              <a:t>案例：容量分析</a:t>
            </a:r>
            <a:endParaRPr lang="en-US" altLang="zh-CN" b="1" dirty="0">
              <a:solidFill>
                <a:schemeClr val="tx1"/>
              </a:solidFill>
            </a:endParaRPr>
          </a:p>
          <a:p>
            <a:pPr lvl="1"/>
            <a:r>
              <a:rPr lang="en-US" altLang="zh-CN" dirty="0">
                <a:solidFill>
                  <a:schemeClr val="tx1"/>
                </a:solidFill>
              </a:rPr>
              <a:t>512</a:t>
            </a:r>
            <a:r>
              <a:rPr lang="zh-CN" altLang="en-US" dirty="0">
                <a:solidFill>
                  <a:schemeClr val="tx1"/>
                </a:solidFill>
              </a:rPr>
              <a:t>*</a:t>
            </a:r>
            <a:r>
              <a:rPr lang="en-US" altLang="zh-CN" dirty="0">
                <a:solidFill>
                  <a:schemeClr val="tx1"/>
                </a:solidFill>
              </a:rPr>
              <a:t>512</a:t>
            </a:r>
            <a:r>
              <a:rPr lang="zh-CN" altLang="en-US" dirty="0">
                <a:solidFill>
                  <a:schemeClr val="tx1"/>
                </a:solidFill>
              </a:rPr>
              <a:t>规格的图像，使用</a:t>
            </a:r>
            <a:r>
              <a:rPr lang="en-US" altLang="zh-CN" dirty="0">
                <a:solidFill>
                  <a:schemeClr val="tx1"/>
                </a:solidFill>
              </a:rPr>
              <a:t>LSB</a:t>
            </a:r>
            <a:r>
              <a:rPr lang="zh-CN" altLang="en-US" dirty="0">
                <a:solidFill>
                  <a:schemeClr val="tx1"/>
                </a:solidFill>
              </a:rPr>
              <a:t>（只替换最低比特），那么其容量为？</a:t>
            </a:r>
            <a:endParaRPr lang="en-US" altLang="zh-CN" dirty="0">
              <a:solidFill>
                <a:schemeClr val="tx1"/>
              </a:solidFill>
            </a:endParaRPr>
          </a:p>
          <a:p>
            <a:pPr lvl="2"/>
            <a:r>
              <a:rPr lang="zh-CN" altLang="en-US" dirty="0">
                <a:solidFill>
                  <a:schemeClr val="tx1"/>
                </a:solidFill>
              </a:rPr>
              <a:t>解：</a:t>
            </a:r>
            <a:endParaRPr lang="en-US" altLang="zh-CN" dirty="0">
              <a:solidFill>
                <a:schemeClr val="tx1"/>
              </a:solidFill>
            </a:endParaRPr>
          </a:p>
          <a:p>
            <a:pPr lvl="2"/>
            <a:r>
              <a:rPr lang="en-US" altLang="zh-CN" dirty="0">
                <a:solidFill>
                  <a:schemeClr val="tx1"/>
                </a:solidFill>
              </a:rPr>
              <a:t>512*512</a:t>
            </a:r>
            <a:r>
              <a:rPr lang="zh-CN" altLang="en-US" dirty="0">
                <a:solidFill>
                  <a:schemeClr val="tx1"/>
                </a:solidFill>
              </a:rPr>
              <a:t>的图像有</a:t>
            </a:r>
            <a:r>
              <a:rPr lang="en-US" altLang="zh-CN" dirty="0">
                <a:solidFill>
                  <a:schemeClr val="tx1"/>
                </a:solidFill>
              </a:rPr>
              <a:t>256k</a:t>
            </a:r>
            <a:r>
              <a:rPr lang="zh-CN" altLang="en-US" dirty="0">
                <a:solidFill>
                  <a:schemeClr val="tx1"/>
                </a:solidFill>
              </a:rPr>
              <a:t>个像素，而每个像素能隐藏</a:t>
            </a:r>
            <a:r>
              <a:rPr lang="en-US" altLang="zh-CN" dirty="0">
                <a:solidFill>
                  <a:schemeClr val="tx1"/>
                </a:solidFill>
              </a:rPr>
              <a:t>1</a:t>
            </a:r>
            <a:r>
              <a:rPr lang="zh-CN" altLang="en-US" dirty="0">
                <a:solidFill>
                  <a:schemeClr val="tx1"/>
                </a:solidFill>
              </a:rPr>
              <a:t>比特消息，所以，容量为：</a:t>
            </a:r>
            <a:r>
              <a:rPr lang="en-US" altLang="zh-CN" dirty="0">
                <a:solidFill>
                  <a:schemeClr val="tx1"/>
                </a:solidFill>
              </a:rPr>
              <a:t>256k</a:t>
            </a:r>
            <a:r>
              <a:rPr lang="zh-CN" altLang="en-US" dirty="0">
                <a:solidFill>
                  <a:schemeClr val="tx1"/>
                </a:solidFill>
              </a:rPr>
              <a:t>比特。</a:t>
            </a:r>
            <a:endParaRPr lang="en-US" altLang="zh-CN" dirty="0">
              <a:solidFill>
                <a:schemeClr val="tx1"/>
              </a:solidFill>
            </a:endParaRPr>
          </a:p>
          <a:p>
            <a:pPr lvl="2"/>
            <a:r>
              <a:rPr lang="zh-CN" altLang="en-US" dirty="0">
                <a:solidFill>
                  <a:schemeClr val="tx1"/>
                </a:solidFill>
              </a:rPr>
              <a:t>因为每个像素能隐藏</a:t>
            </a:r>
            <a:r>
              <a:rPr lang="en-US" altLang="zh-CN" dirty="0">
                <a:solidFill>
                  <a:schemeClr val="tx1"/>
                </a:solidFill>
              </a:rPr>
              <a:t>1</a:t>
            </a:r>
            <a:r>
              <a:rPr lang="zh-CN" altLang="en-US" dirty="0">
                <a:solidFill>
                  <a:schemeClr val="tx1"/>
                </a:solidFill>
              </a:rPr>
              <a:t>比特消息，容量（载体数据利用率）也可以表示为</a:t>
            </a:r>
            <a:r>
              <a:rPr lang="en-US" altLang="zh-CN" dirty="0">
                <a:solidFill>
                  <a:schemeClr val="tx1"/>
                </a:solidFill>
              </a:rPr>
              <a:t>1bpp</a:t>
            </a:r>
            <a:r>
              <a:rPr lang="zh-CN" altLang="en-US" dirty="0">
                <a:solidFill>
                  <a:schemeClr val="tx1"/>
                </a:solidFill>
              </a:rPr>
              <a:t>。</a:t>
            </a:r>
            <a:endParaRPr lang="zh-CN" altLang="en-US" dirty="0">
              <a:solidFill>
                <a:schemeClr val="tx1"/>
              </a:solidFill>
            </a:endParaRPr>
          </a:p>
        </p:txBody>
      </p:sp>
      <p:sp>
        <p:nvSpPr>
          <p:cNvPr id="9" name="灯片编号占位符 1"/>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CEC90F5-A000-4305-B7C0-5BBA1734BFF0}" type="slidenum">
              <a:rPr lang="zh-CN" altLang="en-US" smtClean="0">
                <a:solidFill>
                  <a:schemeClr val="tx1"/>
                </a:solidFill>
              </a:rPr>
            </a:fld>
            <a:endParaRPr lang="zh-CN" altLang="en-US" smtClean="0">
              <a:solidFill>
                <a:schemeClr val="tx1"/>
              </a:solidFill>
            </a:endParaRPr>
          </a:p>
        </p:txBody>
      </p:sp>
      <p:sp>
        <p:nvSpPr>
          <p:cNvPr id="7" name="页脚占位符 5"/>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3" name="标题 12"/>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隐写算法性能指标</a:t>
            </a:r>
            <a:endParaRPr lang="zh-CN" altLang="en-US" smtClean="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4" end="4"/>
                                            </p:txEl>
                                          </p:spTgt>
                                        </p:tgtEl>
                                        <p:attrNameLst>
                                          <p:attrName>style.visibility</p:attrName>
                                        </p:attrNameLst>
                                      </p:cBhvr>
                                      <p:to>
                                        <p:strVal val="visible"/>
                                      </p:to>
                                    </p:set>
                                    <p:anim calcmode="lin" valueType="num">
                                      <p:cBhvr additive="base">
                                        <p:cTn id="2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3"/>
          <p:cNvSpPr>
            <a:spLocks noGrp="1"/>
          </p:cNvSpPr>
          <p:nvPr>
            <p:custDataLst>
              <p:tags r:id="rId1"/>
            </p:custDataLst>
          </p:nvPr>
        </p:nvSpPr>
        <p:spPr>
          <a:xfrm>
            <a:off x="2287270" y="1827530"/>
            <a:ext cx="7920355"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b="1" dirty="0">
                <a:solidFill>
                  <a:schemeClr val="tx1"/>
                </a:solidFill>
              </a:rPr>
              <a:t>案例：容量分析</a:t>
            </a:r>
            <a:endParaRPr lang="en-US" altLang="zh-CN" b="1" dirty="0">
              <a:solidFill>
                <a:schemeClr val="tx1"/>
              </a:solidFill>
            </a:endParaRPr>
          </a:p>
          <a:p>
            <a:pPr lvl="1"/>
            <a:r>
              <a:rPr lang="zh-CN" altLang="en-US" dirty="0">
                <a:solidFill>
                  <a:schemeClr val="tx1"/>
                </a:solidFill>
              </a:rPr>
              <a:t>例</a:t>
            </a:r>
            <a:r>
              <a:rPr lang="en-US" altLang="zh-CN" dirty="0">
                <a:solidFill>
                  <a:schemeClr val="tx1"/>
                </a:solidFill>
              </a:rPr>
              <a:t>2. </a:t>
            </a:r>
            <a:r>
              <a:rPr lang="zh-CN" altLang="en-US" dirty="0">
                <a:solidFill>
                  <a:schemeClr val="tx1"/>
                </a:solidFill>
              </a:rPr>
              <a:t>已知</a:t>
            </a:r>
            <a:r>
              <a:rPr lang="en-US" altLang="zh-CN" dirty="0">
                <a:solidFill>
                  <a:schemeClr val="tx1"/>
                </a:solidFill>
              </a:rPr>
              <a:t>MLSB</a:t>
            </a:r>
            <a:r>
              <a:rPr lang="zh-CN" altLang="en-US" dirty="0">
                <a:solidFill>
                  <a:schemeClr val="tx1"/>
                </a:solidFill>
              </a:rPr>
              <a:t>是一种</a:t>
            </a:r>
            <a:r>
              <a:rPr lang="en-US" altLang="zh-CN" dirty="0">
                <a:solidFill>
                  <a:schemeClr val="tx1"/>
                </a:solidFill>
              </a:rPr>
              <a:t>LSB</a:t>
            </a:r>
            <a:r>
              <a:rPr lang="zh-CN" altLang="en-US" dirty="0">
                <a:solidFill>
                  <a:schemeClr val="tx1"/>
                </a:solidFill>
              </a:rPr>
              <a:t>改进算法，每个像素的低</a:t>
            </a:r>
            <a:r>
              <a:rPr lang="en-US" altLang="zh-CN" dirty="0">
                <a:solidFill>
                  <a:schemeClr val="tx1"/>
                </a:solidFill>
              </a:rPr>
              <a:t>M</a:t>
            </a:r>
            <a:r>
              <a:rPr lang="zh-CN" altLang="en-US" dirty="0">
                <a:solidFill>
                  <a:schemeClr val="tx1"/>
                </a:solidFill>
              </a:rPr>
              <a:t>比特都用于隐藏秘密消息，那么，当</a:t>
            </a:r>
            <a:r>
              <a:rPr lang="en-US" altLang="zh-CN" dirty="0">
                <a:solidFill>
                  <a:schemeClr val="tx1"/>
                </a:solidFill>
              </a:rPr>
              <a:t>M</a:t>
            </a:r>
            <a:r>
              <a:rPr lang="zh-CN" altLang="en-US" dirty="0">
                <a:solidFill>
                  <a:schemeClr val="tx1"/>
                </a:solidFill>
              </a:rPr>
              <a:t>选为</a:t>
            </a:r>
            <a:r>
              <a:rPr lang="en-US" altLang="zh-CN" dirty="0">
                <a:solidFill>
                  <a:schemeClr val="tx1"/>
                </a:solidFill>
              </a:rPr>
              <a:t>3</a:t>
            </a:r>
            <a:r>
              <a:rPr lang="zh-CN" altLang="en-US" dirty="0">
                <a:solidFill>
                  <a:schemeClr val="tx1"/>
                </a:solidFill>
              </a:rPr>
              <a:t>时，算法的载体数据利用率为？</a:t>
            </a:r>
            <a:endParaRPr lang="en-US" altLang="zh-CN" dirty="0">
              <a:solidFill>
                <a:schemeClr val="tx1"/>
              </a:solidFill>
            </a:endParaRPr>
          </a:p>
          <a:p>
            <a:pPr lvl="2"/>
            <a:r>
              <a:rPr lang="zh-CN" altLang="en-US" dirty="0">
                <a:solidFill>
                  <a:schemeClr val="tx1"/>
                </a:solidFill>
              </a:rPr>
              <a:t>解：</a:t>
            </a:r>
            <a:endParaRPr lang="en-US" altLang="zh-CN" dirty="0">
              <a:solidFill>
                <a:schemeClr val="tx1"/>
              </a:solidFill>
            </a:endParaRPr>
          </a:p>
          <a:p>
            <a:pPr lvl="2"/>
            <a:r>
              <a:rPr lang="zh-CN" altLang="en-US" dirty="0">
                <a:solidFill>
                  <a:schemeClr val="tx1"/>
                </a:solidFill>
              </a:rPr>
              <a:t>设载体有</a:t>
            </a:r>
            <a:r>
              <a:rPr lang="en-US" altLang="zh-CN" dirty="0">
                <a:solidFill>
                  <a:schemeClr val="tx1"/>
                </a:solidFill>
              </a:rPr>
              <a:t>N</a:t>
            </a:r>
            <a:r>
              <a:rPr lang="zh-CN" altLang="en-US" dirty="0">
                <a:solidFill>
                  <a:schemeClr val="tx1"/>
                </a:solidFill>
              </a:rPr>
              <a:t>个像素，由算法原理可知，可隐藏</a:t>
            </a:r>
            <a:r>
              <a:rPr lang="en-US" altLang="zh-CN" dirty="0">
                <a:solidFill>
                  <a:schemeClr val="tx1"/>
                </a:solidFill>
              </a:rPr>
              <a:t>3×N</a:t>
            </a:r>
            <a:r>
              <a:rPr lang="zh-CN" altLang="en-US" dirty="0">
                <a:solidFill>
                  <a:schemeClr val="tx1"/>
                </a:solidFill>
              </a:rPr>
              <a:t>比特消息，则：</a:t>
            </a:r>
            <a:endParaRPr lang="en-US" altLang="zh-CN" dirty="0">
              <a:solidFill>
                <a:schemeClr val="tx1"/>
              </a:solidFill>
            </a:endParaRPr>
          </a:p>
          <a:p>
            <a:pPr marL="914400" lvl="2" indent="0">
              <a:buNone/>
            </a:pPr>
            <a:r>
              <a:rPr lang="zh-CN" altLang="en-US" dirty="0">
                <a:solidFill>
                  <a:schemeClr val="tx1"/>
                </a:solidFill>
              </a:rPr>
              <a:t>载体数据利用率</a:t>
            </a:r>
            <a:r>
              <a:rPr lang="en-US" altLang="zh-CN" dirty="0">
                <a:solidFill>
                  <a:schemeClr val="tx1"/>
                </a:solidFill>
              </a:rPr>
              <a:t>=</a:t>
            </a:r>
            <a:r>
              <a:rPr lang="zh-CN" altLang="en-US" dirty="0">
                <a:solidFill>
                  <a:schemeClr val="tx1"/>
                </a:solidFill>
              </a:rPr>
              <a:t>秘密信息总比特数</a:t>
            </a:r>
            <a:r>
              <a:rPr lang="en-US" altLang="zh-CN" dirty="0">
                <a:solidFill>
                  <a:schemeClr val="tx1"/>
                </a:solidFill>
              </a:rPr>
              <a:t>/</a:t>
            </a:r>
            <a:r>
              <a:rPr lang="zh-CN" altLang="en-US" dirty="0">
                <a:solidFill>
                  <a:schemeClr val="tx1"/>
                </a:solidFill>
              </a:rPr>
              <a:t>载体总数</a:t>
            </a:r>
            <a:endParaRPr lang="en-US" altLang="zh-CN" dirty="0">
              <a:solidFill>
                <a:schemeClr val="tx1"/>
              </a:solidFill>
            </a:endParaRPr>
          </a:p>
          <a:p>
            <a:pPr marL="914400" lvl="2" indent="0">
              <a:buNone/>
            </a:pPr>
            <a:r>
              <a:rPr lang="en-US" altLang="zh-CN" dirty="0">
                <a:solidFill>
                  <a:schemeClr val="tx1"/>
                </a:solidFill>
              </a:rPr>
              <a:t>=3*N/N=3bpp</a:t>
            </a:r>
            <a:endParaRPr lang="en-US" altLang="zh-CN" dirty="0">
              <a:solidFill>
                <a:schemeClr val="tx1"/>
              </a:solidFill>
            </a:endParaRPr>
          </a:p>
        </p:txBody>
      </p:sp>
      <p:sp>
        <p:nvSpPr>
          <p:cNvPr id="9" name="灯片编号占位符 1"/>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CEC90F5-A000-4305-B7C0-5BBA1734BFF0}" type="slidenum">
              <a:rPr lang="zh-CN" altLang="en-US" smtClean="0">
                <a:solidFill>
                  <a:schemeClr val="tx1"/>
                </a:solidFill>
              </a:rPr>
            </a:fld>
            <a:endParaRPr lang="zh-CN" altLang="en-US" smtClean="0">
              <a:solidFill>
                <a:schemeClr val="tx1"/>
              </a:solidFill>
            </a:endParaRPr>
          </a:p>
        </p:txBody>
      </p:sp>
      <p:sp>
        <p:nvSpPr>
          <p:cNvPr id="7" name="页脚占位符 5"/>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3" name="标题 12"/>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隐写算法性能指标</a:t>
            </a:r>
            <a:endParaRPr lang="zh-CN" altLang="en-US" smtClean="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10">
                                            <p:txEl>
                                              <p:pRg st="3" end="3"/>
                                            </p:txEl>
                                          </p:spTgt>
                                        </p:tgtEl>
                                        <p:attrNameLst>
                                          <p:attrName>style.visibility</p:attrName>
                                        </p:attrNameLst>
                                      </p:cBhvr>
                                      <p:to>
                                        <p:strVal val="visible"/>
                                      </p:to>
                                    </p:set>
                                    <p:anim calcmode="lin" valueType="num">
                                      <p:cBhvr additive="base">
                                        <p:cTn id="23"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anim calcmode="lin" valueType="num">
                                      <p:cBhvr additive="base">
                                        <p:cTn id="27"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
                                            <p:txEl>
                                              <p:pRg st="5" end="5"/>
                                            </p:txEl>
                                          </p:spTgt>
                                        </p:tgtEl>
                                        <p:attrNameLst>
                                          <p:attrName>style.visibility</p:attrName>
                                        </p:attrNameLst>
                                      </p:cBhvr>
                                      <p:to>
                                        <p:strVal val="visible"/>
                                      </p:to>
                                    </p:set>
                                    <p:anim calcmode="lin" valueType="num">
                                      <p:cBhvr additive="base">
                                        <p:cTn id="31"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3"/>
          <p:cNvSpPr>
            <a:spLocks noGrp="1"/>
          </p:cNvSpPr>
          <p:nvPr>
            <p:custDataLst>
              <p:tags r:id="rId1"/>
            </p:custDataLst>
          </p:nvPr>
        </p:nvSpPr>
        <p:spPr>
          <a:xfrm>
            <a:off x="2401570" y="1827530"/>
            <a:ext cx="7806055"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b="1" dirty="0">
                <a:solidFill>
                  <a:schemeClr val="tx1"/>
                </a:solidFill>
              </a:rPr>
              <a:t>案例：容量分析</a:t>
            </a:r>
            <a:endParaRPr lang="en-US" altLang="zh-CN" b="1" dirty="0">
              <a:solidFill>
                <a:schemeClr val="tx1"/>
              </a:solidFill>
            </a:endParaRPr>
          </a:p>
          <a:p>
            <a:pPr lvl="1"/>
            <a:r>
              <a:rPr lang="zh-CN" altLang="en-US" dirty="0">
                <a:solidFill>
                  <a:schemeClr val="tx1"/>
                </a:solidFill>
              </a:rPr>
              <a:t>例</a:t>
            </a:r>
            <a:r>
              <a:rPr lang="en-US" altLang="zh-CN" dirty="0">
                <a:solidFill>
                  <a:schemeClr val="tx1"/>
                </a:solidFill>
              </a:rPr>
              <a:t>3. </a:t>
            </a:r>
            <a:r>
              <a:rPr lang="zh-CN" altLang="en-US" dirty="0">
                <a:solidFill>
                  <a:schemeClr val="tx1"/>
                </a:solidFill>
              </a:rPr>
              <a:t>已知某算法在变换域隐藏信息。变换域有</a:t>
            </a:r>
            <a:r>
              <a:rPr lang="en-US" altLang="zh-CN" dirty="0">
                <a:solidFill>
                  <a:schemeClr val="tx1"/>
                </a:solidFill>
              </a:rPr>
              <a:t>N</a:t>
            </a:r>
            <a:r>
              <a:rPr lang="zh-CN" altLang="en-US" dirty="0">
                <a:solidFill>
                  <a:schemeClr val="tx1"/>
                </a:solidFill>
              </a:rPr>
              <a:t>个系数，其中有</a:t>
            </a:r>
            <a:r>
              <a:rPr lang="en-US" altLang="zh-CN" dirty="0">
                <a:solidFill>
                  <a:schemeClr val="tx1"/>
                </a:solidFill>
              </a:rPr>
              <a:t>L</a:t>
            </a:r>
            <a:r>
              <a:rPr lang="zh-CN" altLang="en-US" dirty="0">
                <a:solidFill>
                  <a:schemeClr val="tx1"/>
                </a:solidFill>
              </a:rPr>
              <a:t>个非零系数。若算法能在这些系数中隐藏</a:t>
            </a:r>
            <a:r>
              <a:rPr lang="en-US" altLang="zh-CN" dirty="0">
                <a:solidFill>
                  <a:schemeClr val="tx1"/>
                </a:solidFill>
              </a:rPr>
              <a:t>M</a:t>
            </a:r>
            <a:r>
              <a:rPr lang="zh-CN" altLang="en-US" dirty="0">
                <a:solidFill>
                  <a:schemeClr val="tx1"/>
                </a:solidFill>
              </a:rPr>
              <a:t>比特隐藏秘密消息，那么，算法的载体数据利用率为？</a:t>
            </a:r>
            <a:endParaRPr lang="en-US" altLang="zh-CN" dirty="0">
              <a:solidFill>
                <a:schemeClr val="tx1"/>
              </a:solidFill>
            </a:endParaRPr>
          </a:p>
          <a:p>
            <a:pPr lvl="2"/>
            <a:r>
              <a:rPr lang="zh-CN" altLang="en-US" dirty="0">
                <a:solidFill>
                  <a:schemeClr val="tx1"/>
                </a:solidFill>
              </a:rPr>
              <a:t>解：</a:t>
            </a:r>
            <a:endParaRPr lang="en-US" altLang="zh-CN" dirty="0">
              <a:solidFill>
                <a:schemeClr val="tx1"/>
              </a:solidFill>
            </a:endParaRPr>
          </a:p>
          <a:p>
            <a:pPr marL="114300" indent="0">
              <a:buNone/>
            </a:pPr>
            <a:r>
              <a:rPr lang="zh-CN" altLang="en-US" sz="2400" dirty="0">
                <a:solidFill>
                  <a:schemeClr val="tx1"/>
                </a:solidFill>
              </a:rPr>
              <a:t>载体数据利用率</a:t>
            </a:r>
            <a:r>
              <a:rPr lang="en-US" altLang="zh-CN" sz="2400" dirty="0">
                <a:solidFill>
                  <a:schemeClr val="tx1"/>
                </a:solidFill>
              </a:rPr>
              <a:t>=</a:t>
            </a:r>
            <a:r>
              <a:rPr lang="zh-CN" altLang="en-US" sz="2400" dirty="0">
                <a:solidFill>
                  <a:schemeClr val="tx1"/>
                </a:solidFill>
              </a:rPr>
              <a:t>秘密信息总比特数</a:t>
            </a:r>
            <a:r>
              <a:rPr lang="en-US" altLang="zh-CN" sz="2400" dirty="0">
                <a:solidFill>
                  <a:schemeClr val="tx1"/>
                </a:solidFill>
              </a:rPr>
              <a:t>/</a:t>
            </a:r>
            <a:r>
              <a:rPr lang="zh-CN" altLang="en-US" sz="2400" dirty="0">
                <a:solidFill>
                  <a:schemeClr val="tx1"/>
                </a:solidFill>
              </a:rPr>
              <a:t>载体总数</a:t>
            </a:r>
            <a:endParaRPr lang="en-US" altLang="zh-CN" sz="2400" dirty="0">
              <a:solidFill>
                <a:schemeClr val="tx1"/>
              </a:solidFill>
            </a:endParaRPr>
          </a:p>
          <a:p>
            <a:pPr marL="914400" lvl="2" indent="0">
              <a:buNone/>
            </a:pPr>
            <a:r>
              <a:rPr lang="en-US" altLang="zh-CN" dirty="0">
                <a:solidFill>
                  <a:schemeClr val="tx1"/>
                </a:solidFill>
              </a:rPr>
              <a:t>=M/N(</a:t>
            </a:r>
            <a:r>
              <a:rPr lang="en-US" altLang="zh-CN" dirty="0" err="1">
                <a:solidFill>
                  <a:schemeClr val="tx1"/>
                </a:solidFill>
              </a:rPr>
              <a:t>bpc</a:t>
            </a:r>
            <a:r>
              <a:rPr lang="en-US" altLang="zh-CN" dirty="0">
                <a:solidFill>
                  <a:schemeClr val="tx1"/>
                </a:solidFill>
              </a:rPr>
              <a:t>)   (bit per coefficient)</a:t>
            </a:r>
            <a:endParaRPr lang="en-US" altLang="zh-CN" dirty="0">
              <a:solidFill>
                <a:schemeClr val="tx1"/>
              </a:solidFill>
            </a:endParaRPr>
          </a:p>
          <a:p>
            <a:pPr marL="914400" lvl="2" indent="0">
              <a:buNone/>
            </a:pPr>
            <a:r>
              <a:rPr lang="zh-CN" altLang="en-US" dirty="0">
                <a:solidFill>
                  <a:schemeClr val="tx1"/>
                </a:solidFill>
              </a:rPr>
              <a:t>或</a:t>
            </a:r>
            <a:r>
              <a:rPr lang="en-US" altLang="zh-CN" dirty="0">
                <a:solidFill>
                  <a:schemeClr val="tx1"/>
                </a:solidFill>
              </a:rPr>
              <a:t>=M/(L) (</a:t>
            </a:r>
            <a:r>
              <a:rPr lang="en-US" altLang="zh-CN" dirty="0" err="1">
                <a:solidFill>
                  <a:schemeClr val="tx1"/>
                </a:solidFill>
              </a:rPr>
              <a:t>bpnc</a:t>
            </a:r>
            <a:r>
              <a:rPr lang="en-US" altLang="zh-CN" dirty="0">
                <a:solidFill>
                  <a:schemeClr val="tx1"/>
                </a:solidFill>
              </a:rPr>
              <a:t>)  (bit per  non-zero coefficient) </a:t>
            </a:r>
            <a:endParaRPr lang="en-US" altLang="zh-CN" dirty="0">
              <a:solidFill>
                <a:schemeClr val="tx1"/>
              </a:solidFill>
            </a:endParaRPr>
          </a:p>
        </p:txBody>
      </p:sp>
      <p:sp>
        <p:nvSpPr>
          <p:cNvPr id="9" name="灯片编号占位符 1"/>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3CEC90F5-A000-4305-B7C0-5BBA1734BFF0}" type="slidenum">
              <a:rPr lang="zh-CN" altLang="en-US" smtClean="0">
                <a:solidFill>
                  <a:schemeClr val="tx1"/>
                </a:solidFill>
              </a:rPr>
            </a:fld>
            <a:endParaRPr lang="zh-CN" altLang="en-US" smtClean="0">
              <a:solidFill>
                <a:schemeClr val="tx1"/>
              </a:solidFill>
            </a:endParaRPr>
          </a:p>
        </p:txBody>
      </p:sp>
      <p:sp>
        <p:nvSpPr>
          <p:cNvPr id="7" name="页脚占位符 5"/>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3" name="标题 12"/>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隐写算法性能指标</a:t>
            </a:r>
            <a:endParaRPr lang="zh-CN" altLang="en-US" smtClean="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additive="base">
                                        <p:cTn id="7" dur="500" fill="hold"/>
                                        <p:tgtEl>
                                          <p:spTgt spid="1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
                                            <p:txEl>
                                              <p:pRg st="1" end="1"/>
                                            </p:txEl>
                                          </p:spTgt>
                                        </p:tgtEl>
                                        <p:attrNameLst>
                                          <p:attrName>style.visibility</p:attrName>
                                        </p:attrNameLst>
                                      </p:cBhvr>
                                      <p:to>
                                        <p:strVal val="visible"/>
                                      </p:to>
                                    </p:set>
                                    <p:anim calcmode="lin" valueType="num">
                                      <p:cBhvr additive="base">
                                        <p:cTn id="13" dur="500" fill="hold"/>
                                        <p:tgtEl>
                                          <p:spTgt spid="1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
                                            <p:txEl>
                                              <p:pRg st="2" end="2"/>
                                            </p:txEl>
                                          </p:spTgt>
                                        </p:tgtEl>
                                        <p:attrNameLst>
                                          <p:attrName>style.visibility</p:attrName>
                                        </p:attrNameLst>
                                      </p:cBhvr>
                                      <p:to>
                                        <p:strVal val="visible"/>
                                      </p:to>
                                    </p:set>
                                    <p:anim calcmode="lin" valueType="num">
                                      <p:cBhvr additive="base">
                                        <p:cTn id="19" dur="500" fill="hold"/>
                                        <p:tgtEl>
                                          <p:spTgt spid="1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xEl>
                                              <p:pRg st="3" end="3"/>
                                            </p:txEl>
                                          </p:spTgt>
                                        </p:tgtEl>
                                        <p:attrNameLst>
                                          <p:attrName>style.visibility</p:attrName>
                                        </p:attrNameLst>
                                      </p:cBhvr>
                                      <p:to>
                                        <p:strVal val="visible"/>
                                      </p:to>
                                    </p:set>
                                    <p:anim calcmode="lin" valueType="num">
                                      <p:cBhvr additive="base">
                                        <p:cTn id="25" dur="500" fill="hold"/>
                                        <p:tgtEl>
                                          <p:spTgt spid="10">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10">
                                            <p:txEl>
                                              <p:pRg st="4" end="4"/>
                                            </p:txEl>
                                          </p:spTgt>
                                        </p:tgtEl>
                                        <p:attrNameLst>
                                          <p:attrName>style.visibility</p:attrName>
                                        </p:attrNameLst>
                                      </p:cBhvr>
                                      <p:to>
                                        <p:strVal val="visible"/>
                                      </p:to>
                                    </p:set>
                                    <p:anim calcmode="lin" valueType="num">
                                      <p:cBhvr additive="base">
                                        <p:cTn id="29" dur="500" fill="hold"/>
                                        <p:tgtEl>
                                          <p:spTgt spid="10">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0">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10">
                                            <p:txEl>
                                              <p:pRg st="5" end="5"/>
                                            </p:txEl>
                                          </p:spTgt>
                                        </p:tgtEl>
                                        <p:attrNameLst>
                                          <p:attrName>style.visibility</p:attrName>
                                        </p:attrNameLst>
                                      </p:cBhvr>
                                      <p:to>
                                        <p:strVal val="visible"/>
                                      </p:to>
                                    </p:set>
                                    <p:anim calcmode="lin" valueType="num">
                                      <p:cBhvr additive="base">
                                        <p:cTn id="33" dur="500" fill="hold"/>
                                        <p:tgtEl>
                                          <p:spTgt spid="10">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0">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defRPr/>
            </a:pPr>
            <a:r>
              <a:rPr lang="en-US" b="1" dirty="0">
                <a:solidFill>
                  <a:schemeClr val="tx1"/>
                </a:solidFill>
              </a:rPr>
              <a:t>Transparency (Fidelity, Imperceptibility)</a:t>
            </a:r>
            <a:endParaRPr lang="en-US" b="1" dirty="0">
              <a:solidFill>
                <a:schemeClr val="tx1"/>
              </a:solidFill>
            </a:endParaRPr>
          </a:p>
          <a:p>
            <a:pPr lvl="1" eaLnBrk="1" hangingPunct="1">
              <a:defRPr/>
            </a:pPr>
            <a:r>
              <a:rPr lang="en-US" sz="2400" dirty="0">
                <a:solidFill>
                  <a:schemeClr val="tx1"/>
                </a:solidFill>
                <a:cs typeface="+mn-cs"/>
              </a:rPr>
              <a:t>In most applications, embedding of information </a:t>
            </a:r>
            <a:r>
              <a:rPr lang="en-US" sz="2400" b="1" dirty="0">
                <a:solidFill>
                  <a:schemeClr val="tx1"/>
                </a:solidFill>
                <a:cs typeface="+mn-cs"/>
              </a:rPr>
              <a:t>should not cause perceptual degradation</a:t>
            </a:r>
            <a:r>
              <a:rPr lang="en-US" sz="2400" dirty="0">
                <a:solidFill>
                  <a:schemeClr val="tx1"/>
                </a:solidFill>
                <a:cs typeface="+mn-cs"/>
              </a:rPr>
              <a:t> of the host signal. </a:t>
            </a:r>
            <a:endParaRPr lang="en-US" sz="2400" dirty="0">
              <a:solidFill>
                <a:schemeClr val="tx1"/>
              </a:solidFill>
              <a:cs typeface="+mn-cs"/>
            </a:endParaRPr>
          </a:p>
          <a:p>
            <a:pPr eaLnBrk="1" hangingPunct="1">
              <a:defRPr/>
            </a:pPr>
            <a:r>
              <a:rPr lang="zh-CN" altLang="en-US" dirty="0">
                <a:solidFill>
                  <a:schemeClr val="tx1"/>
                </a:solidFill>
              </a:rPr>
              <a:t>透明性（保真性，不可感知性）</a:t>
            </a:r>
            <a:endParaRPr lang="en-US" altLang="zh-CN" dirty="0">
              <a:solidFill>
                <a:schemeClr val="tx1"/>
              </a:solidFill>
            </a:endParaRPr>
          </a:p>
          <a:p>
            <a:pPr lvl="1" eaLnBrk="1" hangingPunct="1">
              <a:defRPr/>
            </a:pPr>
            <a:r>
              <a:rPr lang="zh-CN" altLang="en-US" dirty="0">
                <a:solidFill>
                  <a:schemeClr val="tx1"/>
                </a:solidFill>
                <a:cs typeface="+mn-cs"/>
              </a:rPr>
              <a:t>透明性指算法对载体对象感官质量的影响程度。</a:t>
            </a:r>
            <a:endParaRPr lang="en-US" altLang="zh-CN" dirty="0">
              <a:solidFill>
                <a:schemeClr val="tx1"/>
              </a:solidFill>
              <a:cs typeface="+mn-cs"/>
            </a:endParaRPr>
          </a:p>
          <a:p>
            <a:pPr lvl="1" eaLnBrk="1" hangingPunct="1">
              <a:defRPr/>
            </a:pPr>
            <a:r>
              <a:rPr lang="zh-CN" altLang="en-US" dirty="0">
                <a:solidFill>
                  <a:schemeClr val="tx1"/>
                </a:solidFill>
                <a:cs typeface="+mn-cs"/>
              </a:rPr>
              <a:t>通常，算法引入的失真应该是不可感知的。</a:t>
            </a:r>
            <a:endParaRPr lang="zh-CN" altLang="en-US" dirty="0">
              <a:solidFill>
                <a:schemeClr val="tx1"/>
              </a:solidFill>
              <a:cs typeface="+mn-cs"/>
            </a:endParaRPr>
          </a:p>
        </p:txBody>
      </p:sp>
      <p:sp>
        <p:nvSpPr>
          <p:cNvPr id="4" name="Slide Number Placeholder 4"/>
          <p:cNvSpPr>
            <a:spLocks noGrp="1"/>
          </p:cNvSpPr>
          <p:nvPr>
            <p:custDataLst>
              <p:tags r:id="rId2"/>
            </p:custDataLst>
          </p:nvPr>
        </p:nvSpPr>
        <p:spPr>
          <a:xfrm>
            <a:off x="8737600" y="6248400"/>
            <a:ext cx="2844800" cy="45720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8CA04187-F3DA-4470-9AFF-4EAEAD65E58E}" type="slidenum">
              <a:rPr lang="zh-CN" altLang="en-US" sz="1800" smtClean="0">
                <a:solidFill>
                  <a:schemeClr val="tx1"/>
                </a:solidFill>
                <a:latin typeface="+mn-lt"/>
                <a:ea typeface="+mn-ea"/>
              </a:rPr>
            </a:fld>
            <a:endParaRPr lang="zh-CN" altLang="en-US" sz="1800" smtClean="0">
              <a:solidFill>
                <a:schemeClr val="tx1"/>
              </a:solidFill>
              <a:latin typeface="+mn-lt"/>
              <a:ea typeface="+mn-ea"/>
            </a:endParaRPr>
          </a:p>
        </p:txBody>
      </p:sp>
      <p:sp>
        <p:nvSpPr>
          <p:cNvPr id="9" name="标题 8"/>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隐写算法性能指标</a:t>
            </a:r>
            <a:endParaRPr lang="zh-CN" altLang="en-US" smtClean="0">
              <a:sym typeface="+mn-ea"/>
            </a:endParaRPr>
          </a:p>
        </p:txBody>
      </p:sp>
    </p:spTree>
    <p:custDataLst>
      <p:tags r:id="rId4"/>
    </p:custData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4" name="表格 13"/>
          <p:cNvGraphicFramePr>
            <a:graphicFrameLocks noGrp="1"/>
          </p:cNvGraphicFramePr>
          <p:nvPr>
            <p:custDataLst>
              <p:tags r:id="rId1"/>
            </p:custDataLst>
          </p:nvPr>
        </p:nvGraphicFramePr>
        <p:xfrm>
          <a:off x="6096000" y="4293096"/>
          <a:ext cx="3983990" cy="2183201"/>
        </p:xfrm>
        <a:graphic>
          <a:graphicData uri="http://schemas.openxmlformats.org/drawingml/2006/table">
            <a:tbl>
              <a:tblPr>
                <a:tableStyleId>{5C22544A-7EE6-4342-B048-85BDC9FD1C3A}</a:tableStyleId>
              </a:tblPr>
              <a:tblGrid>
                <a:gridCol w="1991995"/>
                <a:gridCol w="1991995"/>
              </a:tblGrid>
              <a:tr h="1817009">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6192">
                <a:tc gridSpan="2">
                  <a:txBody>
                    <a:bodyPr/>
                    <a:lstStyle/>
                    <a:p>
                      <a:pPr algn="ctr"/>
                      <a:r>
                        <a:rPr lang="zh-CN" altLang="en-US" dirty="0"/>
                        <a:t>（替换第</a:t>
                      </a:r>
                      <a:r>
                        <a:rPr lang="en-US" altLang="zh-CN" dirty="0"/>
                        <a:t>7</a:t>
                      </a:r>
                      <a:r>
                        <a:rPr lang="zh-CN" altLang="en-US" dirty="0"/>
                        <a:t>比特平面）</a:t>
                      </a:r>
                      <a:r>
                        <a:rPr lang="en-US" altLang="zh-CN" dirty="0"/>
                        <a:t>PSNR=14dB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8" name="Content Placeholder 2"/>
          <p:cNvSpPr>
            <a:spLocks noGrp="1"/>
          </p:cNvSpPr>
          <p:nvPr>
            <p:custDataLst>
              <p:tags r:id="rId2"/>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lnSpc>
                <a:spcPct val="150000"/>
              </a:lnSpc>
              <a:defRPr/>
            </a:pPr>
            <a:r>
              <a:rPr lang="zh-CN" altLang="en-US" b="1" dirty="0">
                <a:solidFill>
                  <a:schemeClr val="tx1"/>
                </a:solidFill>
              </a:rPr>
              <a:t>透明性</a:t>
            </a:r>
            <a:r>
              <a:rPr lang="en-US" b="1" dirty="0">
                <a:solidFill>
                  <a:schemeClr val="tx1"/>
                </a:solidFill>
              </a:rPr>
              <a:t> (</a:t>
            </a:r>
            <a:r>
              <a:rPr lang="zh-CN" altLang="en-US" b="1" dirty="0">
                <a:solidFill>
                  <a:schemeClr val="tx1"/>
                </a:solidFill>
              </a:rPr>
              <a:t>保真性，不可感知性</a:t>
            </a:r>
            <a:r>
              <a:rPr lang="en-US" b="1" dirty="0">
                <a:solidFill>
                  <a:schemeClr val="tx1"/>
                </a:solidFill>
              </a:rPr>
              <a:t>)</a:t>
            </a:r>
            <a:endParaRPr lang="en-US" b="1" dirty="0">
              <a:solidFill>
                <a:schemeClr val="tx1"/>
              </a:solidFill>
            </a:endParaRPr>
          </a:p>
          <a:p>
            <a:pPr lvl="1" eaLnBrk="1" hangingPunct="1">
              <a:lnSpc>
                <a:spcPct val="150000"/>
              </a:lnSpc>
              <a:defRPr/>
            </a:pPr>
            <a:r>
              <a:rPr lang="zh-CN" altLang="en-US" b="1" dirty="0">
                <a:solidFill>
                  <a:schemeClr val="tx1"/>
                </a:solidFill>
              </a:rPr>
              <a:t>实例，以峰值信噪比衡量透明性，</a:t>
            </a:r>
            <a:endParaRPr lang="zh-CN" altLang="en-US" b="1" dirty="0">
              <a:solidFill>
                <a:schemeClr val="tx1"/>
              </a:solidFill>
            </a:endParaRPr>
          </a:p>
        </p:txBody>
      </p:sp>
      <p:sp>
        <p:nvSpPr>
          <p:cNvPr id="6" name="Slide Number Placeholder 4"/>
          <p:cNvSpPr>
            <a:spLocks noGrp="1"/>
          </p:cNvSpPr>
          <p:nvPr>
            <p:custDataLst>
              <p:tags r:id="rId3"/>
            </p:custDataLst>
          </p:nvPr>
        </p:nvSpPr>
        <p:spPr>
          <a:xfrm>
            <a:off x="8737600" y="6381115"/>
            <a:ext cx="2844800" cy="45720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166536A2-8EAB-4B89-87B8-878EA264EB27}" type="slidenum">
              <a:rPr lang="zh-CN" altLang="en-US" sz="1800" smtClean="0">
                <a:solidFill>
                  <a:schemeClr val="tx1"/>
                </a:solidFill>
                <a:latin typeface="+mn-lt"/>
                <a:ea typeface="+mn-ea"/>
              </a:rPr>
            </a:fld>
            <a:endParaRPr lang="zh-CN" altLang="en-US" sz="1800" smtClean="0">
              <a:solidFill>
                <a:schemeClr val="tx1"/>
              </a:solidFill>
              <a:latin typeface="+mn-lt"/>
              <a:ea typeface="+mn-ea"/>
            </a:endParaRPr>
          </a:p>
        </p:txBody>
      </p:sp>
      <p:graphicFrame>
        <p:nvGraphicFramePr>
          <p:cNvPr id="2" name="表格 1"/>
          <p:cNvGraphicFramePr>
            <a:graphicFrameLocks noGrp="1"/>
          </p:cNvGraphicFramePr>
          <p:nvPr>
            <p:custDataLst>
              <p:tags r:id="rId4"/>
            </p:custDataLst>
          </p:nvPr>
        </p:nvGraphicFramePr>
        <p:xfrm>
          <a:off x="1703512" y="4270135"/>
          <a:ext cx="3983990" cy="2183201"/>
        </p:xfrm>
        <a:graphic>
          <a:graphicData uri="http://schemas.openxmlformats.org/drawingml/2006/table">
            <a:tbl>
              <a:tblPr>
                <a:tableStyleId>{5C22544A-7EE6-4342-B048-85BDC9FD1C3A}</a:tableStyleId>
              </a:tblPr>
              <a:tblGrid>
                <a:gridCol w="1991995"/>
                <a:gridCol w="1991995"/>
              </a:tblGrid>
              <a:tr h="1817009">
                <a:tc>
                  <a:txBody>
                    <a:bodyPr/>
                    <a:lstStyle/>
                    <a:p>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endParaRPr lang="zh-CN" alt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366192">
                <a:tc gridSpan="2">
                  <a:txBody>
                    <a:bodyPr/>
                    <a:lstStyle/>
                    <a:p>
                      <a:pPr algn="ctr"/>
                      <a:r>
                        <a:rPr lang="zh-CN" altLang="en-US" dirty="0"/>
                        <a:t>（替换最低比特平面）</a:t>
                      </a:r>
                      <a:r>
                        <a:rPr lang="en-US" altLang="zh-CN" dirty="0"/>
                        <a:t>PSNR=51dB</a:t>
                      </a:r>
                      <a:endParaRPr lang="zh-CN" alt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hMerge="1">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pic>
        <p:nvPicPr>
          <p:cNvPr id="41987" name="Picture 3"/>
          <p:cNvPicPr>
            <a:picLocks noChangeAspect="1" noChangeArrowheads="1"/>
          </p:cNvPicPr>
          <p:nvPr>
            <p:custDataLst>
              <p:tags r:id="rId5"/>
            </p:custDataLst>
          </p:nvPr>
        </p:nvPicPr>
        <p:blipFill rotWithShape="1">
          <a:blip r:embed="rId6" cstate="print">
            <a:extLst>
              <a:ext uri="{28A0092B-C50C-407E-A947-70E740481C1C}">
                <a14:useLocalDpi xmlns:a14="http://schemas.microsoft.com/office/drawing/2010/main" val="0"/>
              </a:ext>
            </a:extLst>
          </a:blip>
          <a:srcRect l="12722" t="6426" r="13737" b="9579"/>
          <a:stretch>
            <a:fillRect/>
          </a:stretch>
        </p:blipFill>
        <p:spPr bwMode="auto">
          <a:xfrm>
            <a:off x="3815408" y="4270135"/>
            <a:ext cx="1710497" cy="1728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2" name="Picture 4"/>
          <p:cNvPicPr>
            <a:picLocks noChangeAspect="1" noChangeArrowheads="1"/>
          </p:cNvPicPr>
          <p:nvPr>
            <p:custDataLst>
              <p:tags r:id="rId7"/>
            </p:custDataLst>
          </p:nvPr>
        </p:nvPicPr>
        <p:blipFill>
          <a:blip r:embed="rId8">
            <a:extLst>
              <a:ext uri="{28A0092B-C50C-407E-A947-70E740481C1C}">
                <a14:useLocalDpi xmlns:a14="http://schemas.microsoft.com/office/drawing/2010/main" val="0"/>
              </a:ext>
            </a:extLst>
          </a:blip>
          <a:srcRect/>
          <a:stretch>
            <a:fillRect/>
          </a:stretch>
        </p:blipFill>
        <p:spPr bwMode="auto">
          <a:xfrm>
            <a:off x="1739405" y="4272714"/>
            <a:ext cx="1931987" cy="172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989" name="Picture 5"/>
          <p:cNvPicPr>
            <a:picLocks noChangeAspect="1" noChangeArrowheads="1"/>
          </p:cNvPicPr>
          <p:nvPr>
            <p:custDataLst>
              <p:tags r:id="rId9"/>
            </p:custDataLst>
          </p:nvPr>
        </p:nvPicPr>
        <p:blipFill rotWithShape="1">
          <a:blip r:embed="rId10" cstate="print">
            <a:extLst>
              <a:ext uri="{28A0092B-C50C-407E-A947-70E740481C1C}">
                <a14:useLocalDpi xmlns:a14="http://schemas.microsoft.com/office/drawing/2010/main" val="0"/>
              </a:ext>
            </a:extLst>
          </a:blip>
          <a:srcRect l="12345" t="5565" r="12468" b="9867"/>
          <a:stretch>
            <a:fillRect/>
          </a:stretch>
        </p:blipFill>
        <p:spPr bwMode="auto">
          <a:xfrm>
            <a:off x="8184232" y="4308840"/>
            <a:ext cx="1731344" cy="1722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6" name="Picture 4"/>
          <p:cNvPicPr>
            <a:picLocks noChangeAspect="1" noChangeArrowheads="1"/>
          </p:cNvPicPr>
          <p:nvPr>
            <p:custDataLst>
              <p:tags r:id="rId11"/>
            </p:custDataLst>
          </p:nvPr>
        </p:nvPicPr>
        <p:blipFill>
          <a:blip r:embed="rId8">
            <a:extLst>
              <a:ext uri="{28A0092B-C50C-407E-A947-70E740481C1C}">
                <a14:useLocalDpi xmlns:a14="http://schemas.microsoft.com/office/drawing/2010/main" val="0"/>
              </a:ext>
            </a:extLst>
          </a:blip>
          <a:srcRect/>
          <a:stretch>
            <a:fillRect/>
          </a:stretch>
        </p:blipFill>
        <p:spPr bwMode="auto">
          <a:xfrm>
            <a:off x="6131893" y="4295675"/>
            <a:ext cx="1931987" cy="1725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aphicFrame>
        <p:nvGraphicFramePr>
          <p:cNvPr id="4" name="对象 3"/>
          <p:cNvGraphicFramePr>
            <a:graphicFrameLocks noChangeAspect="1"/>
          </p:cNvGraphicFramePr>
          <p:nvPr/>
        </p:nvGraphicFramePr>
        <p:xfrm>
          <a:off x="3719513" y="3068960"/>
          <a:ext cx="4464719" cy="1233344"/>
        </p:xfrm>
        <a:graphic>
          <a:graphicData uri="http://schemas.openxmlformats.org/presentationml/2006/ole">
            <mc:AlternateContent xmlns:mc="http://schemas.openxmlformats.org/markup-compatibility/2006">
              <mc:Choice xmlns:v="urn:schemas-microsoft-com:vml" Requires="v">
                <p:oleObj spid="_x0000_s42284" name="Equation" r:id="rId12" imgW="2082800" imgH="635000" progId="Equation.DSMT4">
                  <p:embed/>
                </p:oleObj>
              </mc:Choice>
              <mc:Fallback>
                <p:oleObj name="Equation" r:id="rId12" imgW="2082800" imgH="63500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19513" y="3068960"/>
                        <a:ext cx="4464719" cy="1233344"/>
                      </a:xfrm>
                      <a:prstGeom prst="rect">
                        <a:avLst/>
                      </a:prstGeom>
                      <a:noFill/>
                      <a:ln>
                        <a:noFill/>
                      </a:ln>
                    </p:spPr>
                  </p:pic>
                </p:oleObj>
              </mc:Fallback>
            </mc:AlternateContent>
          </a:graphicData>
        </a:graphic>
      </p:graphicFrame>
      <p:sp>
        <p:nvSpPr>
          <p:cNvPr id="11" name="标题 10"/>
          <p:cNvSpPr>
            <a:spLocks noGrp="1"/>
          </p:cNvSpPr>
          <p:nvPr>
            <p:ph type="title"/>
            <p:custDataLst>
              <p:tags r:id="rId14"/>
            </p:custDataLst>
          </p:nvPr>
        </p:nvSpPr>
        <p:spPr/>
        <p:txBody>
          <a:bodyPr vert="horz" lIns="91440" tIns="45720" rIns="91440" bIns="45720" rtlCol="0" anchor="ctr">
            <a:normAutofit/>
          </a:bodyPr>
          <a:p>
            <a:pPr lvl="0" algn="l">
              <a:buClrTx/>
              <a:buSzTx/>
              <a:buFontTx/>
            </a:pPr>
            <a:r>
              <a:rPr lang="zh-CN" altLang="en-US" smtClean="0">
                <a:sym typeface="+mn-ea"/>
              </a:rPr>
              <a:t>隐写算法性能指标</a:t>
            </a:r>
            <a:endParaRPr lang="zh-CN" altLang="en-US" smtClean="0">
              <a:sym typeface="+mn-ea"/>
            </a:endParaRPr>
          </a:p>
        </p:txBody>
      </p:sp>
    </p:spTree>
    <p:custDataLst>
      <p:tags r:id="rId1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1000"/>
                                        <p:tgtEl>
                                          <p:spTgt spid="12"/>
                                        </p:tgtEl>
                                      </p:cBhvr>
                                    </p:animEffect>
                                    <p:anim calcmode="lin" valueType="num">
                                      <p:cBhvr>
                                        <p:cTn id="14" dur="1000" fill="hold"/>
                                        <p:tgtEl>
                                          <p:spTgt spid="12"/>
                                        </p:tgtEl>
                                        <p:attrNameLst>
                                          <p:attrName>ppt_x</p:attrName>
                                        </p:attrNameLst>
                                      </p:cBhvr>
                                      <p:tavLst>
                                        <p:tav tm="0">
                                          <p:val>
                                            <p:strVal val="#ppt_x"/>
                                          </p:val>
                                        </p:tav>
                                        <p:tav tm="100000">
                                          <p:val>
                                            <p:strVal val="#ppt_x"/>
                                          </p:val>
                                        </p:tav>
                                      </p:tavLst>
                                    </p:anim>
                                    <p:anim calcmode="lin" valueType="num">
                                      <p:cBhvr>
                                        <p:cTn id="15" dur="1000" fill="hold"/>
                                        <p:tgtEl>
                                          <p:spTgt spid="12"/>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41987"/>
                                        </p:tgtEl>
                                        <p:attrNameLst>
                                          <p:attrName>style.visibility</p:attrName>
                                        </p:attrNameLst>
                                      </p:cBhvr>
                                      <p:to>
                                        <p:strVal val="visible"/>
                                      </p:to>
                                    </p:set>
                                    <p:animEffect transition="in" filter="fade">
                                      <p:cBhvr>
                                        <p:cTn id="18" dur="1000"/>
                                        <p:tgtEl>
                                          <p:spTgt spid="41987"/>
                                        </p:tgtEl>
                                      </p:cBhvr>
                                    </p:animEffect>
                                    <p:anim calcmode="lin" valueType="num">
                                      <p:cBhvr>
                                        <p:cTn id="19" dur="1000" fill="hold"/>
                                        <p:tgtEl>
                                          <p:spTgt spid="41987"/>
                                        </p:tgtEl>
                                        <p:attrNameLst>
                                          <p:attrName>ppt_x</p:attrName>
                                        </p:attrNameLst>
                                      </p:cBhvr>
                                      <p:tavLst>
                                        <p:tav tm="0">
                                          <p:val>
                                            <p:strVal val="#ppt_x"/>
                                          </p:val>
                                        </p:tav>
                                        <p:tav tm="100000">
                                          <p:val>
                                            <p:strVal val="#ppt_x"/>
                                          </p:val>
                                        </p:tav>
                                      </p:tavLst>
                                    </p:anim>
                                    <p:anim calcmode="lin" valueType="num">
                                      <p:cBhvr>
                                        <p:cTn id="20" dur="1000" fill="hold"/>
                                        <p:tgtEl>
                                          <p:spTgt spid="41987"/>
                                        </p:tgtEl>
                                        <p:attrNameLst>
                                          <p:attrName>ppt_y</p:attrName>
                                        </p:attrNameLst>
                                      </p:cBhvr>
                                      <p:tavLst>
                                        <p:tav tm="0">
                                          <p:val>
                                            <p:strVal val="#ppt_y+.1"/>
                                          </p:val>
                                        </p:tav>
                                        <p:tav tm="100000">
                                          <p:val>
                                            <p:strVal val="#ppt_y"/>
                                          </p:val>
                                        </p:tav>
                                      </p:tavLst>
                                    </p:anim>
                                  </p:childTnLst>
                                </p:cTn>
                              </p:par>
                              <p:par>
                                <p:cTn id="21" presetID="42" presetClass="entr" presetSubtype="0" fill="hold"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1000"/>
                                        <p:tgtEl>
                                          <p:spTgt spid="2"/>
                                        </p:tgtEl>
                                      </p:cBhvr>
                                    </p:animEffect>
                                    <p:anim calcmode="lin" valueType="num">
                                      <p:cBhvr>
                                        <p:cTn id="24" dur="1000" fill="hold"/>
                                        <p:tgtEl>
                                          <p:spTgt spid="2"/>
                                        </p:tgtEl>
                                        <p:attrNameLst>
                                          <p:attrName>ppt_x</p:attrName>
                                        </p:attrNameLst>
                                      </p:cBhvr>
                                      <p:tavLst>
                                        <p:tav tm="0">
                                          <p:val>
                                            <p:strVal val="#ppt_x"/>
                                          </p:val>
                                        </p:tav>
                                        <p:tav tm="100000">
                                          <p:val>
                                            <p:strVal val="#ppt_x"/>
                                          </p:val>
                                        </p:tav>
                                      </p:tavLst>
                                    </p:anim>
                                    <p:anim calcmode="lin" valueType="num">
                                      <p:cBhvr>
                                        <p:cTn id="25" dur="1000" fill="hold"/>
                                        <p:tgtEl>
                                          <p:spTgt spid="2"/>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1000"/>
                                        <p:tgtEl>
                                          <p:spTgt spid="16"/>
                                        </p:tgtEl>
                                      </p:cBhvr>
                                    </p:animEffect>
                                    <p:anim calcmode="lin" valueType="num">
                                      <p:cBhvr>
                                        <p:cTn id="29" dur="1000" fill="hold"/>
                                        <p:tgtEl>
                                          <p:spTgt spid="16"/>
                                        </p:tgtEl>
                                        <p:attrNameLst>
                                          <p:attrName>ppt_x</p:attrName>
                                        </p:attrNameLst>
                                      </p:cBhvr>
                                      <p:tavLst>
                                        <p:tav tm="0">
                                          <p:val>
                                            <p:strVal val="#ppt_x"/>
                                          </p:val>
                                        </p:tav>
                                        <p:tav tm="100000">
                                          <p:val>
                                            <p:strVal val="#ppt_x"/>
                                          </p:val>
                                        </p:tav>
                                      </p:tavLst>
                                    </p:anim>
                                    <p:anim calcmode="lin" valueType="num">
                                      <p:cBhvr>
                                        <p:cTn id="30" dur="1000" fill="hold"/>
                                        <p:tgtEl>
                                          <p:spTgt spid="16"/>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41989"/>
                                        </p:tgtEl>
                                        <p:attrNameLst>
                                          <p:attrName>style.visibility</p:attrName>
                                        </p:attrNameLst>
                                      </p:cBhvr>
                                      <p:to>
                                        <p:strVal val="visible"/>
                                      </p:to>
                                    </p:set>
                                    <p:animEffect transition="in" filter="fade">
                                      <p:cBhvr>
                                        <p:cTn id="33" dur="1000"/>
                                        <p:tgtEl>
                                          <p:spTgt spid="41989"/>
                                        </p:tgtEl>
                                      </p:cBhvr>
                                    </p:animEffect>
                                    <p:anim calcmode="lin" valueType="num">
                                      <p:cBhvr>
                                        <p:cTn id="34" dur="1000" fill="hold"/>
                                        <p:tgtEl>
                                          <p:spTgt spid="41989"/>
                                        </p:tgtEl>
                                        <p:attrNameLst>
                                          <p:attrName>ppt_x</p:attrName>
                                        </p:attrNameLst>
                                      </p:cBhvr>
                                      <p:tavLst>
                                        <p:tav tm="0">
                                          <p:val>
                                            <p:strVal val="#ppt_x"/>
                                          </p:val>
                                        </p:tav>
                                        <p:tav tm="100000">
                                          <p:val>
                                            <p:strVal val="#ppt_x"/>
                                          </p:val>
                                        </p:tav>
                                      </p:tavLst>
                                    </p:anim>
                                    <p:anim calcmode="lin" valueType="num">
                                      <p:cBhvr>
                                        <p:cTn id="35" dur="1000" fill="hold"/>
                                        <p:tgtEl>
                                          <p:spTgt spid="41989"/>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anim calcmode="lin" valueType="num">
                                      <p:cBhvr>
                                        <p:cTn id="39" dur="1000" fill="hold"/>
                                        <p:tgtEl>
                                          <p:spTgt spid="14"/>
                                        </p:tgtEl>
                                        <p:attrNameLst>
                                          <p:attrName>ppt_x</p:attrName>
                                        </p:attrNameLst>
                                      </p:cBhvr>
                                      <p:tavLst>
                                        <p:tav tm="0">
                                          <p:val>
                                            <p:strVal val="#ppt_x"/>
                                          </p:val>
                                        </p:tav>
                                        <p:tav tm="100000">
                                          <p:val>
                                            <p:strVal val="#ppt_x"/>
                                          </p:val>
                                        </p:tav>
                                      </p:tavLst>
                                    </p:anim>
                                    <p:anim calcmode="lin" valueType="num">
                                      <p:cBhvr>
                                        <p:cTn id="40"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8">
                                            <p:txEl>
                                              <p:pRg st="0" end="0"/>
                                            </p:txEl>
                                          </p:spTgt>
                                        </p:tgtEl>
                                        <p:attrNameLst>
                                          <p:attrName>style.visibility</p:attrName>
                                        </p:attrNameLst>
                                      </p:cBhvr>
                                      <p:to>
                                        <p:strVal val="visible"/>
                                      </p:to>
                                    </p:set>
                                    <p:anim calcmode="lin" valueType="num">
                                      <p:cBhvr additive="base">
                                        <p:cTn id="45" dur="500" fill="hold"/>
                                        <p:tgtEl>
                                          <p:spTgt spid="8">
                                            <p:txEl>
                                              <p:pRg st="0" end="0"/>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8">
                                            <p:txEl>
                                              <p:pRg st="1" end="1"/>
                                            </p:txEl>
                                          </p:spTgt>
                                        </p:tgtEl>
                                        <p:attrNameLst>
                                          <p:attrName>style.visibility</p:attrName>
                                        </p:attrNameLst>
                                      </p:cBhvr>
                                      <p:to>
                                        <p:strVal val="visible"/>
                                      </p:to>
                                    </p:set>
                                    <p:anim calcmode="lin" valueType="num">
                                      <p:cBhvr additive="base">
                                        <p:cTn id="51" dur="500" fill="hold"/>
                                        <p:tgtEl>
                                          <p:spTgt spid="8">
                                            <p:txEl>
                                              <p:pRg st="1" end="1"/>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8">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5"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defRPr/>
            </a:pPr>
            <a:r>
              <a:rPr lang="en-US" b="1" dirty="0">
                <a:solidFill>
                  <a:schemeClr val="tx1"/>
                </a:solidFill>
              </a:rPr>
              <a:t>Robustness</a:t>
            </a:r>
            <a:endParaRPr lang="en-US" b="1" dirty="0">
              <a:solidFill>
                <a:schemeClr val="tx1"/>
              </a:solidFill>
            </a:endParaRPr>
          </a:p>
          <a:p>
            <a:pPr lvl="1" eaLnBrk="1" hangingPunct="1">
              <a:defRPr/>
            </a:pPr>
            <a:r>
              <a:rPr lang="en-US" dirty="0">
                <a:solidFill>
                  <a:schemeClr val="tx1"/>
                </a:solidFill>
                <a:cs typeface="+mn-cs"/>
              </a:rPr>
              <a:t>This refers to the ability of the embedding algorithm to survive common signal processing operations</a:t>
            </a:r>
            <a:r>
              <a:rPr lang="zh-CN" altLang="en-US" dirty="0">
                <a:solidFill>
                  <a:schemeClr val="tx1"/>
                </a:solidFill>
                <a:cs typeface="+mn-cs"/>
              </a:rPr>
              <a:t>。</a:t>
            </a:r>
            <a:endParaRPr lang="en-US" altLang="zh-CN" dirty="0">
              <a:solidFill>
                <a:schemeClr val="tx1"/>
              </a:solidFill>
              <a:cs typeface="+mn-cs"/>
            </a:endParaRPr>
          </a:p>
          <a:p>
            <a:pPr eaLnBrk="1" hangingPunct="1">
              <a:defRPr/>
            </a:pPr>
            <a:r>
              <a:rPr lang="zh-CN" altLang="en-US" dirty="0">
                <a:solidFill>
                  <a:schemeClr val="tx1"/>
                </a:solidFill>
              </a:rPr>
              <a:t>稳健性（鲁棒性，健壮性）</a:t>
            </a:r>
            <a:endParaRPr lang="en-US" altLang="zh-CN" dirty="0">
              <a:solidFill>
                <a:schemeClr val="tx1"/>
              </a:solidFill>
            </a:endParaRPr>
          </a:p>
          <a:p>
            <a:pPr lvl="1" eaLnBrk="1" hangingPunct="1">
              <a:defRPr/>
            </a:pPr>
            <a:r>
              <a:rPr lang="zh-CN" altLang="en-US" dirty="0">
                <a:solidFill>
                  <a:schemeClr val="tx1"/>
                </a:solidFill>
                <a:cs typeface="+mn-cs"/>
              </a:rPr>
              <a:t>稳健性指算法抵抗常规信号处理操作的能力。</a:t>
            </a:r>
            <a:endParaRPr lang="en-US" altLang="zh-CN" dirty="0">
              <a:solidFill>
                <a:schemeClr val="tx1"/>
              </a:solidFill>
              <a:cs typeface="+mn-cs"/>
            </a:endParaRPr>
          </a:p>
          <a:p>
            <a:pPr lvl="1" eaLnBrk="1" hangingPunct="1">
              <a:defRPr/>
            </a:pPr>
            <a:r>
              <a:rPr lang="zh-CN" altLang="en-US" dirty="0">
                <a:solidFill>
                  <a:schemeClr val="tx1"/>
                </a:solidFill>
                <a:cs typeface="+mn-cs"/>
              </a:rPr>
              <a:t>隐写对象经滤波等操作处理后，会产生失真。如果信息提取算法仍能从这样的载体中提取消息，那么就称算法对滤波等操作稳健。</a:t>
            </a:r>
            <a:endParaRPr lang="zh-CN" altLang="en-US" dirty="0">
              <a:solidFill>
                <a:schemeClr val="tx1"/>
              </a:solidFill>
              <a:cs typeface="+mn-cs"/>
            </a:endParaRPr>
          </a:p>
        </p:txBody>
      </p:sp>
      <p:sp>
        <p:nvSpPr>
          <p:cNvPr id="4" name="Slide Number Placeholder 4"/>
          <p:cNvSpPr>
            <a:spLocks noGrp="1"/>
          </p:cNvSpPr>
          <p:nvPr>
            <p:custDataLst>
              <p:tags r:id="rId2"/>
            </p:custDataLst>
          </p:nvPr>
        </p:nvSpPr>
        <p:spPr>
          <a:xfrm>
            <a:off x="8737600" y="6248400"/>
            <a:ext cx="2844800" cy="45720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FDA3F016-4B01-4949-9DD7-8B76D7E6DAE3}" type="slidenum">
              <a:rPr lang="zh-CN" altLang="en-US" sz="1600" smtClean="0">
                <a:solidFill>
                  <a:schemeClr val="tx1"/>
                </a:solidFill>
                <a:latin typeface="+mn-lt"/>
                <a:ea typeface="+mn-ea"/>
              </a:rPr>
            </a:fld>
            <a:endParaRPr lang="zh-CN" altLang="en-US" sz="1600" smtClean="0">
              <a:solidFill>
                <a:schemeClr val="tx1"/>
              </a:solidFill>
              <a:latin typeface="+mn-lt"/>
              <a:ea typeface="+mn-ea"/>
            </a:endParaRPr>
          </a:p>
        </p:txBody>
      </p:sp>
      <p:sp>
        <p:nvSpPr>
          <p:cNvPr id="9" name="标题 8"/>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隐写算法性能指标</a:t>
            </a:r>
            <a:endParaRPr lang="zh-CN" altLang="en-US" smtClean="0">
              <a:sym typeface="+mn-ea"/>
            </a:endParaRPr>
          </a:p>
        </p:txBody>
      </p:sp>
    </p:spTree>
    <p:custDataLst>
      <p:tags r:id="rId4"/>
    </p:custData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lnSpc>
                <a:spcPct val="150000"/>
              </a:lnSpc>
              <a:defRPr/>
            </a:pPr>
            <a:r>
              <a:rPr lang="zh-CN" altLang="en-US" b="1" dirty="0">
                <a:solidFill>
                  <a:schemeClr val="tx1"/>
                </a:solidFill>
              </a:rPr>
              <a:t>稳健性（鲁棒性、健壮性）</a:t>
            </a:r>
            <a:endParaRPr lang="en-US" b="1" dirty="0">
              <a:solidFill>
                <a:schemeClr val="tx1"/>
              </a:solidFill>
            </a:endParaRPr>
          </a:p>
          <a:p>
            <a:pPr lvl="1" eaLnBrk="1" hangingPunct="1">
              <a:lnSpc>
                <a:spcPct val="150000"/>
              </a:lnSpc>
              <a:defRPr/>
            </a:pPr>
            <a:r>
              <a:rPr lang="zh-CN" altLang="en-US" b="1" dirty="0">
                <a:solidFill>
                  <a:schemeClr val="tx1"/>
                </a:solidFill>
              </a:rPr>
              <a:t>案例：</a:t>
            </a:r>
            <a:r>
              <a:rPr lang="en-US" altLang="zh-CN" b="1" dirty="0">
                <a:solidFill>
                  <a:schemeClr val="tx1"/>
                </a:solidFill>
              </a:rPr>
              <a:t>LSB</a:t>
            </a:r>
            <a:r>
              <a:rPr lang="zh-CN" altLang="en-US" b="1" dirty="0">
                <a:solidFill>
                  <a:schemeClr val="tx1"/>
                </a:solidFill>
              </a:rPr>
              <a:t>算法对噪声添加处理不稳健。</a:t>
            </a:r>
            <a:endParaRPr lang="zh-CN" altLang="en-US" b="1" dirty="0">
              <a:solidFill>
                <a:schemeClr val="tx1"/>
              </a:solidFill>
            </a:endParaRPr>
          </a:p>
        </p:txBody>
      </p:sp>
      <p:sp>
        <p:nvSpPr>
          <p:cNvPr id="4" name="Slide Number Placeholder 4"/>
          <p:cNvSpPr>
            <a:spLocks noGrp="1"/>
          </p:cNvSpPr>
          <p:nvPr>
            <p:custDataLst>
              <p:tags r:id="rId2"/>
            </p:custDataLst>
          </p:nvPr>
        </p:nvSpPr>
        <p:spPr>
          <a:xfrm>
            <a:off x="8737600" y="6309360"/>
            <a:ext cx="2844800" cy="457200"/>
          </a:xfrm>
          <a:prstGeom prst="rect">
            <a:avLst/>
          </a:prstGeom>
          <a:noFill/>
          <a:ln w="9525">
            <a:noFill/>
            <a:miter lim="800000"/>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0" hangingPunct="0">
              <a:defRPr>
                <a:solidFill>
                  <a:schemeClr val="tx1"/>
                </a:solidFill>
                <a:latin typeface="Tahoma" panose="020B0604030504040204" pitchFamily="34" charset="0"/>
                <a:ea typeface="宋体" panose="02010600030101010101" pitchFamily="2" charset="-122"/>
              </a:defRPr>
            </a:lvl1pPr>
            <a:lvl2pPr marL="742950" indent="-285750" eaLnBrk="0" hangingPunct="0">
              <a:defRPr>
                <a:solidFill>
                  <a:schemeClr val="tx1"/>
                </a:solidFill>
                <a:latin typeface="Tahoma" panose="020B0604030504040204" pitchFamily="34" charset="0"/>
                <a:ea typeface="宋体" panose="02010600030101010101" pitchFamily="2" charset="-122"/>
              </a:defRPr>
            </a:lvl2pPr>
            <a:lvl3pPr marL="1143000" indent="-228600" eaLnBrk="0" hangingPunct="0">
              <a:defRPr>
                <a:solidFill>
                  <a:schemeClr val="tx1"/>
                </a:solidFill>
                <a:latin typeface="Tahoma" panose="020B0604030504040204" pitchFamily="34" charset="0"/>
                <a:ea typeface="宋体" panose="02010600030101010101" pitchFamily="2" charset="-122"/>
              </a:defRPr>
            </a:lvl3pPr>
            <a:lvl4pPr marL="1600200" indent="-228600" eaLnBrk="0" hangingPunct="0">
              <a:defRPr>
                <a:solidFill>
                  <a:schemeClr val="tx1"/>
                </a:solidFill>
                <a:latin typeface="Tahoma" panose="020B0604030504040204" pitchFamily="34" charset="0"/>
                <a:ea typeface="宋体" panose="02010600030101010101" pitchFamily="2" charset="-122"/>
              </a:defRPr>
            </a:lvl4pPr>
            <a:lvl5pPr marL="2057400" indent="-228600" eaLnBrk="0" hangingPunct="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pPr eaLnBrk="1" hangingPunct="1"/>
            <a:fld id="{689D948F-E71C-4E4E-A9EC-3466ECE70C86}" type="slidenum">
              <a:rPr lang="zh-CN" altLang="en-US" sz="1600" smtClean="0">
                <a:solidFill>
                  <a:schemeClr val="tx1"/>
                </a:solidFill>
                <a:latin typeface="+mn-lt"/>
                <a:ea typeface="+mn-ea"/>
              </a:rPr>
            </a:fld>
            <a:endParaRPr lang="zh-CN" altLang="en-US" sz="1600" smtClean="0">
              <a:solidFill>
                <a:schemeClr val="tx1"/>
              </a:solidFill>
              <a:latin typeface="+mn-lt"/>
              <a:ea typeface="+mn-ea"/>
            </a:endParaRPr>
          </a:p>
        </p:txBody>
      </p:sp>
      <p:pic>
        <p:nvPicPr>
          <p:cNvPr id="43010" name="Picture 2"/>
          <p:cNvPicPr>
            <a:picLocks noChangeAspect="1" noChangeArrowheads="1"/>
          </p:cNvPicPr>
          <p:nvPr>
            <p:custDataLst>
              <p:tags r:id="rId3"/>
            </p:custDataLst>
          </p:nvPr>
        </p:nvPicPr>
        <p:blipFill>
          <a:blip r:embed="rId4" cstate="print">
            <a:extLst>
              <a:ext uri="{28A0092B-C50C-407E-A947-70E740481C1C}">
                <a14:useLocalDpi xmlns:a14="http://schemas.microsoft.com/office/drawing/2010/main" val="0"/>
              </a:ext>
            </a:extLst>
          </a:blip>
          <a:srcRect/>
          <a:stretch>
            <a:fillRect/>
          </a:stretch>
        </p:blipFill>
        <p:spPr bwMode="auto">
          <a:xfrm>
            <a:off x="1703512" y="3658268"/>
            <a:ext cx="2192146" cy="1946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1" name="Picture 3"/>
          <p:cNvPicPr>
            <a:picLocks noChangeAspect="1" noChangeArrowheads="1"/>
          </p:cNvPicPr>
          <p:nvPr>
            <p:custDataLst>
              <p:tags r:id="rId5"/>
            </p:custDataLst>
          </p:nvPr>
        </p:nvPicPr>
        <p:blipFill rotWithShape="1">
          <a:blip r:embed="rId6" cstate="print">
            <a:extLst>
              <a:ext uri="{28A0092B-C50C-407E-A947-70E740481C1C}">
                <a14:useLocalDpi xmlns:a14="http://schemas.microsoft.com/office/drawing/2010/main" val="0"/>
              </a:ext>
            </a:extLst>
          </a:blip>
          <a:srcRect l="12468" t="5853" r="12468" b="10153"/>
          <a:stretch>
            <a:fillRect/>
          </a:stretch>
        </p:blipFill>
        <p:spPr bwMode="auto">
          <a:xfrm>
            <a:off x="5142256" y="3645024"/>
            <a:ext cx="1961856" cy="1941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3012" name="Picture 4"/>
          <p:cNvPicPr>
            <a:picLocks noChangeAspect="1" noChangeArrowheads="1"/>
          </p:cNvPicPr>
          <p:nvPr>
            <p:custDataLst>
              <p:tags r:id="rId7"/>
            </p:custDataLst>
          </p:nvPr>
        </p:nvPicPr>
        <p:blipFill rotWithShape="1">
          <a:blip r:embed="rId8" cstate="print">
            <a:extLst>
              <a:ext uri="{28A0092B-C50C-407E-A947-70E740481C1C}">
                <a14:useLocalDpi xmlns:a14="http://schemas.microsoft.com/office/drawing/2010/main" val="0"/>
              </a:ext>
            </a:extLst>
          </a:blip>
          <a:srcRect l="12214" t="5279" r="12722" b="9866"/>
          <a:stretch>
            <a:fillRect/>
          </a:stretch>
        </p:blipFill>
        <p:spPr bwMode="auto">
          <a:xfrm>
            <a:off x="8454624" y="3665404"/>
            <a:ext cx="1961856" cy="19618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矩形 9"/>
          <p:cNvSpPr/>
          <p:nvPr>
            <p:custDataLst>
              <p:tags r:id="rId9"/>
            </p:custDataLst>
          </p:nvPr>
        </p:nvSpPr>
        <p:spPr bwMode="auto">
          <a:xfrm>
            <a:off x="4007768" y="3789040"/>
            <a:ext cx="1009032" cy="1023110"/>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lang="en-US" altLang="zh-CN" sz="1800" dirty="0">
                <a:solidFill>
                  <a:schemeClr val="tx1"/>
                </a:solidFill>
                <a:latin typeface="+mn-lt"/>
                <a:ea typeface="+mn-ea"/>
              </a:rPr>
              <a:t>LSB</a:t>
            </a:r>
            <a:endParaRPr lang="en-US" altLang="zh-CN" sz="1800" dirty="0">
              <a:solidFill>
                <a:schemeClr val="tx1"/>
              </a:solidFill>
              <a:latin typeface="+mn-lt"/>
              <a:ea typeface="+mn-ea"/>
            </a:endParaRPr>
          </a:p>
          <a:p>
            <a:pPr marL="0" marR="0" indent="0" algn="l" defTabSz="914400" rtl="0" eaLnBrk="1" fontAlgn="base" latinLnBrk="0" hangingPunct="1">
              <a:lnSpc>
                <a:spcPct val="100000"/>
              </a:lnSpc>
              <a:spcBef>
                <a:spcPct val="0"/>
              </a:spcBef>
              <a:spcAft>
                <a:spcPct val="0"/>
              </a:spcAft>
              <a:buClrTx/>
              <a:buSzTx/>
              <a:buFontTx/>
              <a:buNone/>
            </a:pPr>
            <a:r>
              <a:rPr kumimoji="1" lang="en-US" altLang="zh-CN" sz="1800" b="0" i="0" u="none" strike="noStrike" cap="none" normalizeH="0" baseline="0" dirty="0" err="1">
                <a:ln>
                  <a:noFill/>
                </a:ln>
                <a:solidFill>
                  <a:schemeClr val="tx1"/>
                </a:solidFill>
                <a:effectLst/>
                <a:latin typeface="+mn-lt"/>
                <a:ea typeface="+mn-ea"/>
              </a:rPr>
              <a:t>psnr</a:t>
            </a:r>
            <a:r>
              <a:rPr kumimoji="1" lang="en-US" altLang="zh-CN" sz="1800" b="0" i="0" u="none" strike="noStrike" cap="none" normalizeH="0" baseline="0" dirty="0">
                <a:ln>
                  <a:noFill/>
                </a:ln>
                <a:solidFill>
                  <a:schemeClr val="tx1"/>
                </a:solidFill>
                <a:effectLst/>
                <a:latin typeface="+mn-lt"/>
                <a:ea typeface="+mn-ea"/>
              </a:rPr>
              <a:t>=50</a:t>
            </a:r>
            <a:endParaRPr kumimoji="1" lang="en-US" altLang="zh-CN" sz="1800" b="0" i="0" u="none" strike="noStrike" cap="none" normalizeH="0" baseline="0" dirty="0">
              <a:ln>
                <a:noFill/>
              </a:ln>
              <a:solidFill>
                <a:schemeClr val="tx1"/>
              </a:solidFill>
              <a:effectLst/>
              <a:latin typeface="+mn-lt"/>
              <a:ea typeface="+mn-ea"/>
            </a:endParaRPr>
          </a:p>
        </p:txBody>
      </p:sp>
      <p:cxnSp>
        <p:nvCxnSpPr>
          <p:cNvPr id="11" name="直接箭头连接符 10"/>
          <p:cNvCxnSpPr/>
          <p:nvPr/>
        </p:nvCxnSpPr>
        <p:spPr bwMode="auto">
          <a:xfrm>
            <a:off x="3935760" y="4869160"/>
            <a:ext cx="1164081" cy="0"/>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矩形 12"/>
          <p:cNvSpPr/>
          <p:nvPr>
            <p:custDataLst>
              <p:tags r:id="rId10"/>
            </p:custDataLst>
          </p:nvPr>
        </p:nvSpPr>
        <p:spPr bwMode="auto">
          <a:xfrm>
            <a:off x="7248128" y="3789040"/>
            <a:ext cx="1009032" cy="966100"/>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高斯</a:t>
            </a:r>
            <a:endParaRPr kumimoji="1" lang="en-US" altLang="zh-CN" sz="1800" b="0" i="0" u="none" strike="noStrike" cap="none" normalizeH="0" baseline="0" dirty="0">
              <a:ln>
                <a:noFill/>
              </a:ln>
              <a:solidFill>
                <a:schemeClr val="tx1"/>
              </a:solidFill>
              <a:effectLst/>
              <a:latin typeface="+mn-lt"/>
              <a:ea typeface="+mn-ea"/>
            </a:endParaRPr>
          </a:p>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白噪</a:t>
            </a:r>
            <a:endParaRPr kumimoji="1" lang="en-US" altLang="zh-CN" sz="1800" b="0" i="0" u="none" strike="noStrike" cap="none" normalizeH="0" baseline="0" dirty="0">
              <a:ln>
                <a:noFill/>
              </a:ln>
              <a:solidFill>
                <a:schemeClr val="tx1"/>
              </a:solidFill>
              <a:effectLst/>
              <a:latin typeface="+mn-lt"/>
              <a:ea typeface="+mn-ea"/>
            </a:endParaRPr>
          </a:p>
          <a:p>
            <a:pPr marL="0" marR="0" indent="0" algn="l" defTabSz="914400" rtl="0" eaLnBrk="1" fontAlgn="base" latinLnBrk="0" hangingPunct="1">
              <a:lnSpc>
                <a:spcPct val="100000"/>
              </a:lnSpc>
              <a:spcBef>
                <a:spcPct val="0"/>
              </a:spcBef>
              <a:spcAft>
                <a:spcPct val="0"/>
              </a:spcAft>
              <a:buClrTx/>
              <a:buSzTx/>
              <a:buFontTx/>
              <a:buNone/>
            </a:pPr>
            <a:r>
              <a:rPr lang="en-US" altLang="zh-CN" sz="1800" dirty="0" err="1">
                <a:solidFill>
                  <a:schemeClr val="tx1"/>
                </a:solidFill>
                <a:latin typeface="+mn-lt"/>
                <a:ea typeface="+mn-ea"/>
              </a:rPr>
              <a:t>psnr</a:t>
            </a:r>
            <a:r>
              <a:rPr lang="en-US" altLang="zh-CN" sz="1800" dirty="0">
                <a:solidFill>
                  <a:schemeClr val="tx1"/>
                </a:solidFill>
                <a:latin typeface="+mn-lt"/>
                <a:ea typeface="+mn-ea"/>
              </a:rPr>
              <a:t>=30</a:t>
            </a:r>
            <a:endParaRPr kumimoji="1" lang="en-US" altLang="zh-CN" sz="1800" b="0" i="0" u="none" strike="noStrike" cap="none" normalizeH="0" baseline="0" dirty="0">
              <a:ln>
                <a:noFill/>
              </a:ln>
              <a:solidFill>
                <a:schemeClr val="tx1"/>
              </a:solidFill>
              <a:effectLst/>
              <a:latin typeface="+mn-lt"/>
              <a:ea typeface="+mn-ea"/>
            </a:endParaRPr>
          </a:p>
        </p:txBody>
      </p:sp>
      <p:cxnSp>
        <p:nvCxnSpPr>
          <p:cNvPr id="14" name="直接箭头连接符 13"/>
          <p:cNvCxnSpPr/>
          <p:nvPr/>
        </p:nvCxnSpPr>
        <p:spPr bwMode="auto">
          <a:xfrm>
            <a:off x="7165087" y="4869160"/>
            <a:ext cx="1164081" cy="0"/>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矩形 14"/>
          <p:cNvSpPr/>
          <p:nvPr>
            <p:custDataLst>
              <p:tags r:id="rId11"/>
            </p:custDataLst>
          </p:nvPr>
        </p:nvSpPr>
        <p:spPr bwMode="auto">
          <a:xfrm>
            <a:off x="5696652" y="5652716"/>
            <a:ext cx="853063" cy="735077"/>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误码率</a:t>
            </a:r>
            <a:endParaRPr kumimoji="1" lang="en-US" altLang="zh-CN" sz="1800" b="0" i="0" u="none" strike="noStrike" cap="none" normalizeH="0" baseline="0" dirty="0">
              <a:ln>
                <a:noFill/>
              </a:ln>
              <a:solidFill>
                <a:schemeClr val="tx1"/>
              </a:solidFill>
              <a:effectLst/>
              <a:latin typeface="+mn-lt"/>
              <a:ea typeface="+mn-ea"/>
            </a:endParaRPr>
          </a:p>
          <a:p>
            <a:pPr marL="0" marR="0" indent="0" algn="l" defTabSz="914400" rtl="0" eaLnBrk="1" fontAlgn="base" latinLnBrk="0" hangingPunct="1">
              <a:lnSpc>
                <a:spcPct val="100000"/>
              </a:lnSpc>
              <a:spcBef>
                <a:spcPct val="0"/>
              </a:spcBef>
              <a:spcAft>
                <a:spcPct val="0"/>
              </a:spcAft>
              <a:buClrTx/>
              <a:buSzTx/>
              <a:buFontTx/>
              <a:buNone/>
            </a:pPr>
            <a:r>
              <a:rPr lang="zh-CN" altLang="en-US" sz="1800" dirty="0">
                <a:solidFill>
                  <a:schemeClr val="tx1"/>
                </a:solidFill>
                <a:latin typeface="+mn-lt"/>
                <a:ea typeface="+mn-ea"/>
              </a:rPr>
              <a:t>为</a:t>
            </a:r>
            <a:r>
              <a:rPr lang="en-US" altLang="zh-CN" sz="1800" dirty="0">
                <a:solidFill>
                  <a:schemeClr val="tx1"/>
                </a:solidFill>
                <a:latin typeface="+mn-lt"/>
                <a:ea typeface="+mn-ea"/>
              </a:rPr>
              <a:t>0</a:t>
            </a:r>
            <a:endParaRPr kumimoji="1" lang="en-US" altLang="zh-CN" sz="1800" b="0" i="0" u="none" strike="noStrike" cap="none" normalizeH="0" baseline="0" dirty="0">
              <a:ln>
                <a:noFill/>
              </a:ln>
              <a:solidFill>
                <a:schemeClr val="tx1"/>
              </a:solidFill>
              <a:effectLst/>
              <a:latin typeface="+mn-lt"/>
              <a:ea typeface="+mn-ea"/>
            </a:endParaRPr>
          </a:p>
        </p:txBody>
      </p:sp>
      <p:sp>
        <p:nvSpPr>
          <p:cNvPr id="16" name="矩形 15"/>
          <p:cNvSpPr/>
          <p:nvPr>
            <p:custDataLst>
              <p:tags r:id="rId12"/>
            </p:custDataLst>
          </p:nvPr>
        </p:nvSpPr>
        <p:spPr bwMode="auto">
          <a:xfrm>
            <a:off x="9009020" y="5718259"/>
            <a:ext cx="853063" cy="735077"/>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误码率</a:t>
            </a:r>
            <a:endParaRPr kumimoji="1" lang="en-US" altLang="zh-CN" sz="1800" b="0" i="0" u="none" strike="noStrike" cap="none" normalizeH="0" baseline="0" dirty="0">
              <a:ln>
                <a:noFill/>
              </a:ln>
              <a:solidFill>
                <a:schemeClr val="tx1"/>
              </a:solidFill>
              <a:effectLst/>
              <a:latin typeface="+mn-lt"/>
              <a:ea typeface="+mn-ea"/>
            </a:endParaRPr>
          </a:p>
          <a:p>
            <a:pPr marL="0" marR="0" indent="0" algn="l" defTabSz="914400" rtl="0" eaLnBrk="1" fontAlgn="base" latinLnBrk="0" hangingPunct="1">
              <a:lnSpc>
                <a:spcPct val="100000"/>
              </a:lnSpc>
              <a:spcBef>
                <a:spcPct val="0"/>
              </a:spcBef>
              <a:spcAft>
                <a:spcPct val="0"/>
              </a:spcAft>
              <a:buClrTx/>
              <a:buSzTx/>
              <a:buFontTx/>
              <a:buNone/>
            </a:pPr>
            <a:r>
              <a:rPr lang="zh-CN" altLang="en-US" sz="1800" dirty="0">
                <a:solidFill>
                  <a:schemeClr val="tx1"/>
                </a:solidFill>
                <a:latin typeface="+mn-lt"/>
                <a:ea typeface="+mn-ea"/>
              </a:rPr>
              <a:t>为</a:t>
            </a:r>
            <a:r>
              <a:rPr lang="en-US" altLang="zh-CN" sz="1800" dirty="0">
                <a:solidFill>
                  <a:schemeClr val="tx1"/>
                </a:solidFill>
                <a:latin typeface="+mn-lt"/>
                <a:ea typeface="+mn-ea"/>
              </a:rPr>
              <a:t>0.5</a:t>
            </a:r>
            <a:endParaRPr kumimoji="1" lang="en-US" altLang="zh-CN" sz="1800" b="0" i="0" u="none" strike="noStrike" cap="none" normalizeH="0" baseline="0" dirty="0">
              <a:ln>
                <a:noFill/>
              </a:ln>
              <a:solidFill>
                <a:schemeClr val="tx1"/>
              </a:solidFill>
              <a:effectLst/>
              <a:latin typeface="+mn-lt"/>
              <a:ea typeface="+mn-ea"/>
            </a:endParaRPr>
          </a:p>
        </p:txBody>
      </p:sp>
      <p:sp>
        <p:nvSpPr>
          <p:cNvPr id="17" name="文本框 16"/>
          <p:cNvSpPr txBox="1"/>
          <p:nvPr>
            <p:custDataLst>
              <p:tags r:id="rId13"/>
            </p:custDataLst>
          </p:nvPr>
        </p:nvSpPr>
        <p:spPr>
          <a:xfrm>
            <a:off x="8130249" y="2326698"/>
            <a:ext cx="2256101" cy="337185"/>
          </a:xfrm>
          <a:prstGeom prst="rect">
            <a:avLst/>
          </a:prstGeom>
          <a:gradFill>
            <a:gsLst>
              <a:gs pos="0">
                <a:schemeClr val="accent1"/>
              </a:gs>
              <a:gs pos="100000">
                <a:schemeClr val="accent1"/>
              </a:gs>
            </a:gsLst>
            <a:lin ang="2700000" scaled="0"/>
          </a:gradFill>
        </p:spPr>
        <p:style>
          <a:lnRef idx="1">
            <a:schemeClr val="accent5"/>
          </a:lnRef>
          <a:fillRef idx="2">
            <a:schemeClr val="accent5"/>
          </a:fillRef>
          <a:effectRef idx="1">
            <a:schemeClr val="accent5"/>
          </a:effectRef>
          <a:fontRef idx="minor">
            <a:schemeClr val="dk1"/>
          </a:fontRef>
        </p:style>
        <p:txBody>
          <a:bodyPr wrap="square" rtlCol="0">
            <a:normAutofit/>
          </a:bodyPr>
          <a:lstStyle/>
          <a:p>
            <a:r>
              <a:rPr lang="zh-CN" altLang="en-US" sz="1600" dirty="0">
                <a:solidFill>
                  <a:schemeClr val="lt1"/>
                </a:solidFill>
                <a:hlinkClick r:id="rId14" action="ppaction://hlinksldjump"/>
              </a:rPr>
              <a:t>略过深入讨论</a:t>
            </a:r>
            <a:endParaRPr lang="zh-CN" altLang="en-US" sz="1600" dirty="0">
              <a:solidFill>
                <a:schemeClr val="lt1"/>
              </a:solidFill>
              <a:hlinkClick r:id="rId14" action="ppaction://hlinksldjump"/>
            </a:endParaRPr>
          </a:p>
        </p:txBody>
      </p:sp>
      <p:sp>
        <p:nvSpPr>
          <p:cNvPr id="9" name="标题 8"/>
          <p:cNvSpPr>
            <a:spLocks noGrp="1"/>
          </p:cNvSpPr>
          <p:nvPr>
            <p:ph type="title"/>
            <p:custDataLst>
              <p:tags r:id="rId15"/>
            </p:custDataLst>
          </p:nvPr>
        </p:nvSpPr>
        <p:spPr/>
        <p:txBody>
          <a:bodyPr vert="horz" lIns="91440" tIns="45720" rIns="91440" bIns="45720" rtlCol="0" anchor="ctr">
            <a:normAutofit/>
          </a:bodyPr>
          <a:p>
            <a:pPr lvl="0" algn="l">
              <a:buClrTx/>
              <a:buSzTx/>
              <a:buFontTx/>
            </a:pPr>
            <a:r>
              <a:rPr lang="zh-CN" altLang="en-US" smtClean="0">
                <a:sym typeface="+mn-ea"/>
              </a:rPr>
              <a:t>隐写算法性能指标</a:t>
            </a:r>
            <a:endParaRPr lang="zh-CN" altLang="en-US" smtClean="0">
              <a:sym typeface="+mn-ea"/>
            </a:endParaRPr>
          </a:p>
        </p:txBody>
      </p:sp>
    </p:spTree>
    <p:custDataLst>
      <p:tags r:id="rId16"/>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3010"/>
                                        </p:tgtEl>
                                        <p:attrNameLst>
                                          <p:attrName>style.visibility</p:attrName>
                                        </p:attrNameLst>
                                      </p:cBhvr>
                                      <p:to>
                                        <p:strVal val="visible"/>
                                      </p:to>
                                    </p:set>
                                    <p:animEffect transition="in" filter="fade">
                                      <p:cBhvr>
                                        <p:cTn id="7" dur="1000"/>
                                        <p:tgtEl>
                                          <p:spTgt spid="43010"/>
                                        </p:tgtEl>
                                      </p:cBhvr>
                                    </p:animEffect>
                                    <p:anim calcmode="lin" valueType="num">
                                      <p:cBhvr>
                                        <p:cTn id="8" dur="1000" fill="hold"/>
                                        <p:tgtEl>
                                          <p:spTgt spid="43010"/>
                                        </p:tgtEl>
                                        <p:attrNameLst>
                                          <p:attrName>ppt_x</p:attrName>
                                        </p:attrNameLst>
                                      </p:cBhvr>
                                      <p:tavLst>
                                        <p:tav tm="0">
                                          <p:val>
                                            <p:strVal val="#ppt_x"/>
                                          </p:val>
                                        </p:tav>
                                        <p:tav tm="100000">
                                          <p:val>
                                            <p:strVal val="#ppt_x"/>
                                          </p:val>
                                        </p:tav>
                                      </p:tavLst>
                                    </p:anim>
                                    <p:anim calcmode="lin" valueType="num">
                                      <p:cBhvr>
                                        <p:cTn id="9" dur="1000" fill="hold"/>
                                        <p:tgtEl>
                                          <p:spTgt spid="4301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43011"/>
                                        </p:tgtEl>
                                        <p:attrNameLst>
                                          <p:attrName>style.visibility</p:attrName>
                                        </p:attrNameLst>
                                      </p:cBhvr>
                                      <p:to>
                                        <p:strVal val="visible"/>
                                      </p:to>
                                    </p:set>
                                    <p:animEffect transition="in" filter="fade">
                                      <p:cBhvr>
                                        <p:cTn id="12" dur="1000"/>
                                        <p:tgtEl>
                                          <p:spTgt spid="43011"/>
                                        </p:tgtEl>
                                      </p:cBhvr>
                                    </p:animEffect>
                                    <p:anim calcmode="lin" valueType="num">
                                      <p:cBhvr>
                                        <p:cTn id="13" dur="1000" fill="hold"/>
                                        <p:tgtEl>
                                          <p:spTgt spid="43011"/>
                                        </p:tgtEl>
                                        <p:attrNameLst>
                                          <p:attrName>ppt_x</p:attrName>
                                        </p:attrNameLst>
                                      </p:cBhvr>
                                      <p:tavLst>
                                        <p:tav tm="0">
                                          <p:val>
                                            <p:strVal val="#ppt_x"/>
                                          </p:val>
                                        </p:tav>
                                        <p:tav tm="100000">
                                          <p:val>
                                            <p:strVal val="#ppt_x"/>
                                          </p:val>
                                        </p:tav>
                                      </p:tavLst>
                                    </p:anim>
                                    <p:anim calcmode="lin" valueType="num">
                                      <p:cBhvr>
                                        <p:cTn id="14" dur="1000" fill="hold"/>
                                        <p:tgtEl>
                                          <p:spTgt spid="43011"/>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3012"/>
                                        </p:tgtEl>
                                        <p:attrNameLst>
                                          <p:attrName>style.visibility</p:attrName>
                                        </p:attrNameLst>
                                      </p:cBhvr>
                                      <p:to>
                                        <p:strVal val="visible"/>
                                      </p:to>
                                    </p:set>
                                    <p:animEffect transition="in" filter="fade">
                                      <p:cBhvr>
                                        <p:cTn id="17" dur="1000"/>
                                        <p:tgtEl>
                                          <p:spTgt spid="43012"/>
                                        </p:tgtEl>
                                      </p:cBhvr>
                                    </p:animEffect>
                                    <p:anim calcmode="lin" valueType="num">
                                      <p:cBhvr>
                                        <p:cTn id="18" dur="1000" fill="hold"/>
                                        <p:tgtEl>
                                          <p:spTgt spid="43012"/>
                                        </p:tgtEl>
                                        <p:attrNameLst>
                                          <p:attrName>ppt_x</p:attrName>
                                        </p:attrNameLst>
                                      </p:cBhvr>
                                      <p:tavLst>
                                        <p:tav tm="0">
                                          <p:val>
                                            <p:strVal val="#ppt_x"/>
                                          </p:val>
                                        </p:tav>
                                        <p:tav tm="100000">
                                          <p:val>
                                            <p:strVal val="#ppt_x"/>
                                          </p:val>
                                        </p:tav>
                                      </p:tavLst>
                                    </p:anim>
                                    <p:anim calcmode="lin" valueType="num">
                                      <p:cBhvr>
                                        <p:cTn id="19" dur="1000" fill="hold"/>
                                        <p:tgtEl>
                                          <p:spTgt spid="43012"/>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1000"/>
                                        <p:tgtEl>
                                          <p:spTgt spid="10"/>
                                        </p:tgtEl>
                                      </p:cBhvr>
                                    </p:animEffect>
                                    <p:anim calcmode="lin" valueType="num">
                                      <p:cBhvr>
                                        <p:cTn id="23" dur="1000" fill="hold"/>
                                        <p:tgtEl>
                                          <p:spTgt spid="10"/>
                                        </p:tgtEl>
                                        <p:attrNameLst>
                                          <p:attrName>ppt_x</p:attrName>
                                        </p:attrNameLst>
                                      </p:cBhvr>
                                      <p:tavLst>
                                        <p:tav tm="0">
                                          <p:val>
                                            <p:strVal val="#ppt_x"/>
                                          </p:val>
                                        </p:tav>
                                        <p:tav tm="100000">
                                          <p:val>
                                            <p:strVal val="#ppt_x"/>
                                          </p:val>
                                        </p:tav>
                                      </p:tavLst>
                                    </p:anim>
                                    <p:anim calcmode="lin" valueType="num">
                                      <p:cBhvr>
                                        <p:cTn id="24" dur="1000" fill="hold"/>
                                        <p:tgtEl>
                                          <p:spTgt spid="10"/>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1000"/>
                                        <p:tgtEl>
                                          <p:spTgt spid="11"/>
                                        </p:tgtEl>
                                      </p:cBhvr>
                                    </p:animEffect>
                                    <p:anim calcmode="lin" valueType="num">
                                      <p:cBhvr>
                                        <p:cTn id="28" dur="1000" fill="hold"/>
                                        <p:tgtEl>
                                          <p:spTgt spid="11"/>
                                        </p:tgtEl>
                                        <p:attrNameLst>
                                          <p:attrName>ppt_x</p:attrName>
                                        </p:attrNameLst>
                                      </p:cBhvr>
                                      <p:tavLst>
                                        <p:tav tm="0">
                                          <p:val>
                                            <p:strVal val="#ppt_x"/>
                                          </p:val>
                                        </p:tav>
                                        <p:tav tm="100000">
                                          <p:val>
                                            <p:strVal val="#ppt_x"/>
                                          </p:val>
                                        </p:tav>
                                      </p:tavLst>
                                    </p:anim>
                                    <p:anim calcmode="lin" valueType="num">
                                      <p:cBhvr>
                                        <p:cTn id="29" dur="1000" fill="hold"/>
                                        <p:tgtEl>
                                          <p:spTgt spid="11"/>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1000"/>
                                        <p:tgtEl>
                                          <p:spTgt spid="13"/>
                                        </p:tgtEl>
                                      </p:cBhvr>
                                    </p:animEffect>
                                    <p:anim calcmode="lin" valueType="num">
                                      <p:cBhvr>
                                        <p:cTn id="33" dur="1000" fill="hold"/>
                                        <p:tgtEl>
                                          <p:spTgt spid="13"/>
                                        </p:tgtEl>
                                        <p:attrNameLst>
                                          <p:attrName>ppt_x</p:attrName>
                                        </p:attrNameLst>
                                      </p:cBhvr>
                                      <p:tavLst>
                                        <p:tav tm="0">
                                          <p:val>
                                            <p:strVal val="#ppt_x"/>
                                          </p:val>
                                        </p:tav>
                                        <p:tav tm="100000">
                                          <p:val>
                                            <p:strVal val="#ppt_x"/>
                                          </p:val>
                                        </p:tav>
                                      </p:tavLst>
                                    </p:anim>
                                    <p:anim calcmode="lin" valueType="num">
                                      <p:cBhvr>
                                        <p:cTn id="34" dur="1000" fill="hold"/>
                                        <p:tgtEl>
                                          <p:spTgt spid="13"/>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1000"/>
                                        <p:tgtEl>
                                          <p:spTgt spid="14"/>
                                        </p:tgtEl>
                                      </p:cBhvr>
                                    </p:animEffect>
                                    <p:anim calcmode="lin" valueType="num">
                                      <p:cBhvr>
                                        <p:cTn id="38" dur="1000" fill="hold"/>
                                        <p:tgtEl>
                                          <p:spTgt spid="14"/>
                                        </p:tgtEl>
                                        <p:attrNameLst>
                                          <p:attrName>ppt_x</p:attrName>
                                        </p:attrNameLst>
                                      </p:cBhvr>
                                      <p:tavLst>
                                        <p:tav tm="0">
                                          <p:val>
                                            <p:strVal val="#ppt_x"/>
                                          </p:val>
                                        </p:tav>
                                        <p:tav tm="100000">
                                          <p:val>
                                            <p:strVal val="#ppt_x"/>
                                          </p:val>
                                        </p:tav>
                                      </p:tavLst>
                                    </p:anim>
                                    <p:anim calcmode="lin" valueType="num">
                                      <p:cBhvr>
                                        <p:cTn id="39" dur="1000" fill="hold"/>
                                        <p:tgtEl>
                                          <p:spTgt spid="1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1000"/>
                                        <p:tgtEl>
                                          <p:spTgt spid="15"/>
                                        </p:tgtEl>
                                      </p:cBhvr>
                                    </p:animEffect>
                                    <p:anim calcmode="lin" valueType="num">
                                      <p:cBhvr>
                                        <p:cTn id="43" dur="1000" fill="hold"/>
                                        <p:tgtEl>
                                          <p:spTgt spid="15"/>
                                        </p:tgtEl>
                                        <p:attrNameLst>
                                          <p:attrName>ppt_x</p:attrName>
                                        </p:attrNameLst>
                                      </p:cBhvr>
                                      <p:tavLst>
                                        <p:tav tm="0">
                                          <p:val>
                                            <p:strVal val="#ppt_x"/>
                                          </p:val>
                                        </p:tav>
                                        <p:tav tm="100000">
                                          <p:val>
                                            <p:strVal val="#ppt_x"/>
                                          </p:val>
                                        </p:tav>
                                      </p:tavLst>
                                    </p:anim>
                                    <p:anim calcmode="lin" valueType="num">
                                      <p:cBhvr>
                                        <p:cTn id="44" dur="1000" fill="hold"/>
                                        <p:tgtEl>
                                          <p:spTgt spid="15"/>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000"/>
                                        <p:tgtEl>
                                          <p:spTgt spid="16"/>
                                        </p:tgtEl>
                                      </p:cBhvr>
                                    </p:animEffect>
                                    <p:anim calcmode="lin" valueType="num">
                                      <p:cBhvr>
                                        <p:cTn id="48" dur="1000" fill="hold"/>
                                        <p:tgtEl>
                                          <p:spTgt spid="16"/>
                                        </p:tgtEl>
                                        <p:attrNameLst>
                                          <p:attrName>ppt_x</p:attrName>
                                        </p:attrNameLst>
                                      </p:cBhvr>
                                      <p:tavLst>
                                        <p:tav tm="0">
                                          <p:val>
                                            <p:strVal val="#ppt_x"/>
                                          </p:val>
                                        </p:tav>
                                        <p:tav tm="100000">
                                          <p:val>
                                            <p:strVal val="#ppt_x"/>
                                          </p:val>
                                        </p:tav>
                                      </p:tavLst>
                                    </p:anim>
                                    <p:anim calcmode="lin" valueType="num">
                                      <p:cBhvr>
                                        <p:cTn id="4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grpId="0" nodeType="click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1000"/>
                                        <p:tgtEl>
                                          <p:spTgt spid="17"/>
                                        </p:tgtEl>
                                      </p:cBhvr>
                                    </p:animEffect>
                                    <p:anim calcmode="lin" valueType="num">
                                      <p:cBhvr>
                                        <p:cTn id="55" dur="1000" fill="hold"/>
                                        <p:tgtEl>
                                          <p:spTgt spid="17"/>
                                        </p:tgtEl>
                                        <p:attrNameLst>
                                          <p:attrName>ppt_x</p:attrName>
                                        </p:attrNameLst>
                                      </p:cBhvr>
                                      <p:tavLst>
                                        <p:tav tm="0">
                                          <p:val>
                                            <p:strVal val="#ppt_x"/>
                                          </p:val>
                                        </p:tav>
                                        <p:tav tm="100000">
                                          <p:val>
                                            <p:strVal val="#ppt_x"/>
                                          </p:val>
                                        </p:tav>
                                      </p:tavLst>
                                    </p:anim>
                                    <p:anim calcmode="lin" valueType="num">
                                      <p:cBhvr>
                                        <p:cTn id="56"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nodeType="clickEffect">
                                  <p:stCondLst>
                                    <p:cond delay="0"/>
                                  </p:stCondLst>
                                  <p:childTnLst>
                                    <p:set>
                                      <p:cBhvr>
                                        <p:cTn id="60" dur="1" fill="hold">
                                          <p:stCondLst>
                                            <p:cond delay="0"/>
                                          </p:stCondLst>
                                        </p:cTn>
                                        <p:tgtEl>
                                          <p:spTgt spid="6">
                                            <p:txEl>
                                              <p:pRg st="0" end="0"/>
                                            </p:txEl>
                                          </p:spTgt>
                                        </p:tgtEl>
                                        <p:attrNameLst>
                                          <p:attrName>style.visibility</p:attrName>
                                        </p:attrNameLst>
                                      </p:cBhvr>
                                      <p:to>
                                        <p:strVal val="visible"/>
                                      </p:to>
                                    </p:set>
                                    <p:anim calcmode="lin" valueType="num">
                                      <p:cBhvr additive="base">
                                        <p:cTn id="61"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nodeType="clickEffect">
                                  <p:stCondLst>
                                    <p:cond delay="0"/>
                                  </p:stCondLst>
                                  <p:childTnLst>
                                    <p:set>
                                      <p:cBhvr>
                                        <p:cTn id="66" dur="1" fill="hold">
                                          <p:stCondLst>
                                            <p:cond delay="0"/>
                                          </p:stCondLst>
                                        </p:cTn>
                                        <p:tgtEl>
                                          <p:spTgt spid="6">
                                            <p:txEl>
                                              <p:pRg st="1" end="1"/>
                                            </p:txEl>
                                          </p:spTgt>
                                        </p:tgtEl>
                                        <p:attrNameLst>
                                          <p:attrName>style.visibility</p:attrName>
                                        </p:attrNameLst>
                                      </p:cBhvr>
                                      <p:to>
                                        <p:strVal val="visible"/>
                                      </p:to>
                                    </p:set>
                                    <p:anim calcmode="lin" valueType="num">
                                      <p:cBhvr additive="base">
                                        <p:cTn id="67"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ldLvl="0" animBg="1"/>
      <p:bldP spid="13" grpId="0" bldLvl="0" animBg="1"/>
      <p:bldP spid="15" grpId="0" bldLvl="0" animBg="1"/>
      <p:bldP spid="16" grpId="0" bldLvl="0" animBg="1"/>
      <p:bldP spid="17"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custDataLst>
              <p:tags r:id="rId1"/>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A87D2AD5-48B9-4D45-88CF-6DBF9D2735EA}"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Rectangle 3"/>
          <p:cNvSpPr>
            <a:spLocks noGrp="1" noChangeArrowheads="1"/>
          </p:cNvSpPr>
          <p:nvPr>
            <p:custDataLst>
              <p:tags r:id="rId2"/>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dk1"/>
                </a:solidFill>
              </a:rPr>
              <a:t>隐写算法三个最关键的指标：</a:t>
            </a:r>
            <a:endParaRPr lang="en-US" altLang="zh-CN" dirty="0">
              <a:solidFill>
                <a:schemeClr val="dk1"/>
              </a:solidFill>
            </a:endParaRPr>
          </a:p>
          <a:p>
            <a:pPr lvl="1" eaLnBrk="1" hangingPunct="1"/>
            <a:r>
              <a:rPr lang="zh-CN" altLang="en-US" dirty="0">
                <a:solidFill>
                  <a:schemeClr val="dk1"/>
                </a:solidFill>
              </a:rPr>
              <a:t>不可感知性</a:t>
            </a:r>
            <a:endParaRPr lang="en-US" altLang="zh-CN" dirty="0">
              <a:solidFill>
                <a:schemeClr val="dk1"/>
              </a:solidFill>
            </a:endParaRPr>
          </a:p>
          <a:p>
            <a:pPr lvl="1" eaLnBrk="1" hangingPunct="1"/>
            <a:r>
              <a:rPr lang="zh-CN" altLang="en-US" dirty="0">
                <a:solidFill>
                  <a:schemeClr val="dk1"/>
                </a:solidFill>
              </a:rPr>
              <a:t>鲁棒性</a:t>
            </a:r>
            <a:endParaRPr lang="en-US" altLang="zh-CN" dirty="0">
              <a:solidFill>
                <a:schemeClr val="dk1"/>
              </a:solidFill>
            </a:endParaRPr>
          </a:p>
          <a:p>
            <a:pPr lvl="1" eaLnBrk="1" hangingPunct="1"/>
            <a:r>
              <a:rPr lang="zh-CN" altLang="en-US" dirty="0">
                <a:solidFill>
                  <a:schemeClr val="dk1"/>
                </a:solidFill>
              </a:rPr>
              <a:t>容量</a:t>
            </a:r>
            <a:endParaRPr lang="zh-CN" altLang="en-US" dirty="0">
              <a:solidFill>
                <a:schemeClr val="dk1"/>
              </a:solidFill>
            </a:endParaRPr>
          </a:p>
        </p:txBody>
      </p:sp>
      <p:pic>
        <p:nvPicPr>
          <p:cNvPr id="28677" name="Picture 4" descr="F_1_1"/>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6888163" y="1484313"/>
            <a:ext cx="4572000" cy="4081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页脚占位符 2"/>
          <p:cNvSpPr>
            <a:spLocks noGrp="1"/>
          </p:cNvSpPr>
          <p:nvPr>
            <p:custDataLst>
              <p:tags r:id="rId5"/>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0" name="标题 9"/>
          <p:cNvSpPr>
            <a:spLocks noGrp="1"/>
          </p:cNvSpPr>
          <p:nvPr>
            <p:ph type="title"/>
            <p:custDataLst>
              <p:tags r:id="rId6"/>
            </p:custDataLst>
          </p:nvPr>
        </p:nvSpPr>
        <p:spPr/>
        <p:txBody>
          <a:bodyPr vert="horz" lIns="91440" tIns="45720" rIns="91440" bIns="45720" rtlCol="0" anchor="ctr">
            <a:normAutofit/>
          </a:bodyPr>
          <a:p>
            <a:pPr lvl="0" algn="l">
              <a:buClrTx/>
              <a:buSzTx/>
              <a:buFontTx/>
            </a:pPr>
            <a:r>
              <a:rPr lang="zh-CN" altLang="en-US" smtClean="0">
                <a:sym typeface="+mn-ea"/>
              </a:rPr>
              <a:t>隐写算法性能指标</a:t>
            </a:r>
            <a:endParaRPr lang="zh-CN" altLang="en-US" smtClean="0">
              <a:sym typeface="+mn-ea"/>
            </a:endParaRPr>
          </a:p>
        </p:txBody>
      </p:sp>
    </p:spTree>
    <p:custDataLst>
      <p:tags r:id="rId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8677"/>
                                        </p:tgtEl>
                                        <p:attrNameLst>
                                          <p:attrName>style.visibility</p:attrName>
                                        </p:attrNameLst>
                                      </p:cBhvr>
                                      <p:to>
                                        <p:strVal val="visible"/>
                                      </p:to>
                                    </p:set>
                                    <p:anim calcmode="lin" valueType="num">
                                      <p:cBhvr additive="base">
                                        <p:cTn id="7" dur="500" fill="hold"/>
                                        <p:tgtEl>
                                          <p:spTgt spid="28677"/>
                                        </p:tgtEl>
                                        <p:attrNameLst>
                                          <p:attrName>ppt_x</p:attrName>
                                        </p:attrNameLst>
                                      </p:cBhvr>
                                      <p:tavLst>
                                        <p:tav tm="0">
                                          <p:val>
                                            <p:strVal val="#ppt_x"/>
                                          </p:val>
                                        </p:tav>
                                        <p:tav tm="100000">
                                          <p:val>
                                            <p:strVal val="#ppt_x"/>
                                          </p:val>
                                        </p:tav>
                                      </p:tavLst>
                                    </p:anim>
                                    <p:anim calcmode="lin" valueType="num">
                                      <p:cBhvr additive="base">
                                        <p:cTn id="8" dur="500" fill="hold"/>
                                        <p:tgtEl>
                                          <p:spTgt spid="2867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1" end="1"/>
                                            </p:txEl>
                                          </p:spTgt>
                                        </p:tgtEl>
                                        <p:attrNameLst>
                                          <p:attrName>style.visibility</p:attrName>
                                        </p:attrNameLst>
                                      </p:cBhvr>
                                      <p:to>
                                        <p:strVal val="visible"/>
                                      </p:to>
                                    </p:set>
                                    <p:anim calcmode="lin" valueType="num">
                                      <p:cBhvr additive="base">
                                        <p:cTn id="19"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 calcmode="lin" valueType="num">
                                      <p:cBhvr additive="base">
                                        <p:cTn id="25"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xEl>
                                              <p:pRg st="3" end="3"/>
                                            </p:txEl>
                                          </p:spTgt>
                                        </p:tgtEl>
                                        <p:attrNameLst>
                                          <p:attrName>style.visibility</p:attrName>
                                        </p:attrNameLst>
                                      </p:cBhvr>
                                      <p:to>
                                        <p:strVal val="visible"/>
                                      </p:to>
                                    </p:set>
                                    <p:anim calcmode="lin" valueType="num">
                                      <p:cBhvr additive="base">
                                        <p:cTn id="31"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内容占位符 4"/>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隐写系统</a:t>
            </a:r>
            <a:endParaRPr lang="zh-CN" altLang="en-US" dirty="0">
              <a:solidFill>
                <a:schemeClr val="tx1"/>
              </a:solidFill>
            </a:endParaRPr>
          </a:p>
          <a:p>
            <a:r>
              <a:rPr lang="zh-CN" altLang="en-US" dirty="0">
                <a:solidFill>
                  <a:schemeClr val="tx1"/>
                </a:solidFill>
              </a:rPr>
              <a:t>隐写系统分类</a:t>
            </a:r>
            <a:endParaRPr lang="zh-CN" altLang="en-US" dirty="0">
              <a:solidFill>
                <a:schemeClr val="tx1"/>
              </a:solidFill>
            </a:endParaRPr>
          </a:p>
          <a:p>
            <a:r>
              <a:rPr lang="zh-CN" altLang="en-US" dirty="0">
                <a:solidFill>
                  <a:schemeClr val="tx1"/>
                </a:solidFill>
              </a:rPr>
              <a:t>隐写算法性能指标</a:t>
            </a:r>
            <a:endParaRPr lang="zh-CN" altLang="en-US" dirty="0">
              <a:solidFill>
                <a:schemeClr val="tx1"/>
              </a:solidFill>
            </a:endParaRPr>
          </a:p>
          <a:p>
            <a:r>
              <a:rPr lang="zh-CN" altLang="en-US" b="1" i="1" u="sng" dirty="0">
                <a:solidFill>
                  <a:schemeClr val="tx1"/>
                </a:solidFill>
                <a:effectLst>
                  <a:outerShdw blurRad="38100" dist="38100" dir="2700000" algn="tl">
                    <a:srgbClr val="000000">
                      <a:alpha val="43137"/>
                    </a:srgbClr>
                  </a:outerShdw>
                </a:effectLst>
              </a:rPr>
              <a:t>隐写系统的攻击方法</a:t>
            </a:r>
            <a:endParaRPr lang="zh-CN" altLang="en-US" b="1" i="1" u="sng" dirty="0">
              <a:solidFill>
                <a:schemeClr val="tx1"/>
              </a:solidFill>
              <a:effectLst>
                <a:outerShdw blurRad="38100" dist="38100" dir="2700000" algn="tl">
                  <a:srgbClr val="000000">
                    <a:alpha val="43137"/>
                  </a:srgbClr>
                </a:outerShdw>
              </a:effectLst>
            </a:endParaRPr>
          </a:p>
        </p:txBody>
      </p:sp>
      <p:sp>
        <p:nvSpPr>
          <p:cNvPr id="9" name="灯片编号占位符 3"/>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A4EF384-3CBD-4607-BDAC-1C896A6B12A4}" type="slidenum">
              <a:rPr lang="zh-CN" altLang="en-US" smtClean="0">
                <a:solidFill>
                  <a:schemeClr val="tx1"/>
                </a:solidFill>
              </a:rPr>
            </a:fld>
            <a:endParaRPr lang="zh-CN" altLang="en-US" smtClean="0">
              <a:solidFill>
                <a:schemeClr val="tx1"/>
              </a:solidFill>
            </a:endParaRPr>
          </a:p>
        </p:txBody>
      </p:sp>
      <p:sp>
        <p:nvSpPr>
          <p:cNvPr id="7" name="页脚占位符 5"/>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3" name="标题 12"/>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提纲</a:t>
            </a:r>
            <a:endParaRPr lang="zh-CN" altLang="en-US" smtClean="0">
              <a:sym typeface="+mn-ea"/>
            </a:endParaRPr>
          </a:p>
        </p:txBody>
      </p:sp>
    </p:spTree>
    <p:custDataLst>
      <p:tags r:id="rId5"/>
    </p:custData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custDataLst>
              <p:tags r:id="rId1"/>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9CCE69A4-07F8-4989-A72E-2C270E6A6E6F}"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Rectangle 3"/>
          <p:cNvSpPr>
            <a:spLocks noGrp="1" noChangeArrowheads="1"/>
          </p:cNvSpPr>
          <p:nvPr>
            <p:custDataLst>
              <p:tags r:id="rId2"/>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被动攻击</a:t>
            </a:r>
            <a:endParaRPr lang="zh-CN" altLang="en-US" dirty="0">
              <a:solidFill>
                <a:schemeClr val="tx1"/>
              </a:solidFill>
            </a:endParaRPr>
          </a:p>
          <a:p>
            <a:pPr lvl="1" eaLnBrk="1" hangingPunct="1"/>
            <a:r>
              <a:rPr lang="zh-CN" altLang="en-US" dirty="0">
                <a:solidFill>
                  <a:schemeClr val="tx1"/>
                </a:solidFill>
              </a:rPr>
              <a:t>监视和破译隐藏的秘密信息 </a:t>
            </a:r>
            <a:endParaRPr lang="zh-CN" altLang="en-US" dirty="0">
              <a:solidFill>
                <a:schemeClr val="tx1"/>
              </a:solidFill>
            </a:endParaRPr>
          </a:p>
          <a:p>
            <a:pPr eaLnBrk="1" hangingPunct="1"/>
            <a:r>
              <a:rPr lang="zh-CN" altLang="en-US" dirty="0">
                <a:solidFill>
                  <a:schemeClr val="tx1"/>
                </a:solidFill>
              </a:rPr>
              <a:t>主动攻击</a:t>
            </a:r>
            <a:endParaRPr lang="zh-CN" altLang="en-US" dirty="0">
              <a:solidFill>
                <a:schemeClr val="tx1"/>
              </a:solidFill>
            </a:endParaRPr>
          </a:p>
          <a:p>
            <a:pPr lvl="1" eaLnBrk="1" hangingPunct="1"/>
            <a:r>
              <a:rPr lang="zh-CN" altLang="en-US" dirty="0">
                <a:solidFill>
                  <a:schemeClr val="tx1"/>
                </a:solidFill>
              </a:rPr>
              <a:t>破坏隐藏的秘密信息</a:t>
            </a:r>
            <a:endParaRPr lang="zh-CN" altLang="en-US" dirty="0">
              <a:solidFill>
                <a:schemeClr val="tx1"/>
              </a:solidFill>
            </a:endParaRPr>
          </a:p>
          <a:p>
            <a:pPr lvl="1" eaLnBrk="1" hangingPunct="1"/>
            <a:r>
              <a:rPr lang="zh-CN" altLang="en-US" dirty="0">
                <a:solidFill>
                  <a:schemeClr val="tx1"/>
                </a:solidFill>
                <a:cs typeface="Times New Roman" panose="02020603050405020304" pitchFamily="18" charset="0"/>
              </a:rPr>
              <a:t>篡改秘密信息</a:t>
            </a:r>
            <a:r>
              <a:rPr lang="zh-CN" altLang="en-US" dirty="0">
                <a:solidFill>
                  <a:schemeClr val="tx1"/>
                </a:solidFill>
              </a:rPr>
              <a:t> </a:t>
            </a:r>
            <a:endParaRPr lang="zh-CN" altLang="en-US" dirty="0">
              <a:solidFill>
                <a:schemeClr val="tx1"/>
              </a:solidFill>
            </a:endParaRPr>
          </a:p>
          <a:p>
            <a:pPr eaLnBrk="1" hangingPunct="1"/>
            <a:r>
              <a:rPr lang="zh-CN" altLang="en-US" dirty="0">
                <a:solidFill>
                  <a:schemeClr val="tx1"/>
                </a:solidFill>
              </a:rPr>
              <a:t>非恶意修改</a:t>
            </a:r>
            <a:endParaRPr lang="zh-CN" altLang="en-US" dirty="0">
              <a:solidFill>
                <a:schemeClr val="tx1"/>
              </a:solidFill>
            </a:endParaRPr>
          </a:p>
          <a:p>
            <a:pPr lvl="1" eaLnBrk="1" hangingPunct="1"/>
            <a:r>
              <a:rPr lang="zh-CN" altLang="en-US" dirty="0">
                <a:solidFill>
                  <a:schemeClr val="tx1"/>
                </a:solidFill>
                <a:cs typeface="Times New Roman" panose="02020603050405020304" pitchFamily="18" charset="0"/>
              </a:rPr>
              <a:t>压缩编码</a:t>
            </a:r>
            <a:r>
              <a:rPr lang="zh-CN" altLang="en-US" dirty="0">
                <a:solidFill>
                  <a:schemeClr val="tx1"/>
                </a:solidFill>
              </a:rPr>
              <a:t>，信号处理技术，格式转换，等</a:t>
            </a:r>
            <a:endParaRPr lang="zh-CN" altLang="en-US" dirty="0">
              <a:solidFill>
                <a:schemeClr val="tx1"/>
              </a:solidFill>
            </a:endParaRPr>
          </a:p>
        </p:txBody>
      </p:sp>
      <p:sp>
        <p:nvSpPr>
          <p:cNvPr id="4" name="页脚占位符 2"/>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0" name="标题 9"/>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隐写系统的攻击方法</a:t>
            </a:r>
            <a:endParaRPr lang="zh-CN" altLang="en-US" smtClean="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 calcmode="lin" valueType="num">
                                      <p:cBhvr additive="base">
                                        <p:cTn id="31"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xEl>
                                              <p:pRg st="5" end="5"/>
                                            </p:txEl>
                                          </p:spTgt>
                                        </p:tgtEl>
                                        <p:attrNameLst>
                                          <p:attrName>style.visibility</p:attrName>
                                        </p:attrNameLst>
                                      </p:cBhvr>
                                      <p:to>
                                        <p:strVal val="visible"/>
                                      </p:to>
                                    </p:set>
                                    <p:anim calcmode="lin" valueType="num">
                                      <p:cBhvr additive="base">
                                        <p:cTn id="37"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txEl>
                                              <p:pRg st="6" end="6"/>
                                            </p:txEl>
                                          </p:spTgt>
                                        </p:tgtEl>
                                        <p:attrNameLst>
                                          <p:attrName>style.visibility</p:attrName>
                                        </p:attrNameLst>
                                      </p:cBhvr>
                                      <p:to>
                                        <p:strVal val="visible"/>
                                      </p:to>
                                    </p:set>
                                    <p:anim calcmode="lin" valueType="num">
                                      <p:cBhvr additive="base">
                                        <p:cTn id="43" dur="500" fill="hold"/>
                                        <p:tgtEl>
                                          <p:spTgt spid="6">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custDataLst>
              <p:tags r:id="rId1"/>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A7BFA8B4-C654-4117-B5EE-5C504928A9C7}"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Rectangle 3"/>
          <p:cNvSpPr>
            <a:spLocks noGrp="1" noChangeArrowheads="1"/>
          </p:cNvSpPr>
          <p:nvPr>
            <p:custDataLst>
              <p:tags r:id="rId2"/>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军事和情报部门</a:t>
            </a:r>
            <a:endParaRPr lang="zh-CN" altLang="en-US" dirty="0">
              <a:solidFill>
                <a:schemeClr val="tx1"/>
              </a:solidFill>
            </a:endParaRPr>
          </a:p>
          <a:p>
            <a:pPr lvl="1" eaLnBrk="1" hangingPunct="1"/>
            <a:r>
              <a:rPr lang="zh-CN" altLang="en-US" dirty="0">
                <a:solidFill>
                  <a:schemeClr val="tx1"/>
                </a:solidFill>
              </a:rPr>
              <a:t>现代化战争的胜负，越来越取决于对信息的掌握和控制权</a:t>
            </a:r>
            <a:r>
              <a:rPr lang="en-US" altLang="zh-CN" dirty="0">
                <a:solidFill>
                  <a:schemeClr val="tx1"/>
                </a:solidFill>
              </a:rPr>
              <a:t>.</a:t>
            </a:r>
            <a:r>
              <a:rPr lang="zh-CN" altLang="en-US" dirty="0">
                <a:solidFill>
                  <a:schemeClr val="tx1"/>
                </a:solidFill>
              </a:rPr>
              <a:t> </a:t>
            </a:r>
            <a:endParaRPr lang="zh-CN" altLang="en-US" dirty="0">
              <a:solidFill>
                <a:schemeClr val="tx1"/>
              </a:solidFill>
            </a:endParaRPr>
          </a:p>
          <a:p>
            <a:pPr lvl="1" eaLnBrk="1" hangingPunct="1"/>
            <a:r>
              <a:rPr lang="zh-CN" altLang="en-US" dirty="0">
                <a:solidFill>
                  <a:schemeClr val="tx1"/>
                </a:solidFill>
              </a:rPr>
              <a:t>军事通信中通常使用诸如扩展频谱调制或流星散射传输的技术使得信号很难被敌方检测到或破坏掉 </a:t>
            </a:r>
            <a:r>
              <a:rPr lang="en-US" altLang="zh-CN" dirty="0">
                <a:solidFill>
                  <a:schemeClr val="tx1"/>
                </a:solidFill>
              </a:rPr>
              <a:t>.</a:t>
            </a:r>
            <a:endParaRPr lang="zh-CN" altLang="en-US" dirty="0">
              <a:solidFill>
                <a:schemeClr val="tx1"/>
              </a:solidFill>
            </a:endParaRPr>
          </a:p>
          <a:p>
            <a:pPr lvl="1" eaLnBrk="1" hangingPunct="1"/>
            <a:r>
              <a:rPr lang="zh-CN" altLang="en-US" dirty="0">
                <a:solidFill>
                  <a:schemeClr val="tx1"/>
                </a:solidFill>
              </a:rPr>
              <a:t>伪装式隐蔽通信正是可以达到不被敌方检测和破坏的目的</a:t>
            </a:r>
            <a:r>
              <a:rPr lang="en-US" altLang="zh-CN" dirty="0">
                <a:solidFill>
                  <a:schemeClr val="tx1"/>
                </a:solidFill>
              </a:rPr>
              <a:t>.</a:t>
            </a:r>
            <a:r>
              <a:rPr lang="zh-CN" altLang="en-US" dirty="0">
                <a:solidFill>
                  <a:schemeClr val="tx1"/>
                </a:solidFill>
              </a:rPr>
              <a:t> </a:t>
            </a:r>
            <a:endParaRPr lang="zh-CN" altLang="en-US" dirty="0">
              <a:solidFill>
                <a:schemeClr val="tx1"/>
              </a:solidFill>
            </a:endParaRPr>
          </a:p>
        </p:txBody>
      </p:sp>
      <p:sp>
        <p:nvSpPr>
          <p:cNvPr id="4" name="页脚占位符 2"/>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0" name="标题 9"/>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隐写术的应用</a:t>
            </a:r>
            <a:endParaRPr lang="zh-CN" altLang="en-US" smtClean="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5"/>
          <p:cNvSpPr>
            <a:spLocks noGrp="1"/>
          </p:cNvSpPr>
          <p:nvPr>
            <p:custDataLst>
              <p:tags r:id="rId1"/>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D18D21CF-457D-46FF-A6BC-8E5D7B93A13F}"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Rectangle 3"/>
          <p:cNvSpPr>
            <a:spLocks noGrp="1" noChangeArrowheads="1"/>
          </p:cNvSpPr>
          <p:nvPr>
            <p:custDataLst>
              <p:tags r:id="rId2"/>
            </p:custDataLst>
          </p:nvPr>
        </p:nvSpPr>
        <p:spPr>
          <a:xfrm>
            <a:off x="1826684" y="1827213"/>
            <a:ext cx="9751483" cy="41148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lnSpc>
                <a:spcPct val="90000"/>
              </a:lnSpc>
            </a:pPr>
            <a:r>
              <a:rPr lang="zh-CN" altLang="en-US" dirty="0">
                <a:solidFill>
                  <a:schemeClr val="tx1"/>
                </a:solidFill>
              </a:rPr>
              <a:t>需要匿名的场合</a:t>
            </a:r>
            <a:endParaRPr lang="zh-CN" altLang="en-US" dirty="0">
              <a:solidFill>
                <a:schemeClr val="tx1"/>
              </a:solidFill>
            </a:endParaRPr>
          </a:p>
          <a:p>
            <a:pPr lvl="1" eaLnBrk="1" hangingPunct="1">
              <a:lnSpc>
                <a:spcPct val="90000"/>
              </a:lnSpc>
            </a:pPr>
            <a:r>
              <a:rPr lang="zh-CN" altLang="en-US" dirty="0">
                <a:solidFill>
                  <a:schemeClr val="tx1"/>
                </a:solidFill>
              </a:rPr>
              <a:t>包括很多合法的行为，如公平的在线选举、个人隐私的安全传递、保护在线自由发言、使用电子现金等 。</a:t>
            </a:r>
            <a:endParaRPr lang="zh-CN" altLang="en-US" dirty="0">
              <a:solidFill>
                <a:schemeClr val="tx1"/>
              </a:solidFill>
            </a:endParaRPr>
          </a:p>
          <a:p>
            <a:pPr lvl="1" eaLnBrk="1" hangingPunct="1">
              <a:lnSpc>
                <a:spcPct val="90000"/>
              </a:lnSpc>
            </a:pPr>
            <a:r>
              <a:rPr lang="zh-CN" altLang="en-US" dirty="0">
                <a:solidFill>
                  <a:schemeClr val="tx1"/>
                </a:solidFill>
              </a:rPr>
              <a:t>非法的行为，如诽谤、敲诈勒索以及假冒的商业购买行为 。</a:t>
            </a:r>
            <a:endParaRPr lang="zh-CN" altLang="en-US" dirty="0">
              <a:solidFill>
                <a:schemeClr val="tx1"/>
              </a:solidFill>
            </a:endParaRPr>
          </a:p>
          <a:p>
            <a:pPr lvl="1" eaLnBrk="1" hangingPunct="1">
              <a:lnSpc>
                <a:spcPct val="90000"/>
              </a:lnSpc>
            </a:pPr>
            <a:r>
              <a:rPr lang="zh-CN" altLang="en-US" dirty="0">
                <a:solidFill>
                  <a:schemeClr val="tx1"/>
                </a:solidFill>
              </a:rPr>
              <a:t>在隐写术技术的应用中，使用者的伦理道德水平并不是很清楚，所以提供隐写术技术时需要仔细考虑并尽量避免可能的滥用 。</a:t>
            </a:r>
            <a:endParaRPr lang="zh-CN" altLang="en-US" dirty="0">
              <a:solidFill>
                <a:schemeClr val="tx1"/>
              </a:solidFill>
            </a:endParaRPr>
          </a:p>
        </p:txBody>
      </p:sp>
      <p:sp>
        <p:nvSpPr>
          <p:cNvPr id="4" name="页脚占位符 2"/>
          <p:cNvSpPr>
            <a:spLocks noGrp="1"/>
          </p:cNvSpPr>
          <p:nvPr>
            <p:custDataLst>
              <p:tags r:id="rId3"/>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zh-CN" altLang="en-US">
                <a:solidFill>
                  <a:schemeClr val="tx1"/>
                </a:solidFill>
              </a:rPr>
              <a:t>信息隐藏与数字水印，理论与技术</a:t>
            </a:r>
            <a:endParaRPr lang="zh-CN" altLang="en-US">
              <a:solidFill>
                <a:schemeClr val="tx1"/>
              </a:solidFill>
            </a:endParaRPr>
          </a:p>
        </p:txBody>
      </p:sp>
      <p:sp>
        <p:nvSpPr>
          <p:cNvPr id="10" name="标题 9"/>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隐写术的应用</a:t>
            </a:r>
            <a:endParaRPr lang="zh-CN" altLang="en-US" smtClean="0">
              <a:sym typeface="+mn-ea"/>
            </a:endParaRPr>
          </a:p>
        </p:txBody>
      </p:sp>
    </p:spTree>
    <p:custDataLst>
      <p:tags r:id="rId5"/>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anim calcmode="lin" valueType="num">
                                      <p:cBhvr additive="base">
                                        <p:cTn id="19"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txEl>
                                              <p:pRg st="3" end="3"/>
                                            </p:txEl>
                                          </p:spTgt>
                                        </p:tgtEl>
                                        <p:attrNameLst>
                                          <p:attrName>style.visibility</p:attrName>
                                        </p:attrNameLst>
                                      </p:cBhvr>
                                      <p:to>
                                        <p:strVal val="visible"/>
                                      </p:to>
                                    </p:set>
                                    <p:anim calcmode="lin" valueType="num">
                                      <p:cBhvr additive="base">
                                        <p:cTn id="25"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custDataLst>
              <p:tags r:id="rId1"/>
            </p:custDataLst>
          </p:nvPr>
        </p:nvSpPr>
        <p:spPr>
          <a:xfrm>
            <a:off x="1415415" y="1845310"/>
            <a:ext cx="5583555" cy="1428115"/>
          </a:xfrm>
        </p:spPr>
        <p:txBody>
          <a:bodyPr>
            <a:normAutofit fontScale="90000"/>
          </a:bodyPr>
          <a:p>
            <a:pPr marL="0" indent="0" algn="l">
              <a:lnSpc>
                <a:spcPct val="100000"/>
              </a:lnSpc>
              <a:spcBef>
                <a:spcPts val="0"/>
              </a:spcBef>
              <a:spcAft>
                <a:spcPts val="0"/>
              </a:spcAft>
              <a:buSzPct val="100000"/>
            </a:pPr>
            <a:r>
              <a:rPr lang="zh-CN" altLang="en-US"/>
              <a:t>3.</a:t>
            </a:r>
            <a:r>
              <a:rPr lang="en-US" altLang="zh-CN"/>
              <a:t>2</a:t>
            </a:r>
            <a:r>
              <a:rPr lang="zh-CN" altLang="en-US"/>
              <a:t>、</a:t>
            </a:r>
            <a:r>
              <a:rPr smtClean="0">
                <a:sym typeface="+mn-ea"/>
              </a:rPr>
              <a:t>数字水印基本理论</a:t>
            </a:r>
            <a:endParaRPr lang="zh-CN" altLang="en-US"/>
          </a:p>
        </p:txBody>
      </p:sp>
      <p:sp>
        <p:nvSpPr>
          <p:cNvPr id="2" name="文本框 1"/>
          <p:cNvSpPr txBox="1"/>
          <p:nvPr/>
        </p:nvSpPr>
        <p:spPr>
          <a:xfrm>
            <a:off x="1127125" y="4004945"/>
            <a:ext cx="6096000" cy="1846580"/>
          </a:xfrm>
          <a:prstGeom prst="rect">
            <a:avLst/>
          </a:prstGeom>
          <a:noFill/>
        </p:spPr>
        <p:txBody>
          <a:bodyPr wrap="square" rtlCol="0" anchor="t">
            <a:noAutofit/>
          </a:bodyPr>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rPr>
              <a:t>周琳娜</a:t>
            </a:r>
            <a:r>
              <a:rPr lang="en-US" altLang="zh-CN" sz="2900" dirty="0">
                <a:solidFill>
                  <a:srgbClr val="FFFFFF"/>
                </a:solidFill>
                <a:latin typeface="Times New Roman" panose="02020603050405020304" pitchFamily="18" charset="0"/>
                <a:ea typeface="华文楷体" panose="02010600040101010101" charset="-122"/>
                <a:sym typeface="华文楷体" panose="02010600040101010101" charset="-122"/>
              </a:rPr>
              <a:t>  </a:t>
            </a:r>
            <a:r>
              <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rPr>
              <a:t>雷敏 </a:t>
            </a:r>
            <a:endParaRPr lang="zh-CN" altLang="en-US" dirty="0">
              <a:solidFill>
                <a:srgbClr val="FFFFFF"/>
              </a:solidFill>
            </a:endParaRPr>
          </a:p>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rPr>
              <a:t>北京邮电大学 </a:t>
            </a:r>
            <a:endPar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endParaRPr>
          </a:p>
          <a:p>
            <a:pPr algn="ctr">
              <a:spcBef>
                <a:spcPct val="20000"/>
              </a:spcBef>
              <a:buClr>
                <a:srgbClr val="006666"/>
              </a:buClr>
              <a:buSzPct val="70000"/>
              <a:buFont typeface="Wingdings" panose="05000000000000000000" pitchFamily="2" charset="2"/>
            </a:pPr>
            <a:r>
              <a:rPr lang="zh-CN" altLang="en-US" sz="2900" dirty="0">
                <a:solidFill>
                  <a:srgbClr val="FFFFFF"/>
                </a:solidFill>
                <a:latin typeface="Times New Roman" panose="02020603050405020304" pitchFamily="18" charset="0"/>
                <a:ea typeface="华文楷体" panose="02010600040101010101" charset="-122"/>
                <a:sym typeface="华文楷体" panose="02010600040101010101" charset="-122"/>
              </a:rPr>
              <a:t>网络空间安全学院</a:t>
            </a:r>
            <a:endParaRPr lang="zh-CN" altLang="en-US" dirty="0">
              <a:solidFill>
                <a:srgbClr val="FFFFFF"/>
              </a:solidFill>
            </a:endParaRPr>
          </a:p>
          <a:p>
            <a:pPr algn="ctr">
              <a:spcBef>
                <a:spcPct val="20000"/>
              </a:spcBef>
              <a:buClr>
                <a:srgbClr val="006666"/>
              </a:buClr>
              <a:buSzPct val="70000"/>
              <a:buFont typeface="Wingdings" panose="05000000000000000000" pitchFamily="2" charset="2"/>
            </a:pPr>
            <a:endParaRPr lang="en-US" altLang="zh-CN" sz="2900" dirty="0">
              <a:solidFill>
                <a:srgbClr val="FFFFFF"/>
              </a:solidFill>
              <a:latin typeface="Times New Roman" panose="02020603050405020304" pitchFamily="18" charset="0"/>
              <a:ea typeface="华文楷体" panose="02010600040101010101" charset="-122"/>
              <a:sym typeface="华文楷体" panose="02010600040101010101" charset="-122"/>
            </a:endParaRPr>
          </a:p>
        </p:txBody>
      </p:sp>
    </p:spTree>
    <p:custDataLst>
      <p:tags r:id="rId2"/>
    </p:custData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水印</a:t>
            </a:r>
            <a:endParaRPr lang="zh-CN" altLang="en-US" dirty="0">
              <a:solidFill>
                <a:schemeClr val="tx1"/>
              </a:solidFill>
            </a:endParaRPr>
          </a:p>
          <a:p>
            <a:pPr lvl="1" eaLnBrk="1" hangingPunct="1"/>
            <a:r>
              <a:rPr lang="zh-CN" altLang="en-US" dirty="0">
                <a:solidFill>
                  <a:schemeClr val="tx1"/>
                </a:solidFill>
              </a:rPr>
              <a:t>存在于纸张、纸币中，用于标识真伪</a:t>
            </a:r>
            <a:endParaRPr lang="zh-CN" altLang="en-US" dirty="0">
              <a:solidFill>
                <a:schemeClr val="tx1"/>
              </a:solidFill>
            </a:endParaRPr>
          </a:p>
          <a:p>
            <a:pPr eaLnBrk="1" hangingPunct="1"/>
            <a:r>
              <a:rPr lang="zh-CN" altLang="en-US" dirty="0">
                <a:solidFill>
                  <a:schemeClr val="tx1"/>
                </a:solidFill>
              </a:rPr>
              <a:t>数字水印</a:t>
            </a:r>
            <a:endParaRPr lang="zh-CN" altLang="en-US" dirty="0">
              <a:solidFill>
                <a:schemeClr val="tx1"/>
              </a:solidFill>
            </a:endParaRPr>
          </a:p>
          <a:p>
            <a:pPr lvl="1" eaLnBrk="1" hangingPunct="1"/>
            <a:r>
              <a:rPr lang="zh-CN" altLang="en-US" dirty="0">
                <a:solidFill>
                  <a:schemeClr val="tx1"/>
                </a:solidFill>
              </a:rPr>
              <a:t>对数字产品标识真伪</a:t>
            </a:r>
            <a:endParaRPr lang="zh-CN" altLang="en-US" dirty="0">
              <a:solidFill>
                <a:schemeClr val="tx1"/>
              </a:solidFill>
            </a:endParaRPr>
          </a:p>
          <a:p>
            <a:pPr lvl="2" eaLnBrk="1" hangingPunct="1"/>
            <a:r>
              <a:rPr lang="zh-CN" altLang="en-US" dirty="0">
                <a:solidFill>
                  <a:schemeClr val="tx1"/>
                </a:solidFill>
              </a:rPr>
              <a:t>数字图书馆、网络音频和视频、数字地图等</a:t>
            </a:r>
            <a:endParaRPr lang="zh-CN" altLang="en-US"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6500B27B-CDF3-432B-AFC6-BD3A60061614}"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数字水印的提出</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2894013" y="1827213"/>
            <a:ext cx="2913955" cy="1601787"/>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数字水印</a:t>
            </a:r>
            <a:endParaRPr lang="zh-CN" altLang="en-US" dirty="0">
              <a:solidFill>
                <a:schemeClr val="tx1"/>
              </a:solidFill>
            </a:endParaRPr>
          </a:p>
          <a:p>
            <a:pPr eaLnBrk="1" hangingPunct="1"/>
            <a:r>
              <a:rPr lang="zh-CN" altLang="en-US" dirty="0">
                <a:solidFill>
                  <a:schemeClr val="tx1"/>
                </a:solidFill>
              </a:rPr>
              <a:t>水印嵌入算法</a:t>
            </a:r>
            <a:endParaRPr lang="zh-CN" altLang="en-US" dirty="0">
              <a:solidFill>
                <a:schemeClr val="tx1"/>
              </a:solidFill>
            </a:endParaRPr>
          </a:p>
          <a:p>
            <a:pPr eaLnBrk="1" hangingPunct="1"/>
            <a:r>
              <a:rPr lang="zh-CN" altLang="en-US" dirty="0">
                <a:solidFill>
                  <a:schemeClr val="tx1"/>
                </a:solidFill>
              </a:rPr>
              <a:t>水印检测算法 </a:t>
            </a:r>
            <a:endParaRPr lang="zh-CN" altLang="en-US"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B1B5B33F-4FB4-423D-B738-AF9748D0C5D3}"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数字水印系统三要素</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有意义水印</a:t>
            </a:r>
            <a:endParaRPr lang="zh-CN" altLang="en-US" dirty="0">
              <a:solidFill>
                <a:schemeClr val="tx1"/>
              </a:solidFill>
            </a:endParaRPr>
          </a:p>
          <a:p>
            <a:pPr lvl="1" eaLnBrk="1" hangingPunct="1"/>
            <a:r>
              <a:rPr lang="zh-CN" altLang="en-US" dirty="0">
                <a:solidFill>
                  <a:schemeClr val="tx1"/>
                </a:solidFill>
              </a:rPr>
              <a:t>文本信息，例如：“微软版权所有”</a:t>
            </a:r>
            <a:endParaRPr lang="en-US" altLang="zh-CN" dirty="0">
              <a:solidFill>
                <a:schemeClr val="tx1"/>
              </a:solidFill>
            </a:endParaRPr>
          </a:p>
          <a:p>
            <a:pPr lvl="1" eaLnBrk="1" hangingPunct="1"/>
            <a:r>
              <a:rPr lang="zh-CN" altLang="en-US" dirty="0">
                <a:solidFill>
                  <a:schemeClr val="tx1"/>
                </a:solidFill>
              </a:rPr>
              <a:t>图片信息，商标、徽标、标识等，例如：</a:t>
            </a:r>
            <a:endParaRPr lang="zh-CN" altLang="en-US" dirty="0">
              <a:solidFill>
                <a:schemeClr val="tx1"/>
              </a:solidFill>
            </a:endParaRPr>
          </a:p>
        </p:txBody>
      </p:sp>
      <p:sp>
        <p:nvSpPr>
          <p:cNvPr id="5"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B1B5B33F-4FB4-423D-B738-AF9748D0C5D3}"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pic>
        <p:nvPicPr>
          <p:cNvPr id="2" name="图片 1"/>
          <p:cNvPicPr>
            <a:picLocks noChangeAspect="1"/>
          </p:cNvPicPr>
          <p:nvPr>
            <p:custDataLst>
              <p:tags r:id="rId3"/>
            </p:custDataLst>
          </p:nvPr>
        </p:nvPicPr>
        <p:blipFill>
          <a:blip r:embed="rId4"/>
          <a:stretch>
            <a:fillRect/>
          </a:stretch>
        </p:blipFill>
        <p:spPr>
          <a:xfrm>
            <a:off x="2495600" y="3862165"/>
            <a:ext cx="2366392" cy="2366392"/>
          </a:xfrm>
          <a:prstGeom prst="rect">
            <a:avLst/>
          </a:prstGeom>
        </p:spPr>
      </p:pic>
      <p:graphicFrame>
        <p:nvGraphicFramePr>
          <p:cNvPr id="3" name="对象 2"/>
          <p:cNvGraphicFramePr>
            <a:graphicFrameLocks noChangeAspect="1"/>
          </p:cNvGraphicFramePr>
          <p:nvPr>
            <p:custDataLst>
              <p:tags r:id="rId5"/>
            </p:custDataLst>
          </p:nvPr>
        </p:nvGraphicFramePr>
        <p:xfrm>
          <a:off x="6151232" y="3862165"/>
          <a:ext cx="2753080" cy="1038662"/>
        </p:xfrm>
        <a:graphic>
          <a:graphicData uri="http://schemas.openxmlformats.org/presentationml/2006/ole">
            <mc:AlternateContent xmlns:mc="http://schemas.openxmlformats.org/markup-compatibility/2006">
              <mc:Choice xmlns:v="urn:schemas-microsoft-com:vml" Requires="v">
                <p:oleObj spid="_x0000_s8293" name="BMP 图像" r:id="rId6" imgW="2095500" imgH="790575" progId="Paint.Picture">
                  <p:embed/>
                </p:oleObj>
              </mc:Choice>
              <mc:Fallback>
                <p:oleObj name="BMP 图像" r:id="rId6" imgW="2095500" imgH="790575" progId="Paint.Picture">
                  <p:embed/>
                  <p:pic>
                    <p:nvPicPr>
                      <p:cNvPr id="0" name="图片 8288"/>
                      <p:cNvPicPr/>
                      <p:nvPr/>
                    </p:nvPicPr>
                    <p:blipFill>
                      <a:blip r:embed="rId7"/>
                      <a:stretch>
                        <a:fillRect/>
                      </a:stretch>
                    </p:blipFill>
                    <p:spPr>
                      <a:xfrm>
                        <a:off x="6151232" y="3862165"/>
                        <a:ext cx="2753080" cy="1038662"/>
                      </a:xfrm>
                      <a:prstGeom prst="rect">
                        <a:avLst/>
                      </a:prstGeom>
                    </p:spPr>
                  </p:pic>
                </p:oleObj>
              </mc:Fallback>
            </mc:AlternateContent>
          </a:graphicData>
        </a:graphic>
      </p:graphicFrame>
      <p:pic>
        <p:nvPicPr>
          <p:cNvPr id="4" name="图片 3"/>
          <p:cNvPicPr>
            <a:picLocks noChangeAspect="1"/>
          </p:cNvPicPr>
          <p:nvPr>
            <p:custDataLst>
              <p:tags r:id="rId8"/>
            </p:custDataLst>
          </p:nvPr>
        </p:nvPicPr>
        <p:blipFill>
          <a:blip r:embed="rId9"/>
          <a:stretch>
            <a:fillRect/>
          </a:stretch>
        </p:blipFill>
        <p:spPr>
          <a:xfrm>
            <a:off x="5231978" y="5084977"/>
            <a:ext cx="5482952" cy="1337840"/>
          </a:xfrm>
          <a:prstGeom prst="rect">
            <a:avLst/>
          </a:prstGeom>
        </p:spPr>
      </p:pic>
      <p:sp>
        <p:nvSpPr>
          <p:cNvPr id="9" name="标题 8"/>
          <p:cNvSpPr>
            <a:spLocks noGrp="1"/>
          </p:cNvSpPr>
          <p:nvPr>
            <p:ph type="title"/>
            <p:custDataLst>
              <p:tags r:id="rId10"/>
            </p:custDataLst>
          </p:nvPr>
        </p:nvSpPr>
        <p:spPr/>
        <p:txBody>
          <a:bodyPr vert="horz" lIns="91440" tIns="45720" rIns="91440" bIns="45720" rtlCol="0" anchor="ctr">
            <a:normAutofit/>
          </a:bodyPr>
          <a:p>
            <a:pPr lvl="0" algn="l">
              <a:buClrTx/>
              <a:buSzTx/>
              <a:buFontTx/>
            </a:pPr>
            <a:r>
              <a:rPr lang="zh-CN" altLang="en-US" smtClean="0">
                <a:sym typeface="+mn-ea"/>
              </a:rPr>
              <a:t>数字水印构成方式</a:t>
            </a:r>
            <a:endParaRPr lang="zh-CN" altLang="en-US" smtClean="0">
              <a:sym typeface="+mn-ea"/>
            </a:endParaRPr>
          </a:p>
        </p:txBody>
      </p:sp>
    </p:spTree>
    <p:custDataLst>
      <p:tags r:id="rId11"/>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6">
                                            <p:txEl>
                                              <p:pRg st="0" end="0"/>
                                            </p:txEl>
                                          </p:spTgt>
                                        </p:tgtEl>
                                        <p:attrNameLst>
                                          <p:attrName>style.visibility</p:attrName>
                                        </p:attrNameLst>
                                      </p:cBhvr>
                                      <p:to>
                                        <p:strVal val="visible"/>
                                      </p:to>
                                    </p:set>
                                    <p:anim calcmode="lin" valueType="num">
                                      <p:cBhvr additive="base">
                                        <p:cTn id="24"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6">
                                            <p:txEl>
                                              <p:pRg st="1" end="1"/>
                                            </p:txEl>
                                          </p:spTgt>
                                        </p:tgtEl>
                                        <p:attrNameLst>
                                          <p:attrName>style.visibility</p:attrName>
                                        </p:attrNameLst>
                                      </p:cBhvr>
                                      <p:to>
                                        <p:strVal val="visible"/>
                                      </p:to>
                                    </p:set>
                                    <p:anim calcmode="lin" valueType="num">
                                      <p:cBhvr additive="base">
                                        <p:cTn id="30"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6">
                                            <p:txEl>
                                              <p:pRg st="2" end="2"/>
                                            </p:txEl>
                                          </p:spTgt>
                                        </p:tgtEl>
                                        <p:attrNameLst>
                                          <p:attrName>style.visibility</p:attrName>
                                        </p:attrNameLst>
                                      </p:cBhvr>
                                      <p:to>
                                        <p:strVal val="visible"/>
                                      </p:to>
                                    </p:set>
                                    <p:anim calcmode="lin" valueType="num">
                                      <p:cBhvr additive="base">
                                        <p:cTn id="36"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custDataLst>
              <p:tags r:id="rId1"/>
            </p:custDataLst>
          </p:nvPr>
        </p:nvPicPr>
        <p:blipFill>
          <a:blip r:embed="rId2"/>
          <a:stretch>
            <a:fillRect/>
          </a:stretch>
        </p:blipFill>
        <p:spPr>
          <a:xfrm>
            <a:off x="5973902" y="3526441"/>
            <a:ext cx="4262076" cy="3196557"/>
          </a:xfrm>
          <a:prstGeom prst="rect">
            <a:avLst/>
          </a:prstGeom>
        </p:spPr>
      </p:pic>
      <p:pic>
        <p:nvPicPr>
          <p:cNvPr id="3" name="图片 2"/>
          <p:cNvPicPr>
            <a:picLocks noChangeAspect="1"/>
          </p:cNvPicPr>
          <p:nvPr>
            <p:custDataLst>
              <p:tags r:id="rId3"/>
            </p:custDataLst>
          </p:nvPr>
        </p:nvPicPr>
        <p:blipFill>
          <a:blip r:embed="rId4"/>
          <a:stretch>
            <a:fillRect/>
          </a:stretch>
        </p:blipFill>
        <p:spPr>
          <a:xfrm>
            <a:off x="1646039" y="3533938"/>
            <a:ext cx="4305945" cy="3229459"/>
          </a:xfrm>
          <a:prstGeom prst="rect">
            <a:avLst/>
          </a:prstGeom>
        </p:spPr>
      </p:pic>
      <p:sp>
        <p:nvSpPr>
          <p:cNvPr id="4" name="Rectangle 3"/>
          <p:cNvSpPr>
            <a:spLocks noGrp="1" noChangeArrowheads="1"/>
          </p:cNvSpPr>
          <p:nvPr>
            <p:custDataLst>
              <p:tags r:id="rId5"/>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无意义水印</a:t>
            </a:r>
            <a:endParaRPr lang="en-US" altLang="zh-CN" dirty="0">
              <a:solidFill>
                <a:schemeClr val="tx1"/>
              </a:solidFill>
            </a:endParaRPr>
          </a:p>
          <a:p>
            <a:pPr lvl="1"/>
            <a:r>
              <a:rPr lang="zh-CN" altLang="en-US" dirty="0">
                <a:solidFill>
                  <a:schemeClr val="tx1"/>
                </a:solidFill>
              </a:rPr>
              <a:t>伪随机序列，随机噪声等</a:t>
            </a:r>
            <a:endParaRPr lang="zh-CN" altLang="en-US" dirty="0">
              <a:solidFill>
                <a:schemeClr val="tx1"/>
              </a:solidFill>
            </a:endParaRPr>
          </a:p>
        </p:txBody>
      </p:sp>
      <p:sp>
        <p:nvSpPr>
          <p:cNvPr id="2" name="灯片编号占位符 5"/>
          <p:cNvSpPr>
            <a:spLocks noGrp="1"/>
          </p:cNvSpPr>
          <p:nvPr>
            <p:custDataLst>
              <p:tags r:id="rId6"/>
            </p:custDataLst>
          </p:nvPr>
        </p:nvSpPr>
        <p:spPr>
          <a:xfrm>
            <a:off x="10416540" y="6309360"/>
            <a:ext cx="544195"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B1B5B33F-4FB4-423D-B738-AF9748D0C5D3}"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5" name="线形标注 2 4"/>
          <p:cNvSpPr/>
          <p:nvPr>
            <p:custDataLst>
              <p:tags r:id="rId7"/>
            </p:custDataLst>
          </p:nvPr>
        </p:nvSpPr>
        <p:spPr bwMode="auto">
          <a:xfrm>
            <a:off x="7547060" y="430142"/>
            <a:ext cx="2797412" cy="648072"/>
          </a:xfrm>
          <a:prstGeom prst="borderCallout2">
            <a:avLst>
              <a:gd name="adj1" fmla="val 101868"/>
              <a:gd name="adj2" fmla="val 50042"/>
              <a:gd name="adj3" fmla="val 152662"/>
              <a:gd name="adj4" fmla="val 50789"/>
              <a:gd name="adj5" fmla="val 468574"/>
              <a:gd name="adj6" fmla="val -127698"/>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400" dirty="0">
                <a:solidFill>
                  <a:schemeClr val="tx1"/>
                </a:solidFill>
              </a:rPr>
              <a:t>随机噪声作为水印</a:t>
            </a:r>
            <a:endParaRPr kumimoji="1" lang="zh-CN" altLang="en-US" sz="2400" b="0" i="0" u="none" strike="noStrike" cap="none" normalizeH="0" baseline="0" dirty="0">
              <a:ln>
                <a:noFill/>
              </a:ln>
              <a:solidFill>
                <a:schemeClr val="tx1"/>
              </a:solidFill>
              <a:effectLst/>
            </a:endParaRPr>
          </a:p>
        </p:txBody>
      </p:sp>
      <p:sp>
        <p:nvSpPr>
          <p:cNvPr id="11" name="线形标注 2 10"/>
          <p:cNvSpPr/>
          <p:nvPr>
            <p:custDataLst>
              <p:tags r:id="rId8"/>
            </p:custDataLst>
          </p:nvPr>
        </p:nvSpPr>
        <p:spPr bwMode="auto">
          <a:xfrm>
            <a:off x="7668746" y="2124005"/>
            <a:ext cx="2999254" cy="648072"/>
          </a:xfrm>
          <a:prstGeom prst="borderCallout2">
            <a:avLst>
              <a:gd name="adj1" fmla="val 101868"/>
              <a:gd name="adj2" fmla="val 50042"/>
              <a:gd name="adj3" fmla="val 168054"/>
              <a:gd name="adj4" fmla="val 50195"/>
              <a:gd name="adj5" fmla="val 209472"/>
              <a:gd name="adj6" fmla="val 18504"/>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2400" dirty="0">
                <a:solidFill>
                  <a:schemeClr val="tx1"/>
                </a:solidFill>
              </a:rPr>
              <a:t>伪随机序列作为水印</a:t>
            </a:r>
            <a:endParaRPr kumimoji="1" lang="zh-CN" altLang="en-US" sz="2400" b="0" i="0" u="none" strike="noStrike" cap="none" normalizeH="0" baseline="0" dirty="0">
              <a:ln>
                <a:noFill/>
              </a:ln>
              <a:solidFill>
                <a:schemeClr val="tx1"/>
              </a:solidFill>
              <a:effectLst/>
            </a:endParaRPr>
          </a:p>
        </p:txBody>
      </p:sp>
      <p:sp>
        <p:nvSpPr>
          <p:cNvPr id="9" name="标题 8"/>
          <p:cNvSpPr>
            <a:spLocks noGrp="1"/>
          </p:cNvSpPr>
          <p:nvPr>
            <p:ph type="title"/>
            <p:custDataLst>
              <p:tags r:id="rId9"/>
            </p:custDataLst>
          </p:nvPr>
        </p:nvSpPr>
        <p:spPr/>
        <p:txBody>
          <a:bodyPr vert="horz" lIns="91440" tIns="45720" rIns="91440" bIns="45720" rtlCol="0" anchor="ctr">
            <a:normAutofit/>
          </a:bodyPr>
          <a:p>
            <a:pPr lvl="0" algn="l">
              <a:buClrTx/>
              <a:buSzTx/>
              <a:buFontTx/>
            </a:pPr>
            <a:r>
              <a:rPr lang="zh-CN" altLang="en-US" smtClean="0">
                <a:sym typeface="+mn-ea"/>
              </a:rPr>
              <a:t>数字水印构成方式</a:t>
            </a:r>
            <a:endParaRPr lang="zh-CN" altLang="en-US" smtClean="0">
              <a:sym typeface="+mn-ea"/>
            </a:endParaRPr>
          </a:p>
        </p:txBody>
      </p:sp>
    </p:spTree>
    <p:custDataLst>
      <p:tags r:id="rId10"/>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11" grpId="0" bldLvl="0" animBg="1"/>
      <p:bldP spid="4" grpId="0" uiExpand="1"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p:cNvSpPr>
            <a:spLocks noGrp="1"/>
          </p:cNvSpPr>
          <p:nvPr>
            <p:custDataLst>
              <p:tags r:id="rId1"/>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7AAB0583-0065-4CD3-BAB8-57017EDCA762}"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7172" name="Rectangle 8"/>
          <p:cNvSpPr>
            <a:spLocks noChangeArrowheads="1"/>
          </p:cNvSpPr>
          <p:nvPr>
            <p:custDataLst>
              <p:tags r:id="rId2"/>
            </p:custDataLst>
          </p:nvPr>
        </p:nvSpPr>
        <p:spPr bwMode="auto">
          <a:xfrm>
            <a:off x="6024563" y="1916113"/>
            <a:ext cx="873125" cy="458787"/>
          </a:xfrm>
          <a:prstGeom prst="rect">
            <a:avLst/>
          </a:prstGeom>
          <a:solidFill>
            <a:srgbClr val="FFFFFF"/>
          </a:solidFill>
          <a:ln w="9525">
            <a:solidFill>
              <a:srgbClr val="000000"/>
            </a:solidFill>
            <a:miter lim="800000"/>
          </a:ln>
        </p:spPr>
        <p:txBody>
          <a:bodyPr wrap="square">
            <a:normAutofit/>
          </a:bodyPr>
          <a:lstStyle/>
          <a:p>
            <a:pPr algn="just"/>
            <a:r>
              <a:rPr lang="zh-CN" altLang="en-US" sz="1400">
                <a:solidFill>
                  <a:schemeClr val="tx1"/>
                </a:solidFill>
                <a:latin typeface="+mn-lt"/>
                <a:ea typeface="+mn-ea"/>
              </a:rPr>
              <a:t>密钥</a:t>
            </a:r>
            <a:endParaRPr lang="zh-CN" altLang="en-US" sz="1400">
              <a:solidFill>
                <a:schemeClr val="tx1"/>
              </a:solidFill>
              <a:latin typeface="+mn-lt"/>
              <a:ea typeface="+mn-ea"/>
            </a:endParaRPr>
          </a:p>
        </p:txBody>
      </p:sp>
      <p:sp>
        <p:nvSpPr>
          <p:cNvPr id="7173" name="Line 9"/>
          <p:cNvSpPr>
            <a:spLocks noChangeShapeType="1"/>
          </p:cNvSpPr>
          <p:nvPr/>
        </p:nvSpPr>
        <p:spPr bwMode="auto">
          <a:xfrm>
            <a:off x="6456363" y="2349500"/>
            <a:ext cx="0" cy="358775"/>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mn-lt"/>
              <a:ea typeface="+mn-ea"/>
            </a:endParaRPr>
          </a:p>
        </p:txBody>
      </p:sp>
      <p:sp>
        <p:nvSpPr>
          <p:cNvPr id="7174" name="Rectangle 10"/>
          <p:cNvSpPr>
            <a:spLocks noChangeArrowheads="1"/>
          </p:cNvSpPr>
          <p:nvPr>
            <p:custDataLst>
              <p:tags r:id="rId3"/>
            </p:custDataLst>
          </p:nvPr>
        </p:nvSpPr>
        <p:spPr bwMode="auto">
          <a:xfrm>
            <a:off x="4597400" y="3186113"/>
            <a:ext cx="960438" cy="458787"/>
          </a:xfrm>
          <a:prstGeom prst="rect">
            <a:avLst/>
          </a:prstGeom>
          <a:solidFill>
            <a:srgbClr val="FFFFFF"/>
          </a:solidFill>
          <a:ln w="9525">
            <a:solidFill>
              <a:srgbClr val="000000"/>
            </a:solidFill>
            <a:miter lim="800000"/>
          </a:ln>
        </p:spPr>
        <p:txBody>
          <a:bodyPr wrap="square">
            <a:normAutofit/>
          </a:bodyPr>
          <a:lstStyle/>
          <a:p>
            <a:pPr algn="just"/>
            <a:r>
              <a:rPr lang="zh-CN" altLang="en-US" sz="1400" dirty="0">
                <a:solidFill>
                  <a:schemeClr val="tx1"/>
                </a:solidFill>
                <a:latin typeface="+mn-lt"/>
                <a:ea typeface="+mn-ea"/>
              </a:rPr>
              <a:t>作品</a:t>
            </a:r>
            <a:endParaRPr lang="zh-CN" altLang="en-US" sz="1400" dirty="0">
              <a:solidFill>
                <a:schemeClr val="tx1"/>
              </a:solidFill>
              <a:latin typeface="+mn-lt"/>
              <a:ea typeface="+mn-ea"/>
            </a:endParaRPr>
          </a:p>
        </p:txBody>
      </p:sp>
      <p:sp>
        <p:nvSpPr>
          <p:cNvPr id="7175" name="Rectangle 11"/>
          <p:cNvSpPr>
            <a:spLocks noChangeArrowheads="1"/>
          </p:cNvSpPr>
          <p:nvPr>
            <p:custDataLst>
              <p:tags r:id="rId4"/>
            </p:custDataLst>
          </p:nvPr>
        </p:nvSpPr>
        <p:spPr bwMode="auto">
          <a:xfrm>
            <a:off x="4597400" y="2420938"/>
            <a:ext cx="960438" cy="458787"/>
          </a:xfrm>
          <a:prstGeom prst="rect">
            <a:avLst/>
          </a:prstGeom>
          <a:solidFill>
            <a:srgbClr val="FFFFFF"/>
          </a:solidFill>
          <a:ln w="9525">
            <a:solidFill>
              <a:srgbClr val="000000"/>
            </a:solidFill>
            <a:miter lim="800000"/>
          </a:ln>
        </p:spPr>
        <p:txBody>
          <a:bodyPr wrap="square">
            <a:normAutofit/>
          </a:bodyPr>
          <a:lstStyle/>
          <a:p>
            <a:pPr algn="just"/>
            <a:r>
              <a:rPr lang="zh-CN" altLang="en-US" sz="1400" dirty="0">
                <a:solidFill>
                  <a:schemeClr val="tx1"/>
                </a:solidFill>
                <a:latin typeface="+mn-lt"/>
                <a:ea typeface="+mn-ea"/>
              </a:rPr>
              <a:t>水印</a:t>
            </a:r>
            <a:endParaRPr lang="zh-CN" altLang="en-US" sz="1400" dirty="0">
              <a:solidFill>
                <a:schemeClr val="tx1"/>
              </a:solidFill>
              <a:latin typeface="+mn-lt"/>
              <a:ea typeface="+mn-ea"/>
            </a:endParaRPr>
          </a:p>
        </p:txBody>
      </p:sp>
      <p:sp>
        <p:nvSpPr>
          <p:cNvPr id="7176" name="Rectangle 12"/>
          <p:cNvSpPr>
            <a:spLocks noChangeArrowheads="1"/>
          </p:cNvSpPr>
          <p:nvPr>
            <p:custDataLst>
              <p:tags r:id="rId5"/>
            </p:custDataLst>
          </p:nvPr>
        </p:nvSpPr>
        <p:spPr bwMode="auto">
          <a:xfrm>
            <a:off x="5994400" y="2727325"/>
            <a:ext cx="1308100" cy="458788"/>
          </a:xfrm>
          <a:prstGeom prst="rect">
            <a:avLst/>
          </a:prstGeom>
          <a:solidFill>
            <a:srgbClr val="FFFFFF"/>
          </a:solidFill>
          <a:ln w="9525">
            <a:solidFill>
              <a:srgbClr val="000000"/>
            </a:solidFill>
            <a:miter lim="800000"/>
          </a:ln>
        </p:spPr>
        <p:txBody>
          <a:bodyPr wrap="square">
            <a:normAutofit/>
          </a:bodyPr>
          <a:lstStyle/>
          <a:p>
            <a:pPr algn="just"/>
            <a:r>
              <a:rPr lang="zh-CN" altLang="en-US" sz="1400">
                <a:solidFill>
                  <a:schemeClr val="tx1"/>
                </a:solidFill>
                <a:latin typeface="+mn-lt"/>
                <a:ea typeface="+mn-ea"/>
              </a:rPr>
              <a:t>水印嵌入算法</a:t>
            </a:r>
            <a:endParaRPr lang="zh-CN" altLang="en-US" sz="1400">
              <a:solidFill>
                <a:schemeClr val="tx1"/>
              </a:solidFill>
              <a:latin typeface="+mn-lt"/>
              <a:ea typeface="+mn-ea"/>
            </a:endParaRPr>
          </a:p>
        </p:txBody>
      </p:sp>
      <p:sp>
        <p:nvSpPr>
          <p:cNvPr id="7177" name="Rectangle 13"/>
          <p:cNvSpPr>
            <a:spLocks noChangeArrowheads="1"/>
          </p:cNvSpPr>
          <p:nvPr>
            <p:custDataLst>
              <p:tags r:id="rId6"/>
            </p:custDataLst>
          </p:nvPr>
        </p:nvSpPr>
        <p:spPr bwMode="auto">
          <a:xfrm>
            <a:off x="7739063" y="2727325"/>
            <a:ext cx="1309687" cy="458788"/>
          </a:xfrm>
          <a:prstGeom prst="rect">
            <a:avLst/>
          </a:prstGeom>
          <a:solidFill>
            <a:srgbClr val="FFFFFF"/>
          </a:solidFill>
          <a:ln w="9525">
            <a:solidFill>
              <a:srgbClr val="000000"/>
            </a:solidFill>
            <a:miter lim="800000"/>
          </a:ln>
        </p:spPr>
        <p:txBody>
          <a:bodyPr wrap="square">
            <a:normAutofit/>
          </a:bodyPr>
          <a:lstStyle/>
          <a:p>
            <a:pPr algn="just"/>
            <a:r>
              <a:rPr lang="zh-CN" altLang="en-US" sz="1400" dirty="0">
                <a:solidFill>
                  <a:schemeClr val="tx1"/>
                </a:solidFill>
                <a:latin typeface="+mn-lt"/>
                <a:ea typeface="+mn-ea"/>
              </a:rPr>
              <a:t>水印作品</a:t>
            </a:r>
            <a:endParaRPr lang="zh-CN" altLang="en-US" sz="1400" dirty="0">
              <a:solidFill>
                <a:schemeClr val="tx1"/>
              </a:solidFill>
              <a:latin typeface="+mn-lt"/>
              <a:ea typeface="+mn-ea"/>
            </a:endParaRPr>
          </a:p>
        </p:txBody>
      </p:sp>
      <p:sp>
        <p:nvSpPr>
          <p:cNvPr id="7178" name="Line 14"/>
          <p:cNvSpPr>
            <a:spLocks noChangeShapeType="1"/>
          </p:cNvSpPr>
          <p:nvPr/>
        </p:nvSpPr>
        <p:spPr bwMode="auto">
          <a:xfrm>
            <a:off x="7302500" y="3033713"/>
            <a:ext cx="436563" cy="0"/>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mn-lt"/>
              <a:ea typeface="+mn-ea"/>
            </a:endParaRPr>
          </a:p>
        </p:txBody>
      </p:sp>
      <p:sp>
        <p:nvSpPr>
          <p:cNvPr id="7179" name="Line 15"/>
          <p:cNvSpPr>
            <a:spLocks noChangeShapeType="1"/>
          </p:cNvSpPr>
          <p:nvPr/>
        </p:nvSpPr>
        <p:spPr bwMode="auto">
          <a:xfrm>
            <a:off x="5557838" y="2573338"/>
            <a:ext cx="436562" cy="3063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mn-lt"/>
              <a:ea typeface="+mn-ea"/>
            </a:endParaRPr>
          </a:p>
        </p:txBody>
      </p:sp>
      <p:sp>
        <p:nvSpPr>
          <p:cNvPr id="7180" name="Line 16"/>
          <p:cNvSpPr>
            <a:spLocks noChangeShapeType="1"/>
          </p:cNvSpPr>
          <p:nvPr/>
        </p:nvSpPr>
        <p:spPr bwMode="auto">
          <a:xfrm flipV="1">
            <a:off x="5557838" y="3033713"/>
            <a:ext cx="436562" cy="458787"/>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mn-lt"/>
              <a:ea typeface="+mn-ea"/>
            </a:endParaRPr>
          </a:p>
        </p:txBody>
      </p:sp>
      <p:grpSp>
        <p:nvGrpSpPr>
          <p:cNvPr id="7181" name="Group 17"/>
          <p:cNvGrpSpPr/>
          <p:nvPr/>
        </p:nvGrpSpPr>
        <p:grpSpPr bwMode="auto">
          <a:xfrm>
            <a:off x="3143250" y="4652963"/>
            <a:ext cx="6048375" cy="1439862"/>
            <a:chOff x="2532" y="6432"/>
            <a:chExt cx="6195" cy="2028"/>
          </a:xfrm>
        </p:grpSpPr>
        <p:sp>
          <p:nvSpPr>
            <p:cNvPr id="7184" name="Rectangle 18"/>
            <p:cNvSpPr>
              <a:spLocks noChangeArrowheads="1"/>
            </p:cNvSpPr>
            <p:nvPr>
              <p:custDataLst>
                <p:tags r:id="rId7"/>
              </p:custDataLst>
            </p:nvPr>
          </p:nvSpPr>
          <p:spPr bwMode="auto">
            <a:xfrm>
              <a:off x="2532" y="6432"/>
              <a:ext cx="1680" cy="468"/>
            </a:xfrm>
            <a:prstGeom prst="rect">
              <a:avLst/>
            </a:prstGeom>
            <a:solidFill>
              <a:srgbClr val="FFFFFF"/>
            </a:solidFill>
            <a:ln w="9525">
              <a:solidFill>
                <a:srgbClr val="000000"/>
              </a:solidFill>
              <a:miter lim="800000"/>
            </a:ln>
          </p:spPr>
          <p:txBody>
            <a:bodyPr wrap="square">
              <a:normAutofit/>
            </a:bodyPr>
            <a:lstStyle/>
            <a:p>
              <a:pPr algn="just"/>
              <a:r>
                <a:rPr lang="zh-CN" altLang="en-US" sz="1400" dirty="0">
                  <a:solidFill>
                    <a:schemeClr val="tx1"/>
                  </a:solidFill>
                  <a:latin typeface="+mn-lt"/>
                  <a:ea typeface="+mn-ea"/>
                </a:rPr>
                <a:t>水印作品</a:t>
              </a:r>
              <a:endParaRPr lang="zh-CN" altLang="en-US" sz="1400" dirty="0">
                <a:solidFill>
                  <a:schemeClr val="tx1"/>
                </a:solidFill>
                <a:latin typeface="+mn-lt"/>
                <a:ea typeface="+mn-ea"/>
              </a:endParaRPr>
            </a:p>
          </p:txBody>
        </p:sp>
        <p:sp>
          <p:nvSpPr>
            <p:cNvPr id="7185" name="Line 19"/>
            <p:cNvSpPr>
              <a:spLocks noChangeShapeType="1"/>
            </p:cNvSpPr>
            <p:nvPr/>
          </p:nvSpPr>
          <p:spPr bwMode="auto">
            <a:xfrm>
              <a:off x="4107" y="7524"/>
              <a:ext cx="1098"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mn-lt"/>
                <a:ea typeface="+mn-ea"/>
              </a:endParaRPr>
            </a:p>
          </p:txBody>
        </p:sp>
        <p:sp>
          <p:nvSpPr>
            <p:cNvPr id="7186" name="Rectangle 20"/>
            <p:cNvSpPr>
              <a:spLocks noChangeArrowheads="1"/>
            </p:cNvSpPr>
            <p:nvPr>
              <p:custDataLst>
                <p:tags r:id="rId8"/>
              </p:custDataLst>
            </p:nvPr>
          </p:nvSpPr>
          <p:spPr bwMode="auto">
            <a:xfrm>
              <a:off x="2742" y="7212"/>
              <a:ext cx="1260" cy="468"/>
            </a:xfrm>
            <a:prstGeom prst="rect">
              <a:avLst/>
            </a:prstGeom>
            <a:solidFill>
              <a:srgbClr val="FFFFFF"/>
            </a:solidFill>
            <a:ln w="9525">
              <a:solidFill>
                <a:srgbClr val="000000"/>
              </a:solidFill>
              <a:miter lim="800000"/>
            </a:ln>
          </p:spPr>
          <p:txBody>
            <a:bodyPr wrap="square">
              <a:normAutofit/>
            </a:bodyPr>
            <a:lstStyle/>
            <a:p>
              <a:pPr algn="just"/>
              <a:r>
                <a:rPr lang="zh-CN" altLang="en-US" sz="1400">
                  <a:solidFill>
                    <a:schemeClr val="tx1"/>
                  </a:solidFill>
                  <a:latin typeface="+mn-lt"/>
                  <a:ea typeface="+mn-ea"/>
                </a:rPr>
                <a:t>密钥</a:t>
              </a:r>
              <a:endParaRPr lang="zh-CN" altLang="en-US" sz="1400">
                <a:solidFill>
                  <a:schemeClr val="tx1"/>
                </a:solidFill>
                <a:latin typeface="+mn-lt"/>
                <a:ea typeface="+mn-ea"/>
              </a:endParaRPr>
            </a:p>
          </p:txBody>
        </p:sp>
        <p:sp>
          <p:nvSpPr>
            <p:cNvPr id="7187" name="Rectangle 21"/>
            <p:cNvSpPr>
              <a:spLocks noChangeArrowheads="1"/>
            </p:cNvSpPr>
            <p:nvPr>
              <p:custDataLst>
                <p:tags r:id="rId9"/>
              </p:custDataLst>
            </p:nvPr>
          </p:nvSpPr>
          <p:spPr bwMode="auto">
            <a:xfrm>
              <a:off x="5224" y="7212"/>
              <a:ext cx="1718" cy="468"/>
            </a:xfrm>
            <a:prstGeom prst="rect">
              <a:avLst/>
            </a:prstGeom>
            <a:solidFill>
              <a:srgbClr val="FFFFFF"/>
            </a:solidFill>
            <a:ln w="9525">
              <a:solidFill>
                <a:srgbClr val="000000"/>
              </a:solidFill>
              <a:miter lim="800000"/>
            </a:ln>
          </p:spPr>
          <p:txBody>
            <a:bodyPr wrap="square">
              <a:normAutofit/>
            </a:bodyPr>
            <a:lstStyle/>
            <a:p>
              <a:pPr algn="just"/>
              <a:r>
                <a:rPr lang="zh-CN" altLang="en-US" sz="1400">
                  <a:solidFill>
                    <a:schemeClr val="tx1"/>
                  </a:solidFill>
                  <a:latin typeface="+mn-lt"/>
                  <a:ea typeface="+mn-ea"/>
                </a:rPr>
                <a:t>水印提取算法</a:t>
              </a:r>
              <a:endParaRPr lang="zh-CN" altLang="en-US" sz="1400">
                <a:solidFill>
                  <a:schemeClr val="tx1"/>
                </a:solidFill>
                <a:latin typeface="+mn-lt"/>
                <a:ea typeface="+mn-ea"/>
              </a:endParaRPr>
            </a:p>
          </p:txBody>
        </p:sp>
        <p:sp>
          <p:nvSpPr>
            <p:cNvPr id="7188" name="Rectangle 22"/>
            <p:cNvSpPr>
              <a:spLocks noChangeArrowheads="1"/>
            </p:cNvSpPr>
            <p:nvPr>
              <p:custDataLst>
                <p:tags r:id="rId10"/>
              </p:custDataLst>
            </p:nvPr>
          </p:nvSpPr>
          <p:spPr bwMode="auto">
            <a:xfrm>
              <a:off x="7534" y="7212"/>
              <a:ext cx="1193" cy="468"/>
            </a:xfrm>
            <a:prstGeom prst="rect">
              <a:avLst/>
            </a:prstGeom>
            <a:solidFill>
              <a:srgbClr val="FFFFFF"/>
            </a:solidFill>
            <a:ln w="9525">
              <a:solidFill>
                <a:srgbClr val="000000"/>
              </a:solidFill>
              <a:miter lim="800000"/>
            </a:ln>
          </p:spPr>
          <p:txBody>
            <a:bodyPr wrap="square">
              <a:normAutofit/>
            </a:bodyPr>
            <a:lstStyle/>
            <a:p>
              <a:pPr algn="just"/>
              <a:r>
                <a:rPr lang="zh-CN" altLang="en-US" sz="1400" dirty="0">
                  <a:solidFill>
                    <a:schemeClr val="tx1"/>
                  </a:solidFill>
                  <a:latin typeface="+mn-lt"/>
                  <a:ea typeface="+mn-ea"/>
                </a:rPr>
                <a:t>水印</a:t>
              </a:r>
              <a:endParaRPr lang="zh-CN" altLang="en-US" sz="1400" dirty="0">
                <a:solidFill>
                  <a:schemeClr val="tx1"/>
                </a:solidFill>
                <a:latin typeface="+mn-lt"/>
                <a:ea typeface="+mn-ea"/>
              </a:endParaRPr>
            </a:p>
          </p:txBody>
        </p:sp>
        <p:sp>
          <p:nvSpPr>
            <p:cNvPr id="7189" name="Line 23"/>
            <p:cNvSpPr>
              <a:spLocks noChangeShapeType="1"/>
            </p:cNvSpPr>
            <p:nvPr/>
          </p:nvSpPr>
          <p:spPr bwMode="auto">
            <a:xfrm>
              <a:off x="6942" y="7368"/>
              <a:ext cx="573" cy="1"/>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mn-lt"/>
                <a:ea typeface="+mn-ea"/>
              </a:endParaRPr>
            </a:p>
          </p:txBody>
        </p:sp>
        <p:sp>
          <p:nvSpPr>
            <p:cNvPr id="7190" name="Line 24"/>
            <p:cNvSpPr>
              <a:spLocks noChangeShapeType="1"/>
            </p:cNvSpPr>
            <p:nvPr/>
          </p:nvSpPr>
          <p:spPr bwMode="auto">
            <a:xfrm>
              <a:off x="4212" y="6744"/>
              <a:ext cx="945" cy="624"/>
            </a:xfrm>
            <a:prstGeom prst="line">
              <a:avLst/>
            </a:prstGeom>
            <a:noFill/>
            <a:ln w="9525">
              <a:solidFill>
                <a:srgbClr val="000000"/>
              </a:solidFill>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mn-lt"/>
                <a:ea typeface="+mn-ea"/>
              </a:endParaRPr>
            </a:p>
          </p:txBody>
        </p:sp>
        <p:sp>
          <p:nvSpPr>
            <p:cNvPr id="7191" name="Line 25"/>
            <p:cNvSpPr>
              <a:spLocks noChangeShapeType="1"/>
            </p:cNvSpPr>
            <p:nvPr/>
          </p:nvSpPr>
          <p:spPr bwMode="auto">
            <a:xfrm flipV="1">
              <a:off x="4212" y="7680"/>
              <a:ext cx="945" cy="624"/>
            </a:xfrm>
            <a:prstGeom prst="line">
              <a:avLst/>
            </a:prstGeom>
            <a:noFill/>
            <a:ln w="9525">
              <a:solidFill>
                <a:srgbClr val="000000"/>
              </a:solidFill>
              <a:prstDash val="dash"/>
              <a:round/>
              <a:tailEnd type="triangle" w="med" len="med"/>
            </a:ln>
            <a:extLst>
              <a:ext uri="{909E8E84-426E-40DD-AFC4-6F175D3DCCD1}">
                <a14:hiddenFill xmlns:a14="http://schemas.microsoft.com/office/drawing/2010/main">
                  <a:noFill/>
                </a14:hiddenFill>
              </a:ext>
            </a:extLst>
          </p:spPr>
          <p:txBody>
            <a:bodyPr/>
            <a:lstStyle/>
            <a:p>
              <a:endParaRPr lang="zh-CN" altLang="en-US" sz="1800">
                <a:latin typeface="+mn-lt"/>
                <a:ea typeface="+mn-ea"/>
              </a:endParaRPr>
            </a:p>
          </p:txBody>
        </p:sp>
        <p:sp>
          <p:nvSpPr>
            <p:cNvPr id="7192" name="Rectangle 26"/>
            <p:cNvSpPr>
              <a:spLocks noChangeArrowheads="1"/>
            </p:cNvSpPr>
            <p:nvPr>
              <p:custDataLst>
                <p:tags r:id="rId11"/>
              </p:custDataLst>
            </p:nvPr>
          </p:nvSpPr>
          <p:spPr bwMode="auto">
            <a:xfrm>
              <a:off x="2532" y="7992"/>
              <a:ext cx="1680" cy="468"/>
            </a:xfrm>
            <a:prstGeom prst="rect">
              <a:avLst/>
            </a:prstGeom>
            <a:solidFill>
              <a:srgbClr val="FFFFFF"/>
            </a:solidFill>
            <a:ln w="9525">
              <a:solidFill>
                <a:srgbClr val="000000"/>
              </a:solidFill>
              <a:prstDash val="dash"/>
              <a:miter lim="800000"/>
            </a:ln>
          </p:spPr>
          <p:txBody>
            <a:bodyPr wrap="square">
              <a:normAutofit/>
            </a:bodyPr>
            <a:lstStyle/>
            <a:p>
              <a:pPr algn="just"/>
              <a:r>
                <a:rPr lang="zh-CN" altLang="en-US" sz="1400" dirty="0">
                  <a:solidFill>
                    <a:schemeClr val="tx1"/>
                  </a:solidFill>
                  <a:latin typeface="+mn-lt"/>
                  <a:ea typeface="+mn-ea"/>
                </a:rPr>
                <a:t>作品</a:t>
              </a:r>
              <a:endParaRPr lang="zh-CN" altLang="en-US" sz="1400" dirty="0">
                <a:solidFill>
                  <a:schemeClr val="tx1"/>
                </a:solidFill>
                <a:latin typeface="+mn-lt"/>
                <a:ea typeface="+mn-ea"/>
              </a:endParaRPr>
            </a:p>
          </p:txBody>
        </p:sp>
      </p:grpSp>
      <p:sp>
        <p:nvSpPr>
          <p:cNvPr id="7182" name="Text Box 27"/>
          <p:cNvSpPr txBox="1">
            <a:spLocks noChangeArrowheads="1"/>
          </p:cNvSpPr>
          <p:nvPr>
            <p:custDataLst>
              <p:tags r:id="rId12"/>
            </p:custDataLst>
          </p:nvPr>
        </p:nvSpPr>
        <p:spPr bwMode="auto">
          <a:xfrm>
            <a:off x="1919288" y="3500438"/>
            <a:ext cx="20116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solidFill>
                  <a:schemeClr val="tx1"/>
                </a:solidFill>
                <a:latin typeface="+mn-lt"/>
                <a:ea typeface="+mn-ea"/>
              </a:rPr>
              <a:t>水印嵌入模型</a:t>
            </a:r>
            <a:endParaRPr lang="zh-CN" altLang="en-US" dirty="0">
              <a:solidFill>
                <a:schemeClr val="tx1"/>
              </a:solidFill>
              <a:latin typeface="+mn-lt"/>
              <a:ea typeface="+mn-ea"/>
            </a:endParaRPr>
          </a:p>
        </p:txBody>
      </p:sp>
      <p:sp>
        <p:nvSpPr>
          <p:cNvPr id="7183" name="Text Box 28"/>
          <p:cNvSpPr txBox="1">
            <a:spLocks noChangeArrowheads="1"/>
          </p:cNvSpPr>
          <p:nvPr>
            <p:custDataLst>
              <p:tags r:id="rId13"/>
            </p:custDataLst>
          </p:nvPr>
        </p:nvSpPr>
        <p:spPr bwMode="auto">
          <a:xfrm>
            <a:off x="1919288" y="6237288"/>
            <a:ext cx="201168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l" eaLnBrk="1" hangingPunct="1"/>
            <a:r>
              <a:rPr lang="zh-CN" altLang="en-US" dirty="0">
                <a:solidFill>
                  <a:schemeClr val="tx1"/>
                </a:solidFill>
                <a:latin typeface="+mn-lt"/>
                <a:ea typeface="+mn-ea"/>
              </a:rPr>
              <a:t>水印提取模型</a:t>
            </a:r>
            <a:endParaRPr lang="zh-CN" altLang="en-US" dirty="0">
              <a:solidFill>
                <a:schemeClr val="tx1"/>
              </a:solidFill>
              <a:latin typeface="+mn-lt"/>
              <a:ea typeface="+mn-ea"/>
            </a:endParaRPr>
          </a:p>
        </p:txBody>
      </p:sp>
      <p:sp>
        <p:nvSpPr>
          <p:cNvPr id="4" name="标题 3"/>
          <p:cNvSpPr>
            <a:spLocks noGrp="1"/>
          </p:cNvSpPr>
          <p:nvPr>
            <p:ph type="title"/>
            <p:custDataLst>
              <p:tags r:id="rId14"/>
            </p:custDataLst>
          </p:nvPr>
        </p:nvSpPr>
        <p:spPr/>
        <p:txBody>
          <a:bodyPr vert="horz" lIns="91440" tIns="45720" rIns="91440" bIns="45720" rtlCol="0" anchor="ctr">
            <a:normAutofit/>
          </a:bodyPr>
          <a:p>
            <a:pPr lvl="0" algn="l">
              <a:buClrTx/>
              <a:buSzTx/>
              <a:buFontTx/>
            </a:pPr>
            <a:r>
              <a:rPr lang="zh-CN" altLang="en-US" smtClean="0">
                <a:sym typeface="+mn-ea"/>
              </a:rPr>
              <a:t>数字水印嵌入和提取模型</a:t>
            </a:r>
            <a:endParaRPr lang="zh-CN" altLang="en-US" smtClean="0">
              <a:sym typeface="+mn-ea"/>
            </a:endParaRPr>
          </a:p>
        </p:txBody>
      </p:sp>
    </p:spTree>
    <p:custDataLst>
      <p:tags r:id="rId15"/>
    </p:custData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设 </a:t>
            </a:r>
            <a:r>
              <a:rPr lang="en-US" altLang="zh-CN" dirty="0">
                <a:solidFill>
                  <a:schemeClr val="tx1"/>
                </a:solidFill>
              </a:rPr>
              <a:t>I </a:t>
            </a:r>
            <a:r>
              <a:rPr lang="zh-CN" altLang="en-US" dirty="0">
                <a:solidFill>
                  <a:schemeClr val="tx1"/>
                </a:solidFill>
              </a:rPr>
              <a:t>为作品，</a:t>
            </a:r>
            <a:r>
              <a:rPr lang="en-US" altLang="zh-CN" dirty="0">
                <a:solidFill>
                  <a:schemeClr val="tx1"/>
                </a:solidFill>
              </a:rPr>
              <a:t>W </a:t>
            </a:r>
            <a:r>
              <a:rPr lang="zh-CN" altLang="en-US" dirty="0">
                <a:solidFill>
                  <a:schemeClr val="tx1"/>
                </a:solidFill>
              </a:rPr>
              <a:t>为水印，</a:t>
            </a:r>
            <a:r>
              <a:rPr lang="en-US" altLang="zh-CN" dirty="0">
                <a:solidFill>
                  <a:schemeClr val="tx1"/>
                </a:solidFill>
              </a:rPr>
              <a:t>K </a:t>
            </a:r>
            <a:r>
              <a:rPr lang="zh-CN" altLang="en-US" dirty="0">
                <a:solidFill>
                  <a:schemeClr val="tx1"/>
                </a:solidFill>
              </a:rPr>
              <a:t>为密钥，处理后的水印为</a:t>
            </a:r>
            <a:endParaRPr lang="zh-CN" altLang="en-US" dirty="0">
              <a:solidFill>
                <a:schemeClr val="tx1"/>
              </a:solidFill>
            </a:endParaRPr>
          </a:p>
          <a:p>
            <a:pPr eaLnBrk="1" hangingPunct="1"/>
            <a:endParaRPr lang="zh-CN" altLang="en-US" dirty="0">
              <a:solidFill>
                <a:schemeClr val="tx1"/>
              </a:solidFill>
            </a:endParaRPr>
          </a:p>
          <a:p>
            <a:pPr eaLnBrk="1" hangingPunct="1"/>
            <a:r>
              <a:rPr lang="zh-CN" altLang="en-US" dirty="0">
                <a:solidFill>
                  <a:schemeClr val="tx1"/>
                </a:solidFill>
              </a:rPr>
              <a:t>水印嵌入过程：设水印嵌入函数 </a:t>
            </a:r>
            <a:r>
              <a:rPr lang="en-US" altLang="zh-CN" dirty="0">
                <a:solidFill>
                  <a:schemeClr val="tx1"/>
                </a:solidFill>
              </a:rPr>
              <a:t>E ，</a:t>
            </a:r>
            <a:r>
              <a:rPr lang="zh-CN" altLang="en-US" dirty="0">
                <a:solidFill>
                  <a:schemeClr val="tx1"/>
                </a:solidFill>
              </a:rPr>
              <a:t>作品 </a:t>
            </a:r>
            <a:r>
              <a:rPr lang="en-US" altLang="zh-CN" dirty="0">
                <a:solidFill>
                  <a:schemeClr val="tx1"/>
                </a:solidFill>
              </a:rPr>
              <a:t>I </a:t>
            </a:r>
            <a:r>
              <a:rPr lang="zh-CN" altLang="en-US" dirty="0">
                <a:solidFill>
                  <a:schemeClr val="tx1"/>
                </a:solidFill>
              </a:rPr>
              <a:t>和水印    ，嵌入水印后的水印作品为</a:t>
            </a:r>
            <a:endParaRPr lang="zh-CN" altLang="en-US"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FB98E16A-9DF9-413B-BE5D-2CEFD3AE414D}"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graphicFrame>
        <p:nvGraphicFramePr>
          <p:cNvPr id="11269" name="Object 4"/>
          <p:cNvGraphicFramePr>
            <a:graphicFrameLocks noChangeAspect="1"/>
          </p:cNvGraphicFramePr>
          <p:nvPr/>
        </p:nvGraphicFramePr>
        <p:xfrm>
          <a:off x="3863975" y="2276232"/>
          <a:ext cx="2743200" cy="652463"/>
        </p:xfrm>
        <a:graphic>
          <a:graphicData uri="http://schemas.openxmlformats.org/presentationml/2006/ole">
            <mc:AlternateContent xmlns:mc="http://schemas.openxmlformats.org/markup-compatibility/2006">
              <mc:Choice xmlns:v="urn:schemas-microsoft-com:vml" Requires="v">
                <p:oleObj spid="_x0000_s1472" name="Equation" r:id="rId3" imgW="1002665" imgH="241300" progId="Equation.DSMT4">
                  <p:embed/>
                </p:oleObj>
              </mc:Choice>
              <mc:Fallback>
                <p:oleObj name="Equation" r:id="rId3" imgW="1002665" imgH="241300" progId="Equation.DSMT4">
                  <p:embed/>
                  <p:pic>
                    <p:nvPicPr>
                      <p:cNvPr id="0" name="图片 145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3975" y="2276232"/>
                        <a:ext cx="2743200" cy="652463"/>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0" name="Object 6"/>
          <p:cNvGraphicFramePr>
            <a:graphicFrameLocks noChangeAspect="1"/>
          </p:cNvGraphicFramePr>
          <p:nvPr/>
        </p:nvGraphicFramePr>
        <p:xfrm>
          <a:off x="5591944" y="4220019"/>
          <a:ext cx="414338" cy="457200"/>
        </p:xfrm>
        <a:graphic>
          <a:graphicData uri="http://schemas.openxmlformats.org/presentationml/2006/ole">
            <mc:AlternateContent xmlns:mc="http://schemas.openxmlformats.org/markup-compatibility/2006">
              <mc:Choice xmlns:v="urn:schemas-microsoft-com:vml" Requires="v">
                <p:oleObj spid="_x0000_s1473" name="Equation" r:id="rId5" imgW="177800" imgH="203200" progId="Equation.DSMT4">
                  <p:embed/>
                </p:oleObj>
              </mc:Choice>
              <mc:Fallback>
                <p:oleObj name="Equation" r:id="rId5" imgW="177800" imgH="203200" progId="Equation.DSMT4">
                  <p:embed/>
                  <p:pic>
                    <p:nvPicPr>
                      <p:cNvPr id="0" name="图片 145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1944" y="4220019"/>
                        <a:ext cx="414338" cy="45720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271" name="Object 8"/>
          <p:cNvGraphicFramePr>
            <a:graphicFrameLocks noChangeAspect="1"/>
          </p:cNvGraphicFramePr>
          <p:nvPr/>
        </p:nvGraphicFramePr>
        <p:xfrm>
          <a:off x="4572000" y="5181600"/>
          <a:ext cx="3200400" cy="914400"/>
        </p:xfrm>
        <a:graphic>
          <a:graphicData uri="http://schemas.openxmlformats.org/presentationml/2006/ole">
            <mc:AlternateContent xmlns:mc="http://schemas.openxmlformats.org/markup-compatibility/2006">
              <mc:Choice xmlns:v="urn:schemas-microsoft-com:vml" Requires="v">
                <p:oleObj spid="_x0000_s1474" name="Equation" r:id="rId7" imgW="800100" imgH="228600" progId="Equation.DSMT4">
                  <p:embed/>
                </p:oleObj>
              </mc:Choice>
              <mc:Fallback>
                <p:oleObj name="Equation" r:id="rId7" imgW="800100" imgH="228600" progId="Equation.DSMT4">
                  <p:embed/>
                  <p:pic>
                    <p:nvPicPr>
                      <p:cNvPr id="0" name="图片 145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72000" y="5181600"/>
                        <a:ext cx="3200400" cy="91440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标题 5"/>
          <p:cNvSpPr>
            <a:spLocks noGrp="1"/>
          </p:cNvSpPr>
          <p:nvPr>
            <p:ph type="title"/>
            <p:custDataLst>
              <p:tags r:id="rId9"/>
            </p:custDataLst>
          </p:nvPr>
        </p:nvSpPr>
        <p:spPr/>
        <p:txBody>
          <a:bodyPr vert="horz" lIns="91440" tIns="45720" rIns="91440" bIns="45720" rtlCol="0" anchor="ctr">
            <a:normAutofit/>
          </a:bodyPr>
          <a:p>
            <a:pPr lvl="0" algn="l">
              <a:buClrTx/>
              <a:buSzTx/>
              <a:buFontTx/>
            </a:pPr>
            <a:r>
              <a:rPr lang="zh-CN" altLang="en-US" smtClean="0">
                <a:sym typeface="+mn-ea"/>
              </a:rPr>
              <a:t>水印嵌入模型</a:t>
            </a:r>
            <a:endParaRPr lang="zh-CN" altLang="en-US" smtClean="0">
              <a:sym typeface="+mn-ea"/>
            </a:endParaRPr>
          </a:p>
        </p:txBody>
      </p:sp>
    </p:spTree>
    <p:custDataLst>
      <p:tags r:id="rId10"/>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69"/>
                                        </p:tgtEl>
                                        <p:attrNameLst>
                                          <p:attrName>style.visibility</p:attrName>
                                        </p:attrNameLst>
                                      </p:cBhvr>
                                      <p:to>
                                        <p:strVal val="visible"/>
                                      </p:to>
                                    </p:set>
                                    <p:anim calcmode="lin" valueType="num">
                                      <p:cBhvr additive="base">
                                        <p:cTn id="7" dur="500" fill="hold"/>
                                        <p:tgtEl>
                                          <p:spTgt spid="11269"/>
                                        </p:tgtEl>
                                        <p:attrNameLst>
                                          <p:attrName>ppt_x</p:attrName>
                                        </p:attrNameLst>
                                      </p:cBhvr>
                                      <p:tavLst>
                                        <p:tav tm="0">
                                          <p:val>
                                            <p:strVal val="#ppt_x"/>
                                          </p:val>
                                        </p:tav>
                                        <p:tav tm="100000">
                                          <p:val>
                                            <p:strVal val="#ppt_x"/>
                                          </p:val>
                                        </p:tav>
                                      </p:tavLst>
                                    </p:anim>
                                    <p:anim calcmode="lin" valueType="num">
                                      <p:cBhvr additive="base">
                                        <p:cTn id="8" dur="500" fill="hold"/>
                                        <p:tgtEl>
                                          <p:spTgt spid="11269"/>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1270"/>
                                        </p:tgtEl>
                                        <p:attrNameLst>
                                          <p:attrName>style.visibility</p:attrName>
                                        </p:attrNameLst>
                                      </p:cBhvr>
                                      <p:to>
                                        <p:strVal val="visible"/>
                                      </p:to>
                                    </p:set>
                                    <p:anim calcmode="lin" valueType="num">
                                      <p:cBhvr additive="base">
                                        <p:cTn id="11" dur="500" fill="hold"/>
                                        <p:tgtEl>
                                          <p:spTgt spid="11270"/>
                                        </p:tgtEl>
                                        <p:attrNameLst>
                                          <p:attrName>ppt_x</p:attrName>
                                        </p:attrNameLst>
                                      </p:cBhvr>
                                      <p:tavLst>
                                        <p:tav tm="0">
                                          <p:val>
                                            <p:strVal val="#ppt_x"/>
                                          </p:val>
                                        </p:tav>
                                        <p:tav tm="100000">
                                          <p:val>
                                            <p:strVal val="#ppt_x"/>
                                          </p:val>
                                        </p:tav>
                                      </p:tavLst>
                                    </p:anim>
                                    <p:anim calcmode="lin" valueType="num">
                                      <p:cBhvr additive="base">
                                        <p:cTn id="12" dur="500" fill="hold"/>
                                        <p:tgtEl>
                                          <p:spTgt spid="11270"/>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271"/>
                                        </p:tgtEl>
                                        <p:attrNameLst>
                                          <p:attrName>style.visibility</p:attrName>
                                        </p:attrNameLst>
                                      </p:cBhvr>
                                      <p:to>
                                        <p:strVal val="visible"/>
                                      </p:to>
                                    </p:set>
                                    <p:anim calcmode="lin" valueType="num">
                                      <p:cBhvr additive="base">
                                        <p:cTn id="17" dur="500" fill="hold"/>
                                        <p:tgtEl>
                                          <p:spTgt spid="11271"/>
                                        </p:tgtEl>
                                        <p:attrNameLst>
                                          <p:attrName>ppt_x</p:attrName>
                                        </p:attrNameLst>
                                      </p:cBhvr>
                                      <p:tavLst>
                                        <p:tav tm="0">
                                          <p:val>
                                            <p:strVal val="#ppt_x"/>
                                          </p:val>
                                        </p:tav>
                                        <p:tav tm="100000">
                                          <p:val>
                                            <p:strVal val="#ppt_x"/>
                                          </p:val>
                                        </p:tav>
                                      </p:tavLst>
                                    </p:anim>
                                    <p:anim calcmode="lin" valueType="num">
                                      <p:cBhvr additive="base">
                                        <p:cTn id="18" dur="500" fill="hold"/>
                                        <p:tgtEl>
                                          <p:spTgt spid="11271"/>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0" end="0"/>
                                            </p:txEl>
                                          </p:spTgt>
                                        </p:tgtEl>
                                        <p:attrNameLst>
                                          <p:attrName>style.visibility</p:attrName>
                                        </p:attrNameLst>
                                      </p:cBhvr>
                                      <p:to>
                                        <p:strVal val="visible"/>
                                      </p:to>
                                    </p:set>
                                    <p:anim calcmode="lin" valueType="num">
                                      <p:cBhvr additive="base">
                                        <p:cTn id="2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additive="base">
                                        <p:cTn id="2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水印提取过程：设水印提取函数 </a:t>
            </a:r>
            <a:r>
              <a:rPr lang="en-US" altLang="zh-CN" dirty="0">
                <a:solidFill>
                  <a:schemeClr val="tx1"/>
                </a:solidFill>
              </a:rPr>
              <a:t>D ，</a:t>
            </a:r>
            <a:r>
              <a:rPr lang="zh-CN" altLang="en-US" dirty="0">
                <a:solidFill>
                  <a:schemeClr val="tx1"/>
                </a:solidFill>
              </a:rPr>
              <a:t>水印提取的两种形式：</a:t>
            </a:r>
            <a:endParaRPr lang="zh-CN" altLang="en-US" dirty="0">
              <a:solidFill>
                <a:schemeClr val="tx1"/>
              </a:solidFill>
            </a:endParaRPr>
          </a:p>
          <a:p>
            <a:pPr lvl="1" eaLnBrk="1" hangingPunct="1"/>
            <a:r>
              <a:rPr lang="zh-CN" altLang="en-US" dirty="0">
                <a:solidFill>
                  <a:schemeClr val="tx1"/>
                </a:solidFill>
              </a:rPr>
              <a:t>提取水印信息：如文字、徽标</a:t>
            </a:r>
            <a:endParaRPr lang="zh-CN" altLang="en-US" dirty="0">
              <a:solidFill>
                <a:schemeClr val="tx1"/>
              </a:solidFill>
            </a:endParaRPr>
          </a:p>
          <a:p>
            <a:pPr lvl="1" eaLnBrk="1" hangingPunct="1"/>
            <a:r>
              <a:rPr lang="zh-CN" altLang="en-US" dirty="0">
                <a:solidFill>
                  <a:schemeClr val="tx1"/>
                </a:solidFill>
              </a:rPr>
              <a:t>0-1判决：判定水印存在与否</a:t>
            </a:r>
            <a:endParaRPr lang="zh-CN" altLang="en-US"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EE4C7440-2E86-4C70-8472-CDF5CDCA1137}"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graphicFrame>
        <p:nvGraphicFramePr>
          <p:cNvPr id="12293" name="Object 4"/>
          <p:cNvGraphicFramePr>
            <a:graphicFrameLocks noChangeAspect="1"/>
          </p:cNvGraphicFramePr>
          <p:nvPr/>
        </p:nvGraphicFramePr>
        <p:xfrm>
          <a:off x="3733800" y="5257800"/>
          <a:ext cx="5334000" cy="1258888"/>
        </p:xfrm>
        <a:graphic>
          <a:graphicData uri="http://schemas.openxmlformats.org/presentationml/2006/ole">
            <mc:AlternateContent xmlns:mc="http://schemas.openxmlformats.org/markup-compatibility/2006">
              <mc:Choice xmlns:v="urn:schemas-microsoft-com:vml" Requires="v">
                <p:oleObj spid="_x0000_s2346" name="Equation" r:id="rId3" imgW="1892300" imgH="444500" progId="Equation.DSMT4">
                  <p:embed/>
                </p:oleObj>
              </mc:Choice>
              <mc:Fallback>
                <p:oleObj name="Equation" r:id="rId3" imgW="1892300" imgH="444500" progId="Equation.DSMT4">
                  <p:embed/>
                  <p:pic>
                    <p:nvPicPr>
                      <p:cNvPr id="0" name="图片 23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33800" y="5257800"/>
                        <a:ext cx="5334000" cy="1258888"/>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294" name="Object 6"/>
          <p:cNvGraphicFramePr>
            <a:graphicFrameLocks noChangeAspect="1"/>
          </p:cNvGraphicFramePr>
          <p:nvPr/>
        </p:nvGraphicFramePr>
        <p:xfrm>
          <a:off x="3886200" y="4191000"/>
          <a:ext cx="3657600" cy="844550"/>
        </p:xfrm>
        <a:graphic>
          <a:graphicData uri="http://schemas.openxmlformats.org/presentationml/2006/ole">
            <mc:AlternateContent xmlns:mc="http://schemas.openxmlformats.org/markup-compatibility/2006">
              <mc:Choice xmlns:v="urn:schemas-microsoft-com:vml" Requires="v">
                <p:oleObj spid="_x0000_s2347" name="Equation" r:id="rId5" imgW="1116965" imgH="254000" progId="Equation.DSMT4">
                  <p:embed/>
                </p:oleObj>
              </mc:Choice>
              <mc:Fallback>
                <p:oleObj name="Equation" r:id="rId5" imgW="1116965" imgH="254000" progId="Equation.DSMT4">
                  <p:embed/>
                  <p:pic>
                    <p:nvPicPr>
                      <p:cNvPr id="0" name="图片 23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4191000"/>
                        <a:ext cx="3657600" cy="84455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标题 5"/>
          <p:cNvSpPr>
            <a:spLocks noGrp="1"/>
          </p:cNvSpPr>
          <p:nvPr>
            <p:ph type="title"/>
            <p:custDataLst>
              <p:tags r:id="rId7"/>
            </p:custDataLst>
          </p:nvPr>
        </p:nvSpPr>
        <p:spPr/>
        <p:txBody>
          <a:bodyPr vert="horz" lIns="91440" tIns="45720" rIns="91440" bIns="45720" rtlCol="0" anchor="ctr">
            <a:normAutofit/>
          </a:bodyPr>
          <a:p>
            <a:pPr lvl="0" algn="l">
              <a:buClrTx/>
              <a:buSzTx/>
              <a:buFontTx/>
            </a:pPr>
            <a:r>
              <a:rPr lang="zh-CN" altLang="en-US" smtClean="0">
                <a:sym typeface="+mn-ea"/>
              </a:rPr>
              <a:t>水印提取模型</a:t>
            </a:r>
            <a:endParaRPr lang="zh-CN" altLang="en-US" smtClean="0">
              <a:sym typeface="+mn-ea"/>
            </a:endParaRPr>
          </a:p>
        </p:txBody>
      </p:sp>
    </p:spTree>
    <p:custDataLst>
      <p:tags r:id="rId8"/>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2294"/>
                                        </p:tgtEl>
                                        <p:attrNameLst>
                                          <p:attrName>style.visibility</p:attrName>
                                        </p:attrNameLst>
                                      </p:cBhvr>
                                      <p:to>
                                        <p:strVal val="visible"/>
                                      </p:to>
                                    </p:set>
                                    <p:anim calcmode="lin" valueType="num">
                                      <p:cBhvr additive="base">
                                        <p:cTn id="7" dur="500" fill="hold"/>
                                        <p:tgtEl>
                                          <p:spTgt spid="12294"/>
                                        </p:tgtEl>
                                        <p:attrNameLst>
                                          <p:attrName>ppt_x</p:attrName>
                                        </p:attrNameLst>
                                      </p:cBhvr>
                                      <p:tavLst>
                                        <p:tav tm="0">
                                          <p:val>
                                            <p:strVal val="#ppt_x"/>
                                          </p:val>
                                        </p:tav>
                                        <p:tav tm="100000">
                                          <p:val>
                                            <p:strVal val="#ppt_x"/>
                                          </p:val>
                                        </p:tav>
                                      </p:tavLst>
                                    </p:anim>
                                    <p:anim calcmode="lin" valueType="num">
                                      <p:cBhvr additive="base">
                                        <p:cTn id="8" dur="500" fill="hold"/>
                                        <p:tgtEl>
                                          <p:spTgt spid="1229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2293"/>
                                        </p:tgtEl>
                                        <p:attrNameLst>
                                          <p:attrName>style.visibility</p:attrName>
                                        </p:attrNameLst>
                                      </p:cBhvr>
                                      <p:to>
                                        <p:strVal val="visible"/>
                                      </p:to>
                                    </p:set>
                                    <p:anim calcmode="lin" valueType="num">
                                      <p:cBhvr additive="base">
                                        <p:cTn id="13" dur="500" fill="hold"/>
                                        <p:tgtEl>
                                          <p:spTgt spid="12293"/>
                                        </p:tgtEl>
                                        <p:attrNameLst>
                                          <p:attrName>ppt_x</p:attrName>
                                        </p:attrNameLst>
                                      </p:cBhvr>
                                      <p:tavLst>
                                        <p:tav tm="0">
                                          <p:val>
                                            <p:strVal val="#ppt_x"/>
                                          </p:val>
                                        </p:tav>
                                        <p:tav tm="100000">
                                          <p:val>
                                            <p:strVal val="#ppt_x"/>
                                          </p:val>
                                        </p:tav>
                                      </p:tavLst>
                                    </p:anim>
                                    <p:anim calcmode="lin" valueType="num">
                                      <p:cBhvr additive="base">
                                        <p:cTn id="14" dur="500" fill="hold"/>
                                        <p:tgtEl>
                                          <p:spTgt spid="12293"/>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 calcmode="lin" valueType="num">
                                      <p:cBhvr additive="base">
                                        <p:cTn id="19"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anim calcmode="lin" valueType="num">
                                      <p:cBhvr additive="base">
                                        <p:cTn id="3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lnSpc>
                <a:spcPct val="90000"/>
              </a:lnSpc>
            </a:pPr>
            <a:r>
              <a:rPr lang="zh-CN" altLang="en-US" dirty="0">
                <a:solidFill>
                  <a:schemeClr val="tx1"/>
                </a:solidFill>
              </a:rPr>
              <a:t>水印的应用一般认为在广播监视、版权标记、版权跟踪、内容认证、拷贝控制等方面，不同应用对水印算法性能有不同的要求。</a:t>
            </a:r>
            <a:endParaRPr lang="zh-CN" altLang="en-US" dirty="0">
              <a:solidFill>
                <a:schemeClr val="tx1"/>
              </a:solidFill>
            </a:endParaRPr>
          </a:p>
          <a:p>
            <a:pPr>
              <a:lnSpc>
                <a:spcPct val="90000"/>
              </a:lnSpc>
            </a:pPr>
            <a:r>
              <a:rPr lang="zh-CN" altLang="en-US" dirty="0">
                <a:solidFill>
                  <a:schemeClr val="tx1"/>
                </a:solidFill>
              </a:rPr>
              <a:t>根据应用的需求调整水印算法性能，使各个性能指标在调整的过程中获得妥协的平衡。</a:t>
            </a:r>
            <a:endParaRPr lang="zh-CN" altLang="en-US" dirty="0">
              <a:solidFill>
                <a:schemeClr val="tx1"/>
              </a:solidFill>
            </a:endParaRPr>
          </a:p>
          <a:p>
            <a:pPr eaLnBrk="1" hangingPunct="1">
              <a:lnSpc>
                <a:spcPct val="90000"/>
              </a:lnSpc>
            </a:pPr>
            <a:r>
              <a:rPr lang="zh-CN" altLang="en-US" dirty="0">
                <a:solidFill>
                  <a:schemeClr val="tx1"/>
                </a:solidFill>
              </a:rPr>
              <a:t>某个性能指标的改善，一般是通过牺牲其他特性的性能得到的。</a:t>
            </a:r>
            <a:endParaRPr lang="zh-CN" altLang="en-US"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22D51D0E-E814-4319-8FFB-824AA8E8D549}"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水印算法性能指标</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2279575" y="1628800"/>
            <a:ext cx="7928049" cy="41148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lnSpc>
                <a:spcPct val="90000"/>
              </a:lnSpc>
            </a:pPr>
            <a:r>
              <a:rPr lang="zh-CN" altLang="en-US" sz="2800" dirty="0">
                <a:solidFill>
                  <a:schemeClr val="tx1"/>
                </a:solidFill>
              </a:rPr>
              <a:t>安全性</a:t>
            </a:r>
            <a:endParaRPr lang="en-US" altLang="zh-CN" sz="2800" dirty="0">
              <a:solidFill>
                <a:schemeClr val="tx1"/>
              </a:solidFill>
            </a:endParaRPr>
          </a:p>
          <a:p>
            <a:pPr lvl="1">
              <a:lnSpc>
                <a:spcPct val="90000"/>
              </a:lnSpc>
            </a:pPr>
            <a:r>
              <a:rPr lang="zh-CN" altLang="en-US" sz="2400" dirty="0">
                <a:solidFill>
                  <a:schemeClr val="tx1"/>
                </a:solidFill>
              </a:rPr>
              <a:t>水印系统抵抗恶意攻击的能力。</a:t>
            </a:r>
            <a:endParaRPr lang="zh-CN" altLang="en-US" sz="2400" dirty="0">
              <a:solidFill>
                <a:schemeClr val="tx1"/>
              </a:solidFill>
            </a:endParaRPr>
          </a:p>
          <a:p>
            <a:pPr eaLnBrk="1" hangingPunct="1">
              <a:lnSpc>
                <a:spcPct val="90000"/>
              </a:lnSpc>
            </a:pPr>
            <a:r>
              <a:rPr lang="zh-CN" altLang="en-US" sz="2800" dirty="0">
                <a:solidFill>
                  <a:schemeClr val="tx1"/>
                </a:solidFill>
              </a:rPr>
              <a:t>稳健性（健壮性、鲁棒性）</a:t>
            </a:r>
            <a:endParaRPr lang="en-US" altLang="zh-CN" sz="2800" dirty="0">
              <a:solidFill>
                <a:schemeClr val="tx1"/>
              </a:solidFill>
            </a:endParaRPr>
          </a:p>
          <a:p>
            <a:pPr lvl="1">
              <a:lnSpc>
                <a:spcPct val="90000"/>
              </a:lnSpc>
            </a:pPr>
            <a:r>
              <a:rPr lang="zh-CN" altLang="en-US" sz="2400" dirty="0">
                <a:solidFill>
                  <a:schemeClr val="tx1"/>
                </a:solidFill>
              </a:rPr>
              <a:t>水印系统抵御常规处理的能力。</a:t>
            </a:r>
            <a:endParaRPr lang="zh-CN" altLang="en-US" sz="2400" dirty="0">
              <a:solidFill>
                <a:schemeClr val="tx1"/>
              </a:solidFill>
            </a:endParaRPr>
          </a:p>
          <a:p>
            <a:pPr eaLnBrk="1" hangingPunct="1">
              <a:lnSpc>
                <a:spcPct val="90000"/>
              </a:lnSpc>
            </a:pPr>
            <a:r>
              <a:rPr lang="zh-CN" altLang="en-US" sz="2800" dirty="0">
                <a:solidFill>
                  <a:schemeClr val="tx1"/>
                </a:solidFill>
              </a:rPr>
              <a:t>透明性（保真性、不可感知性）</a:t>
            </a:r>
            <a:endParaRPr lang="en-US" altLang="zh-CN" sz="2800" dirty="0">
              <a:solidFill>
                <a:schemeClr val="tx1"/>
              </a:solidFill>
            </a:endParaRPr>
          </a:p>
          <a:p>
            <a:pPr lvl="1">
              <a:lnSpc>
                <a:spcPct val="90000"/>
              </a:lnSpc>
            </a:pPr>
            <a:r>
              <a:rPr lang="zh-CN" altLang="en-US" sz="2400" dirty="0">
                <a:solidFill>
                  <a:schemeClr val="tx1"/>
                </a:solidFill>
              </a:rPr>
              <a:t>算法对载体感官质量的影响程度，作品在被算法处理前后的相似程度越高，透明性越好。</a:t>
            </a:r>
            <a:endParaRPr lang="zh-CN" altLang="en-US" sz="2400" dirty="0">
              <a:solidFill>
                <a:schemeClr val="tx1"/>
              </a:solidFill>
            </a:endParaRPr>
          </a:p>
          <a:p>
            <a:pPr eaLnBrk="1" hangingPunct="1">
              <a:lnSpc>
                <a:spcPct val="90000"/>
              </a:lnSpc>
            </a:pPr>
            <a:r>
              <a:rPr lang="zh-CN" altLang="en-US" sz="2800" dirty="0">
                <a:solidFill>
                  <a:schemeClr val="tx1"/>
                </a:solidFill>
              </a:rPr>
              <a:t>容量</a:t>
            </a:r>
            <a:endParaRPr lang="en-US" altLang="zh-CN" sz="2800" dirty="0">
              <a:solidFill>
                <a:schemeClr val="tx1"/>
              </a:solidFill>
            </a:endParaRPr>
          </a:p>
          <a:p>
            <a:pPr lvl="1">
              <a:lnSpc>
                <a:spcPct val="90000"/>
              </a:lnSpc>
            </a:pPr>
            <a:r>
              <a:rPr lang="zh-CN" altLang="en-US" sz="2400" dirty="0">
                <a:solidFill>
                  <a:schemeClr val="tx1"/>
                </a:solidFill>
              </a:rPr>
              <a:t>在作品中能够嵌入的最大有效载荷比特数。</a:t>
            </a:r>
            <a:endParaRPr lang="zh-CN" altLang="en-US" sz="2400" dirty="0">
              <a:solidFill>
                <a:schemeClr val="tx1"/>
              </a:solidFill>
            </a:endParaRPr>
          </a:p>
          <a:p>
            <a:pPr eaLnBrk="1" hangingPunct="1">
              <a:lnSpc>
                <a:spcPct val="90000"/>
              </a:lnSpc>
            </a:pPr>
            <a:r>
              <a:rPr lang="zh-CN" altLang="en-US" sz="2800" dirty="0">
                <a:solidFill>
                  <a:schemeClr val="tx1"/>
                </a:solidFill>
              </a:rPr>
              <a:t>计算量</a:t>
            </a:r>
            <a:endParaRPr lang="en-US" altLang="zh-CN" sz="2800" dirty="0">
              <a:solidFill>
                <a:schemeClr val="tx1"/>
              </a:solidFill>
            </a:endParaRPr>
          </a:p>
          <a:p>
            <a:pPr lvl="1">
              <a:lnSpc>
                <a:spcPct val="90000"/>
              </a:lnSpc>
            </a:pPr>
            <a:r>
              <a:rPr lang="zh-CN" altLang="en-US" sz="2400" dirty="0">
                <a:solidFill>
                  <a:schemeClr val="tx1"/>
                </a:solidFill>
              </a:rPr>
              <a:t>嵌入算法与提取算法的计算成本。</a:t>
            </a:r>
            <a:endParaRPr lang="zh-CN" altLang="en-US" sz="2400"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E766532B-1D6E-4CD2-801F-60638F41D56D}"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水印算法性能指标</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 calcmode="lin" valueType="num">
                                      <p:cBhvr additive="base">
                                        <p:cTn id="4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txEl>
                                              <p:pRg st="9" end="9"/>
                                            </p:txEl>
                                          </p:spTgt>
                                        </p:tgtEl>
                                        <p:attrNameLst>
                                          <p:attrName>style.visibility</p:attrName>
                                        </p:attrNameLst>
                                      </p:cBhvr>
                                      <p:to>
                                        <p:strVal val="visible"/>
                                      </p:to>
                                    </p:set>
                                    <p:anim calcmode="lin" valueType="num">
                                      <p:cBhvr additive="base">
                                        <p:cTn id="5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水印算法</a:t>
            </a:r>
            <a:r>
              <a:rPr lang="en-US" altLang="zh-CN" dirty="0">
                <a:solidFill>
                  <a:schemeClr val="tx1"/>
                </a:solidFill>
              </a:rPr>
              <a:t>/</a:t>
            </a:r>
            <a:r>
              <a:rPr lang="zh-CN" altLang="en-US" dirty="0">
                <a:solidFill>
                  <a:schemeClr val="tx1"/>
                </a:solidFill>
              </a:rPr>
              <a:t>系统的安全性</a:t>
            </a:r>
            <a:endParaRPr lang="en-US" altLang="zh-CN" dirty="0">
              <a:solidFill>
                <a:schemeClr val="tx1"/>
              </a:solidFill>
            </a:endParaRPr>
          </a:p>
          <a:p>
            <a:pPr lvl="1"/>
            <a:r>
              <a:rPr lang="zh-CN" altLang="en-US" dirty="0">
                <a:solidFill>
                  <a:schemeClr val="tx1"/>
                </a:solidFill>
              </a:rPr>
              <a:t>假设攻击者知道系统部分知识，并对系统进行了恶意攻击。在这种情况下，若数字水印能够被准确提取和判断，并为版权保护或者完整性保护提供清晰的结论，则称系统是安全的。 </a:t>
            </a:r>
            <a:endParaRPr lang="zh-CN" altLang="en-US" dirty="0">
              <a:solidFill>
                <a:schemeClr val="tx1"/>
              </a:solidFill>
            </a:endParaRPr>
          </a:p>
          <a:p>
            <a:pPr eaLnBrk="1" hangingPunct="1"/>
            <a:r>
              <a:rPr lang="zh-CN" altLang="en-US" dirty="0">
                <a:solidFill>
                  <a:schemeClr val="tx1"/>
                </a:solidFill>
              </a:rPr>
              <a:t>水印攻击类型</a:t>
            </a:r>
            <a:endParaRPr lang="en-US" altLang="zh-CN" dirty="0">
              <a:solidFill>
                <a:schemeClr val="tx1"/>
              </a:solidFill>
            </a:endParaRPr>
          </a:p>
          <a:p>
            <a:pPr lvl="1" eaLnBrk="1" hangingPunct="1"/>
            <a:r>
              <a:rPr lang="zh-CN" altLang="en-US" dirty="0">
                <a:solidFill>
                  <a:schemeClr val="tx1"/>
                </a:solidFill>
              </a:rPr>
              <a:t>非授权嵌入、非授权提取、非授权去除。</a:t>
            </a:r>
            <a:endParaRPr lang="zh-CN" altLang="en-US"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FCE989A2-9470-4420-83DC-2512FE611C66}"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水印算法性能指标——安全性</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稳健性</a:t>
            </a:r>
            <a:endParaRPr lang="en-US" altLang="zh-CN" dirty="0">
              <a:solidFill>
                <a:schemeClr val="tx1"/>
              </a:solidFill>
            </a:endParaRPr>
          </a:p>
          <a:p>
            <a:pPr lvl="1"/>
            <a:r>
              <a:rPr lang="zh-CN" altLang="en-US" dirty="0">
                <a:solidFill>
                  <a:schemeClr val="tx1"/>
                </a:solidFill>
              </a:rPr>
              <a:t>算法承受常规处理的能力。</a:t>
            </a:r>
            <a:endParaRPr lang="zh-CN" altLang="en-US" dirty="0">
              <a:solidFill>
                <a:schemeClr val="tx1"/>
              </a:solidFill>
            </a:endParaRPr>
          </a:p>
          <a:p>
            <a:pPr eaLnBrk="1" hangingPunct="1"/>
            <a:r>
              <a:rPr lang="zh-CN" altLang="en-US" dirty="0">
                <a:solidFill>
                  <a:schemeClr val="tx1"/>
                </a:solidFill>
              </a:rPr>
              <a:t>常规处理</a:t>
            </a:r>
            <a:endParaRPr lang="zh-CN" altLang="en-US" dirty="0">
              <a:solidFill>
                <a:schemeClr val="tx1"/>
              </a:solidFill>
            </a:endParaRPr>
          </a:p>
          <a:p>
            <a:pPr lvl="1" eaLnBrk="1" hangingPunct="1"/>
            <a:r>
              <a:rPr lang="zh-CN" altLang="en-US" dirty="0">
                <a:solidFill>
                  <a:schemeClr val="tx1"/>
                </a:solidFill>
              </a:rPr>
              <a:t>滤波、去噪、格式转换、打印</a:t>
            </a:r>
            <a:r>
              <a:rPr lang="en-US" altLang="zh-CN" dirty="0">
                <a:solidFill>
                  <a:schemeClr val="tx1"/>
                </a:solidFill>
              </a:rPr>
              <a:t>-</a:t>
            </a:r>
            <a:r>
              <a:rPr lang="zh-CN" altLang="en-US" dirty="0">
                <a:solidFill>
                  <a:schemeClr val="tx1"/>
                </a:solidFill>
              </a:rPr>
              <a:t>扫描、重采样、有损压缩等等</a:t>
            </a:r>
            <a:endParaRPr lang="zh-CN" altLang="en-US" dirty="0">
              <a:solidFill>
                <a:schemeClr val="tx1"/>
              </a:solidFill>
            </a:endParaRPr>
          </a:p>
          <a:p>
            <a:pPr lvl="1" eaLnBrk="1" hangingPunct="1"/>
            <a:r>
              <a:rPr lang="zh-CN" altLang="en-US" dirty="0">
                <a:solidFill>
                  <a:schemeClr val="tx1"/>
                </a:solidFill>
              </a:rPr>
              <a:t>几何失真</a:t>
            </a:r>
            <a:endParaRPr lang="en-US" altLang="zh-CN" dirty="0">
              <a:solidFill>
                <a:schemeClr val="tx1"/>
              </a:solidFill>
            </a:endParaRPr>
          </a:p>
          <a:p>
            <a:pPr lvl="2" eaLnBrk="1" hangingPunct="1"/>
            <a:r>
              <a:rPr lang="zh-CN" altLang="en-US" dirty="0">
                <a:solidFill>
                  <a:schemeClr val="tx1"/>
                </a:solidFill>
              </a:rPr>
              <a:t>旋转、平移、缩放（</a:t>
            </a:r>
            <a:r>
              <a:rPr lang="en-US" altLang="zh-CN" dirty="0">
                <a:solidFill>
                  <a:schemeClr val="tx1"/>
                </a:solidFill>
              </a:rPr>
              <a:t>RST</a:t>
            </a:r>
            <a:r>
              <a:rPr lang="zh-CN" altLang="en-US" dirty="0">
                <a:solidFill>
                  <a:schemeClr val="tx1"/>
                </a:solidFill>
              </a:rPr>
              <a:t>：</a:t>
            </a:r>
            <a:r>
              <a:rPr lang="en-US" altLang="zh-CN" dirty="0">
                <a:solidFill>
                  <a:schemeClr val="tx1"/>
                </a:solidFill>
              </a:rPr>
              <a:t>Rotation</a:t>
            </a:r>
            <a:r>
              <a:rPr lang="zh-CN" altLang="en-US" dirty="0">
                <a:solidFill>
                  <a:schemeClr val="tx1"/>
                </a:solidFill>
              </a:rPr>
              <a:t>，</a:t>
            </a:r>
            <a:r>
              <a:rPr lang="en-US" altLang="zh-CN" dirty="0">
                <a:solidFill>
                  <a:schemeClr val="tx1"/>
                </a:solidFill>
              </a:rPr>
              <a:t>Translation</a:t>
            </a:r>
            <a:r>
              <a:rPr lang="zh-CN" altLang="en-US" dirty="0">
                <a:solidFill>
                  <a:schemeClr val="tx1"/>
                </a:solidFill>
              </a:rPr>
              <a:t>，</a:t>
            </a:r>
            <a:r>
              <a:rPr lang="en-US" altLang="zh-CN" dirty="0">
                <a:solidFill>
                  <a:schemeClr val="tx1"/>
                </a:solidFill>
              </a:rPr>
              <a:t>Scaling</a:t>
            </a:r>
            <a:r>
              <a:rPr lang="zh-CN" altLang="en-US" dirty="0">
                <a:solidFill>
                  <a:schemeClr val="tx1"/>
                </a:solidFill>
              </a:rPr>
              <a:t>）</a:t>
            </a:r>
            <a:endParaRPr lang="en-US" altLang="zh-CN" dirty="0">
              <a:solidFill>
                <a:schemeClr val="tx1"/>
              </a:solidFill>
            </a:endParaRPr>
          </a:p>
          <a:p>
            <a:pPr lvl="2" eaLnBrk="1" hangingPunct="1"/>
            <a:r>
              <a:rPr lang="zh-CN" altLang="en-US" dirty="0">
                <a:solidFill>
                  <a:schemeClr val="tx1"/>
                </a:solidFill>
              </a:rPr>
              <a:t>抖动（随机去除若干行、列</a:t>
            </a:r>
            <a:r>
              <a:rPr lang="en-US" altLang="zh-CN" dirty="0">
                <a:solidFill>
                  <a:schemeClr val="tx1"/>
                </a:solidFill>
              </a:rPr>
              <a:t>…</a:t>
            </a:r>
            <a:r>
              <a:rPr lang="zh-CN" altLang="en-US" dirty="0">
                <a:solidFill>
                  <a:schemeClr val="tx1"/>
                </a:solidFill>
              </a:rPr>
              <a:t>）</a:t>
            </a:r>
            <a:endParaRPr lang="zh-CN" altLang="en-US"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9B60E1BF-A971-4C6B-9F77-A28B7C5F7F64}"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水印算法性能指标——稳健性</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随着嵌入水印信息量的增加，水印作品的感官质量必然下降 </a:t>
            </a:r>
            <a:endParaRPr lang="zh-CN" altLang="en-US" dirty="0">
              <a:solidFill>
                <a:schemeClr val="tx1"/>
              </a:solidFill>
            </a:endParaRPr>
          </a:p>
          <a:p>
            <a:pPr eaLnBrk="1" hangingPunct="1"/>
            <a:r>
              <a:rPr lang="zh-CN" altLang="en-US" dirty="0">
                <a:solidFill>
                  <a:schemeClr val="tx1"/>
                </a:solidFill>
              </a:rPr>
              <a:t>水印算法透明性的评价方法</a:t>
            </a:r>
            <a:endParaRPr lang="zh-CN" altLang="en-US" dirty="0">
              <a:solidFill>
                <a:schemeClr val="tx1"/>
              </a:solidFill>
            </a:endParaRPr>
          </a:p>
          <a:p>
            <a:pPr lvl="1" eaLnBrk="1" hangingPunct="1"/>
            <a:r>
              <a:rPr lang="zh-CN" altLang="en-US" dirty="0">
                <a:solidFill>
                  <a:schemeClr val="tx1"/>
                </a:solidFill>
              </a:rPr>
              <a:t>主观</a:t>
            </a:r>
            <a:endParaRPr lang="zh-CN" altLang="en-US" dirty="0">
              <a:solidFill>
                <a:schemeClr val="tx1"/>
              </a:solidFill>
            </a:endParaRPr>
          </a:p>
          <a:p>
            <a:pPr lvl="1" eaLnBrk="1" hangingPunct="1"/>
            <a:r>
              <a:rPr lang="zh-CN" altLang="en-US" dirty="0">
                <a:solidFill>
                  <a:schemeClr val="tx1"/>
                </a:solidFill>
              </a:rPr>
              <a:t>客观 </a:t>
            </a:r>
            <a:endParaRPr lang="zh-CN" altLang="en-US"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111E5A50-9619-44A3-B8E2-369A1456EB05}"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水印算法性能指标——透明性</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a:spLocks noGrp="1" noChangeArrowheads="1"/>
          </p:cNvSpPr>
          <p:nvPr>
            <p:custDataLst>
              <p:tags r:id="rId1"/>
            </p:custDataLst>
          </p:nvPr>
        </p:nvSpPr>
        <p:spPr>
          <a:xfrm>
            <a:off x="1826684" y="301625"/>
            <a:ext cx="9751483" cy="1143000"/>
          </a:xfrm>
          <a:prstGeom prst="rect">
            <a:avLst/>
          </a:prstGeom>
          <a:noFill/>
          <a:ln>
            <a:noFill/>
          </a:ln>
        </p:spPr>
        <p:txBody>
          <a:bodyPr vert="horz" wrap="square" lIns="91440" tIns="45720" rIns="91440" bIns="45720" numCol="1" anchor="b" anchorCtr="0" compatLnSpc="1">
            <a:normAutofit/>
          </a:bodyPr>
          <a:lst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2pPr>
            <a:lvl3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3pPr>
            <a:lvl4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4pPr>
            <a:lvl5pPr algn="l" rtl="0" eaLnBrk="0" fontAlgn="base" hangingPunct="0">
              <a:spcBef>
                <a:spcPct val="0"/>
              </a:spcBef>
              <a:spcAft>
                <a:spcPct val="0"/>
              </a:spcAft>
              <a:defRPr sz="3600">
                <a:solidFill>
                  <a:schemeClr val="tx2"/>
                </a:solidFill>
                <a:latin typeface="Arial" panose="020B0604020202020204" pitchFamily="34" charset="0"/>
                <a:ea typeface="宋体" panose="02010600030101010101" pitchFamily="2" charset="-122"/>
              </a:defRPr>
            </a:lvl5pPr>
            <a:lvl6pPr marL="4572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6pPr>
            <a:lvl7pPr marL="9144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7pPr>
            <a:lvl8pPr marL="13716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8pPr>
            <a:lvl9pPr marL="1828800" algn="l" rtl="0" eaLnBrk="1" fontAlgn="base" hangingPunct="1">
              <a:spcBef>
                <a:spcPct val="0"/>
              </a:spcBef>
              <a:spcAft>
                <a:spcPct val="0"/>
              </a:spcAft>
              <a:defRPr sz="3600">
                <a:solidFill>
                  <a:schemeClr val="tx2"/>
                </a:solidFill>
                <a:latin typeface="Arial" panose="020B0604020202020204" pitchFamily="34" charset="0"/>
                <a:ea typeface="宋体" panose="02010600030101010101" pitchFamily="2" charset="-122"/>
              </a:defRPr>
            </a:lvl9pPr>
          </a:lstStyle>
          <a:p>
            <a:pPr eaLnBrk="1" hangingPunct="1"/>
            <a:r>
              <a:rPr lang="zh-CN" altLang="en-US">
                <a:solidFill>
                  <a:schemeClr val="tx2"/>
                </a:solidFill>
              </a:rPr>
              <a:t>水印透明性的主观度量</a:t>
            </a:r>
            <a:endParaRPr lang="zh-CN" altLang="en-US">
              <a:solidFill>
                <a:schemeClr val="tx2"/>
              </a:solidFill>
            </a:endParaRPr>
          </a:p>
        </p:txBody>
      </p:sp>
      <p:sp>
        <p:nvSpPr>
          <p:cNvPr id="3" name="Rectangle 3"/>
          <p:cNvSpPr>
            <a:spLocks noGrp="1" noChangeArrowheads="1"/>
          </p:cNvSpPr>
          <p:nvPr>
            <p:custDataLst>
              <p:tags r:id="rId2"/>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a:solidFill>
                  <a:schemeClr val="tx1"/>
                </a:solidFill>
              </a:rPr>
              <a:t>以图像为例</a:t>
            </a:r>
            <a:endParaRPr lang="zh-CN" altLang="en-US">
              <a:solidFill>
                <a:schemeClr val="tx1"/>
              </a:solidFill>
            </a:endParaRPr>
          </a:p>
          <a:p>
            <a:pPr eaLnBrk="1" hangingPunct="1"/>
            <a:r>
              <a:rPr lang="zh-CN" altLang="en-US">
                <a:solidFill>
                  <a:schemeClr val="tx1"/>
                </a:solidFill>
              </a:rPr>
              <a:t>观察者对图像进行观测，给出评价 </a:t>
            </a:r>
            <a:endParaRPr lang="zh-CN" altLang="en-US">
              <a:solidFill>
                <a:schemeClr val="tx1"/>
              </a:solidFill>
            </a:endParaRPr>
          </a:p>
          <a:p>
            <a:pPr eaLnBrk="1" hangingPunct="1"/>
            <a:r>
              <a:rPr lang="en-US" altLang="zh-CN">
                <a:solidFill>
                  <a:schemeClr val="tx1"/>
                </a:solidFill>
              </a:rPr>
              <a:t>ITU-R Rec.500</a:t>
            </a:r>
            <a:r>
              <a:rPr lang="zh-CN" altLang="en-US">
                <a:solidFill>
                  <a:schemeClr val="tx1"/>
                </a:solidFill>
              </a:rPr>
              <a:t>图像质量度量</a:t>
            </a:r>
            <a:endParaRPr lang="zh-CN" altLang="en-US">
              <a:solidFill>
                <a:schemeClr val="tx1"/>
              </a:solidFill>
            </a:endParaRPr>
          </a:p>
        </p:txBody>
      </p:sp>
      <p:sp>
        <p:nvSpPr>
          <p:cNvPr id="2" name="灯片编号占位符 5"/>
          <p:cNvSpPr>
            <a:spLocks noGrp="1"/>
          </p:cNvSpPr>
          <p:nvPr>
            <p:custDataLst>
              <p:tags r:id="rId3"/>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761452D5-0290-439E-97C1-18B3A71D43EB}"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grpSp>
        <p:nvGrpSpPr>
          <p:cNvPr id="27653" name="Group 4"/>
          <p:cNvGrpSpPr/>
          <p:nvPr/>
        </p:nvGrpSpPr>
        <p:grpSpPr bwMode="auto">
          <a:xfrm>
            <a:off x="2927350" y="3716338"/>
            <a:ext cx="6477000" cy="2819400"/>
            <a:chOff x="-3" y="-3"/>
            <a:chExt cx="3259" cy="1158"/>
          </a:xfrm>
        </p:grpSpPr>
        <p:grpSp>
          <p:nvGrpSpPr>
            <p:cNvPr id="15366" name="Group 5"/>
            <p:cNvGrpSpPr/>
            <p:nvPr/>
          </p:nvGrpSpPr>
          <p:grpSpPr bwMode="auto">
            <a:xfrm>
              <a:off x="0" y="0"/>
              <a:ext cx="3253" cy="1152"/>
              <a:chOff x="0" y="0"/>
              <a:chExt cx="3253" cy="1152"/>
            </a:xfrm>
          </p:grpSpPr>
          <p:grpSp>
            <p:nvGrpSpPr>
              <p:cNvPr id="15368" name="Group 6"/>
              <p:cNvGrpSpPr/>
              <p:nvPr/>
            </p:nvGrpSpPr>
            <p:grpSpPr bwMode="auto">
              <a:xfrm>
                <a:off x="0" y="0"/>
                <a:ext cx="849" cy="384"/>
                <a:chOff x="0" y="0"/>
                <a:chExt cx="849" cy="384"/>
              </a:xfrm>
            </p:grpSpPr>
            <p:sp>
              <p:nvSpPr>
                <p:cNvPr id="15384" name="Rectangle 7"/>
                <p:cNvSpPr>
                  <a:spLocks noChangeArrowheads="1"/>
                </p:cNvSpPr>
                <p:nvPr>
                  <p:custDataLst>
                    <p:tags r:id="rId4"/>
                  </p:custDataLst>
                </p:nvPr>
              </p:nvSpPr>
              <p:spPr bwMode="auto">
                <a:xfrm>
                  <a:off x="43" y="0"/>
                  <a:ext cx="76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just"/>
                  <a:r>
                    <a:rPr lang="zh-CN" altLang="en-US" sz="2000">
                      <a:solidFill>
                        <a:schemeClr val="tx1"/>
                      </a:solidFill>
                      <a:latin typeface="+mn-lt"/>
                      <a:ea typeface="+mn-ea"/>
                    </a:rPr>
                    <a:t>等级级别</a:t>
                  </a:r>
                  <a:endParaRPr lang="zh-CN" altLang="en-US" sz="2000">
                    <a:solidFill>
                      <a:schemeClr val="tx1"/>
                    </a:solidFill>
                    <a:latin typeface="+mn-lt"/>
                    <a:ea typeface="+mn-ea"/>
                  </a:endParaRPr>
                </a:p>
              </p:txBody>
            </p:sp>
            <p:sp>
              <p:nvSpPr>
                <p:cNvPr id="15385" name="Rectangle 8"/>
                <p:cNvSpPr>
                  <a:spLocks noChangeArrowheads="1"/>
                </p:cNvSpPr>
                <p:nvPr/>
              </p:nvSpPr>
              <p:spPr bwMode="auto">
                <a:xfrm>
                  <a:off x="0" y="0"/>
                  <a:ext cx="849"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5369" name="Group 9"/>
              <p:cNvGrpSpPr/>
              <p:nvPr/>
            </p:nvGrpSpPr>
            <p:grpSpPr bwMode="auto">
              <a:xfrm>
                <a:off x="849" y="0"/>
                <a:ext cx="1595" cy="384"/>
                <a:chOff x="849" y="0"/>
                <a:chExt cx="1595" cy="384"/>
              </a:xfrm>
            </p:grpSpPr>
            <p:sp>
              <p:nvSpPr>
                <p:cNvPr id="15382" name="Rectangle 10"/>
                <p:cNvSpPr>
                  <a:spLocks noChangeArrowheads="1"/>
                </p:cNvSpPr>
                <p:nvPr>
                  <p:custDataLst>
                    <p:tags r:id="rId5"/>
                  </p:custDataLst>
                </p:nvPr>
              </p:nvSpPr>
              <p:spPr bwMode="auto">
                <a:xfrm>
                  <a:off x="892" y="0"/>
                  <a:ext cx="150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just"/>
                  <a:r>
                    <a:rPr lang="zh-CN" altLang="en-US" sz="2000">
                      <a:solidFill>
                        <a:schemeClr val="tx1"/>
                      </a:solidFill>
                      <a:latin typeface="+mn-lt"/>
                      <a:ea typeface="+mn-ea"/>
                    </a:rPr>
                    <a:t>损  害</a:t>
                  </a:r>
                  <a:endParaRPr lang="zh-CN" altLang="en-US" sz="2000">
                    <a:solidFill>
                      <a:schemeClr val="tx1"/>
                    </a:solidFill>
                    <a:latin typeface="+mn-lt"/>
                    <a:ea typeface="+mn-ea"/>
                  </a:endParaRPr>
                </a:p>
                <a:p>
                  <a:pPr algn="just" eaLnBrk="0" hangingPunct="0"/>
                  <a:endParaRPr lang="zh-CN" altLang="en-US" sz="2000">
                    <a:solidFill>
                      <a:schemeClr val="tx1"/>
                    </a:solidFill>
                    <a:latin typeface="+mn-lt"/>
                    <a:ea typeface="+mn-ea"/>
                  </a:endParaRPr>
                </a:p>
              </p:txBody>
            </p:sp>
            <p:sp>
              <p:nvSpPr>
                <p:cNvPr id="15383" name="Rectangle 11"/>
                <p:cNvSpPr>
                  <a:spLocks noChangeArrowheads="1"/>
                </p:cNvSpPr>
                <p:nvPr/>
              </p:nvSpPr>
              <p:spPr bwMode="auto">
                <a:xfrm>
                  <a:off x="849" y="0"/>
                  <a:ext cx="1595"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5370" name="Group 12"/>
              <p:cNvGrpSpPr/>
              <p:nvPr/>
            </p:nvGrpSpPr>
            <p:grpSpPr bwMode="auto">
              <a:xfrm>
                <a:off x="2444" y="0"/>
                <a:ext cx="809" cy="384"/>
                <a:chOff x="2444" y="0"/>
                <a:chExt cx="809" cy="384"/>
              </a:xfrm>
            </p:grpSpPr>
            <p:sp>
              <p:nvSpPr>
                <p:cNvPr id="15380" name="Rectangle 13"/>
                <p:cNvSpPr>
                  <a:spLocks noChangeArrowheads="1"/>
                </p:cNvSpPr>
                <p:nvPr>
                  <p:custDataLst>
                    <p:tags r:id="rId6"/>
                  </p:custDataLst>
                </p:nvPr>
              </p:nvSpPr>
              <p:spPr bwMode="auto">
                <a:xfrm>
                  <a:off x="2487" y="0"/>
                  <a:ext cx="723"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just"/>
                  <a:r>
                    <a:rPr lang="zh-CN" altLang="en-US" sz="2000">
                      <a:solidFill>
                        <a:schemeClr val="tx1"/>
                      </a:solidFill>
                      <a:latin typeface="+mn-lt"/>
                      <a:ea typeface="+mn-ea"/>
                    </a:rPr>
                    <a:t>质   量</a:t>
                  </a:r>
                  <a:endParaRPr lang="zh-CN" altLang="en-US" sz="2000">
                    <a:solidFill>
                      <a:schemeClr val="tx1"/>
                    </a:solidFill>
                    <a:latin typeface="+mn-lt"/>
                    <a:ea typeface="+mn-ea"/>
                  </a:endParaRPr>
                </a:p>
                <a:p>
                  <a:pPr algn="just" eaLnBrk="0" hangingPunct="0"/>
                  <a:endParaRPr lang="zh-CN" altLang="en-US" sz="2000">
                    <a:solidFill>
                      <a:schemeClr val="tx1"/>
                    </a:solidFill>
                    <a:latin typeface="+mn-lt"/>
                    <a:ea typeface="+mn-ea"/>
                  </a:endParaRPr>
                </a:p>
              </p:txBody>
            </p:sp>
            <p:sp>
              <p:nvSpPr>
                <p:cNvPr id="15381" name="Rectangle 14"/>
                <p:cNvSpPr>
                  <a:spLocks noChangeArrowheads="1"/>
                </p:cNvSpPr>
                <p:nvPr/>
              </p:nvSpPr>
              <p:spPr bwMode="auto">
                <a:xfrm>
                  <a:off x="2444" y="0"/>
                  <a:ext cx="809"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5371" name="Group 15"/>
              <p:cNvGrpSpPr/>
              <p:nvPr/>
            </p:nvGrpSpPr>
            <p:grpSpPr bwMode="auto">
              <a:xfrm>
                <a:off x="0" y="384"/>
                <a:ext cx="849" cy="768"/>
                <a:chOff x="0" y="384"/>
                <a:chExt cx="849" cy="768"/>
              </a:xfrm>
            </p:grpSpPr>
            <p:sp>
              <p:nvSpPr>
                <p:cNvPr id="15378" name="Rectangle 16"/>
                <p:cNvSpPr>
                  <a:spLocks noChangeArrowheads="1"/>
                </p:cNvSpPr>
                <p:nvPr>
                  <p:custDataLst>
                    <p:tags r:id="rId7"/>
                  </p:custDataLst>
                </p:nvPr>
              </p:nvSpPr>
              <p:spPr bwMode="auto">
                <a:xfrm>
                  <a:off x="43" y="384"/>
                  <a:ext cx="763"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indent="476250" algn="just"/>
                  <a:r>
                    <a:rPr lang="zh-CN" altLang="en-US" sz="2000">
                      <a:solidFill>
                        <a:schemeClr val="tx1"/>
                      </a:solidFill>
                      <a:latin typeface="+mn-lt"/>
                      <a:ea typeface="+mn-ea"/>
                    </a:rPr>
                    <a:t>5</a:t>
                  </a:r>
                  <a:endParaRPr lang="zh-CN" altLang="en-US" sz="2000">
                    <a:solidFill>
                      <a:schemeClr val="tx1"/>
                    </a:solidFill>
                    <a:latin typeface="+mn-lt"/>
                    <a:ea typeface="+mn-ea"/>
                  </a:endParaRPr>
                </a:p>
                <a:p>
                  <a:pPr indent="476250" algn="just" eaLnBrk="0" hangingPunct="0"/>
                  <a:r>
                    <a:rPr lang="zh-CN" altLang="en-US" sz="2000">
                      <a:solidFill>
                        <a:schemeClr val="tx1"/>
                      </a:solidFill>
                      <a:latin typeface="+mn-lt"/>
                      <a:ea typeface="+mn-ea"/>
                    </a:rPr>
                    <a:t>4</a:t>
                  </a:r>
                  <a:endParaRPr lang="zh-CN" altLang="en-US" sz="2000">
                    <a:solidFill>
                      <a:schemeClr val="tx1"/>
                    </a:solidFill>
                    <a:latin typeface="+mn-lt"/>
                    <a:ea typeface="+mn-ea"/>
                  </a:endParaRPr>
                </a:p>
                <a:p>
                  <a:pPr indent="476250" algn="just" eaLnBrk="0" hangingPunct="0"/>
                  <a:r>
                    <a:rPr lang="zh-CN" altLang="en-US" sz="2000">
                      <a:solidFill>
                        <a:schemeClr val="tx1"/>
                      </a:solidFill>
                      <a:latin typeface="+mn-lt"/>
                      <a:ea typeface="+mn-ea"/>
                    </a:rPr>
                    <a:t>3</a:t>
                  </a:r>
                  <a:endParaRPr lang="zh-CN" altLang="en-US" sz="2000">
                    <a:solidFill>
                      <a:schemeClr val="tx1"/>
                    </a:solidFill>
                    <a:latin typeface="+mn-lt"/>
                    <a:ea typeface="+mn-ea"/>
                  </a:endParaRPr>
                </a:p>
                <a:p>
                  <a:pPr indent="476250" algn="just" eaLnBrk="0" hangingPunct="0"/>
                  <a:r>
                    <a:rPr lang="zh-CN" altLang="en-US" sz="2000">
                      <a:solidFill>
                        <a:schemeClr val="tx1"/>
                      </a:solidFill>
                      <a:latin typeface="+mn-lt"/>
                      <a:ea typeface="+mn-ea"/>
                    </a:rPr>
                    <a:t>2</a:t>
                  </a:r>
                  <a:endParaRPr lang="zh-CN" altLang="en-US" sz="2000">
                    <a:solidFill>
                      <a:schemeClr val="tx1"/>
                    </a:solidFill>
                    <a:latin typeface="+mn-lt"/>
                    <a:ea typeface="+mn-ea"/>
                  </a:endParaRPr>
                </a:p>
                <a:p>
                  <a:pPr indent="476250" algn="just" eaLnBrk="0" hangingPunct="0"/>
                  <a:r>
                    <a:rPr lang="zh-CN" altLang="en-US" sz="2000">
                      <a:solidFill>
                        <a:schemeClr val="tx1"/>
                      </a:solidFill>
                      <a:latin typeface="+mn-lt"/>
                      <a:ea typeface="+mn-ea"/>
                    </a:rPr>
                    <a:t>1</a:t>
                  </a:r>
                  <a:endParaRPr lang="zh-CN" altLang="en-US" sz="2000">
                    <a:solidFill>
                      <a:schemeClr val="tx1"/>
                    </a:solidFill>
                    <a:latin typeface="+mn-lt"/>
                    <a:ea typeface="+mn-ea"/>
                  </a:endParaRPr>
                </a:p>
              </p:txBody>
            </p:sp>
            <p:sp>
              <p:nvSpPr>
                <p:cNvPr id="15379" name="Rectangle 17"/>
                <p:cNvSpPr>
                  <a:spLocks noChangeArrowheads="1"/>
                </p:cNvSpPr>
                <p:nvPr/>
              </p:nvSpPr>
              <p:spPr bwMode="auto">
                <a:xfrm>
                  <a:off x="0" y="384"/>
                  <a:ext cx="849" cy="768"/>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5372" name="Group 18"/>
              <p:cNvGrpSpPr/>
              <p:nvPr/>
            </p:nvGrpSpPr>
            <p:grpSpPr bwMode="auto">
              <a:xfrm>
                <a:off x="849" y="384"/>
                <a:ext cx="1595" cy="768"/>
                <a:chOff x="849" y="384"/>
                <a:chExt cx="1595" cy="768"/>
              </a:xfrm>
            </p:grpSpPr>
            <p:sp>
              <p:nvSpPr>
                <p:cNvPr id="15376" name="Rectangle 19"/>
                <p:cNvSpPr>
                  <a:spLocks noChangeArrowheads="1"/>
                </p:cNvSpPr>
                <p:nvPr>
                  <p:custDataLst>
                    <p:tags r:id="rId8"/>
                  </p:custDataLst>
                </p:nvPr>
              </p:nvSpPr>
              <p:spPr bwMode="auto">
                <a:xfrm>
                  <a:off x="892" y="384"/>
                  <a:ext cx="1509"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algn="just"/>
                  <a:r>
                    <a:rPr lang="zh-CN" altLang="en-US" sz="2000">
                      <a:solidFill>
                        <a:schemeClr val="tx1"/>
                      </a:solidFill>
                      <a:latin typeface="+mn-lt"/>
                      <a:ea typeface="+mn-ea"/>
                    </a:rPr>
                    <a:t>不可察觉</a:t>
                  </a:r>
                  <a:endParaRPr lang="zh-CN" altLang="en-US" sz="2000">
                    <a:solidFill>
                      <a:schemeClr val="tx1"/>
                    </a:solidFill>
                    <a:latin typeface="+mn-lt"/>
                    <a:ea typeface="+mn-ea"/>
                  </a:endParaRPr>
                </a:p>
                <a:p>
                  <a:pPr algn="just" eaLnBrk="0" hangingPunct="0"/>
                  <a:r>
                    <a:rPr lang="zh-CN" altLang="en-US" sz="2000">
                      <a:solidFill>
                        <a:schemeClr val="tx1"/>
                      </a:solidFill>
                      <a:latin typeface="+mn-lt"/>
                      <a:ea typeface="+mn-ea"/>
                    </a:rPr>
                    <a:t>可察觉，不让人厌烦</a:t>
                  </a:r>
                  <a:endParaRPr lang="zh-CN" altLang="en-US" sz="2000">
                    <a:solidFill>
                      <a:schemeClr val="tx1"/>
                    </a:solidFill>
                    <a:latin typeface="+mn-lt"/>
                    <a:ea typeface="+mn-ea"/>
                  </a:endParaRPr>
                </a:p>
                <a:p>
                  <a:pPr algn="just" eaLnBrk="0" hangingPunct="0"/>
                  <a:r>
                    <a:rPr lang="zh-CN" altLang="en-US" sz="2000">
                      <a:solidFill>
                        <a:schemeClr val="tx1"/>
                      </a:solidFill>
                      <a:latin typeface="+mn-lt"/>
                      <a:ea typeface="+mn-ea"/>
                    </a:rPr>
                    <a:t>轻微的让人厌烦</a:t>
                  </a:r>
                  <a:endParaRPr lang="zh-CN" altLang="en-US" sz="2000">
                    <a:solidFill>
                      <a:schemeClr val="tx1"/>
                    </a:solidFill>
                    <a:latin typeface="+mn-lt"/>
                    <a:ea typeface="+mn-ea"/>
                  </a:endParaRPr>
                </a:p>
                <a:p>
                  <a:pPr algn="just" eaLnBrk="0" hangingPunct="0"/>
                  <a:r>
                    <a:rPr lang="zh-CN" altLang="en-US" sz="2000">
                      <a:solidFill>
                        <a:schemeClr val="tx1"/>
                      </a:solidFill>
                      <a:latin typeface="+mn-lt"/>
                      <a:ea typeface="+mn-ea"/>
                    </a:rPr>
                    <a:t>让人厌烦</a:t>
                  </a:r>
                  <a:endParaRPr lang="zh-CN" altLang="en-US" sz="2000">
                    <a:solidFill>
                      <a:schemeClr val="tx1"/>
                    </a:solidFill>
                    <a:latin typeface="+mn-lt"/>
                    <a:ea typeface="+mn-ea"/>
                  </a:endParaRPr>
                </a:p>
                <a:p>
                  <a:pPr algn="just" eaLnBrk="0" hangingPunct="0"/>
                  <a:r>
                    <a:rPr lang="zh-CN" altLang="en-US" sz="2000">
                      <a:solidFill>
                        <a:schemeClr val="tx1"/>
                      </a:solidFill>
                      <a:latin typeface="+mn-lt"/>
                      <a:ea typeface="+mn-ea"/>
                    </a:rPr>
                    <a:t>非常让人厌烦</a:t>
                  </a:r>
                  <a:endParaRPr lang="zh-CN" altLang="en-US" sz="2000">
                    <a:solidFill>
                      <a:schemeClr val="tx1"/>
                    </a:solidFill>
                    <a:latin typeface="+mn-lt"/>
                    <a:ea typeface="+mn-ea"/>
                  </a:endParaRPr>
                </a:p>
              </p:txBody>
            </p:sp>
            <p:sp>
              <p:nvSpPr>
                <p:cNvPr id="15377" name="Rectangle 20"/>
                <p:cNvSpPr>
                  <a:spLocks noChangeArrowheads="1"/>
                </p:cNvSpPr>
                <p:nvPr/>
              </p:nvSpPr>
              <p:spPr bwMode="auto">
                <a:xfrm>
                  <a:off x="849" y="384"/>
                  <a:ext cx="1595" cy="768"/>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5373" name="Group 21"/>
              <p:cNvGrpSpPr/>
              <p:nvPr/>
            </p:nvGrpSpPr>
            <p:grpSpPr bwMode="auto">
              <a:xfrm>
                <a:off x="2444" y="384"/>
                <a:ext cx="809" cy="768"/>
                <a:chOff x="2444" y="384"/>
                <a:chExt cx="809" cy="768"/>
              </a:xfrm>
            </p:grpSpPr>
            <p:sp>
              <p:nvSpPr>
                <p:cNvPr id="15374" name="Rectangle 22"/>
                <p:cNvSpPr>
                  <a:spLocks noChangeArrowheads="1"/>
                </p:cNvSpPr>
                <p:nvPr>
                  <p:custDataLst>
                    <p:tags r:id="rId9"/>
                  </p:custDataLst>
                </p:nvPr>
              </p:nvSpPr>
              <p:spPr bwMode="auto">
                <a:xfrm>
                  <a:off x="2487" y="384"/>
                  <a:ext cx="723" cy="7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pPr indent="400050" algn="just"/>
                  <a:r>
                    <a:rPr lang="zh-CN" altLang="en-US" sz="2000">
                      <a:solidFill>
                        <a:schemeClr val="tx1"/>
                      </a:solidFill>
                      <a:latin typeface="+mn-lt"/>
                      <a:ea typeface="+mn-ea"/>
                    </a:rPr>
                    <a:t>优</a:t>
                  </a:r>
                  <a:endParaRPr lang="zh-CN" altLang="en-US" sz="2000">
                    <a:solidFill>
                      <a:schemeClr val="tx1"/>
                    </a:solidFill>
                    <a:latin typeface="+mn-lt"/>
                    <a:ea typeface="+mn-ea"/>
                  </a:endParaRPr>
                </a:p>
                <a:p>
                  <a:pPr indent="400050" algn="just" eaLnBrk="0" hangingPunct="0"/>
                  <a:r>
                    <a:rPr lang="zh-CN" altLang="en-US" sz="2000">
                      <a:solidFill>
                        <a:schemeClr val="tx1"/>
                      </a:solidFill>
                      <a:latin typeface="+mn-lt"/>
                      <a:ea typeface="+mn-ea"/>
                    </a:rPr>
                    <a:t>良</a:t>
                  </a:r>
                  <a:endParaRPr lang="zh-CN" altLang="en-US" sz="2000">
                    <a:solidFill>
                      <a:schemeClr val="tx1"/>
                    </a:solidFill>
                    <a:latin typeface="+mn-lt"/>
                    <a:ea typeface="+mn-ea"/>
                  </a:endParaRPr>
                </a:p>
                <a:p>
                  <a:pPr indent="400050" algn="just" eaLnBrk="0" hangingPunct="0"/>
                  <a:r>
                    <a:rPr lang="zh-CN" altLang="en-US" sz="2000">
                      <a:solidFill>
                        <a:schemeClr val="tx1"/>
                      </a:solidFill>
                      <a:latin typeface="+mn-lt"/>
                      <a:ea typeface="+mn-ea"/>
                    </a:rPr>
                    <a:t>中</a:t>
                  </a:r>
                  <a:endParaRPr lang="zh-CN" altLang="en-US" sz="2000">
                    <a:solidFill>
                      <a:schemeClr val="tx1"/>
                    </a:solidFill>
                    <a:latin typeface="+mn-lt"/>
                    <a:ea typeface="+mn-ea"/>
                  </a:endParaRPr>
                </a:p>
                <a:p>
                  <a:pPr indent="400050" algn="just" eaLnBrk="0" hangingPunct="0"/>
                  <a:r>
                    <a:rPr lang="zh-CN" altLang="en-US" sz="2000">
                      <a:solidFill>
                        <a:schemeClr val="tx1"/>
                      </a:solidFill>
                      <a:latin typeface="+mn-lt"/>
                      <a:ea typeface="+mn-ea"/>
                    </a:rPr>
                    <a:t>差</a:t>
                  </a:r>
                  <a:endParaRPr lang="zh-CN" altLang="en-US" sz="2000">
                    <a:solidFill>
                      <a:schemeClr val="tx1"/>
                    </a:solidFill>
                    <a:latin typeface="+mn-lt"/>
                    <a:ea typeface="+mn-ea"/>
                  </a:endParaRPr>
                </a:p>
                <a:p>
                  <a:pPr indent="400050" algn="just" eaLnBrk="0" hangingPunct="0"/>
                  <a:r>
                    <a:rPr lang="zh-CN" altLang="en-US" sz="2000">
                      <a:solidFill>
                        <a:schemeClr val="tx1"/>
                      </a:solidFill>
                      <a:latin typeface="+mn-lt"/>
                      <a:ea typeface="+mn-ea"/>
                    </a:rPr>
                    <a:t>极差</a:t>
                  </a:r>
                  <a:endParaRPr lang="zh-CN" altLang="en-US" sz="2000">
                    <a:solidFill>
                      <a:schemeClr val="tx1"/>
                    </a:solidFill>
                    <a:latin typeface="+mn-lt"/>
                    <a:ea typeface="+mn-ea"/>
                  </a:endParaRPr>
                </a:p>
              </p:txBody>
            </p:sp>
            <p:sp>
              <p:nvSpPr>
                <p:cNvPr id="15375" name="Rectangle 23"/>
                <p:cNvSpPr>
                  <a:spLocks noChangeArrowheads="1"/>
                </p:cNvSpPr>
                <p:nvPr/>
              </p:nvSpPr>
              <p:spPr bwMode="auto">
                <a:xfrm>
                  <a:off x="2444" y="384"/>
                  <a:ext cx="809" cy="768"/>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sp>
          <p:nvSpPr>
            <p:cNvPr id="15367" name="Rectangle 24"/>
            <p:cNvSpPr>
              <a:spLocks noChangeArrowheads="1"/>
            </p:cNvSpPr>
            <p:nvPr/>
          </p:nvSpPr>
          <p:spPr bwMode="auto">
            <a:xfrm>
              <a:off x="-3" y="-3"/>
              <a:ext cx="3259" cy="1158"/>
            </a:xfrm>
            <a:prstGeom prst="rect">
              <a:avLst/>
            </a:prstGeom>
            <a:noFill/>
            <a:ln w="9525">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spTree>
    <p:custDataLst>
      <p:tags r:id="rId10"/>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7653"/>
                                        </p:tgtEl>
                                        <p:attrNameLst>
                                          <p:attrName>style.visibility</p:attrName>
                                        </p:attrNameLst>
                                      </p:cBhvr>
                                      <p:to>
                                        <p:strVal val="visible"/>
                                      </p:to>
                                    </p:set>
                                    <p:anim calcmode="lin" valueType="num">
                                      <p:cBhvr additive="base">
                                        <p:cTn id="7" dur="500" fill="hold"/>
                                        <p:tgtEl>
                                          <p:spTgt spid="27653"/>
                                        </p:tgtEl>
                                        <p:attrNameLst>
                                          <p:attrName>ppt_x</p:attrName>
                                        </p:attrNameLst>
                                      </p:cBhvr>
                                      <p:tavLst>
                                        <p:tav tm="0">
                                          <p:val>
                                            <p:strVal val="#ppt_x"/>
                                          </p:val>
                                        </p:tav>
                                        <p:tav tm="100000">
                                          <p:val>
                                            <p:strVal val="#ppt_x"/>
                                          </p:val>
                                        </p:tav>
                                      </p:tavLst>
                                    </p:anim>
                                    <p:anim calcmode="lin" valueType="num">
                                      <p:cBhvr additive="base">
                                        <p:cTn id="8" dur="500" fill="hold"/>
                                        <p:tgtEl>
                                          <p:spTgt spid="2765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6388" name="Object 3"/>
          <p:cNvGraphicFramePr>
            <a:graphicFrameLocks noChangeAspect="1"/>
          </p:cNvGraphicFramePr>
          <p:nvPr/>
        </p:nvGraphicFramePr>
        <p:xfrm>
          <a:off x="6321896" y="2514600"/>
          <a:ext cx="2438400" cy="673100"/>
        </p:xfrm>
        <a:graphic>
          <a:graphicData uri="http://schemas.openxmlformats.org/presentationml/2006/ole">
            <mc:AlternateContent xmlns:mc="http://schemas.openxmlformats.org/markup-compatibility/2006">
              <mc:Choice xmlns:v="urn:schemas-microsoft-com:vml" Requires="v">
                <p:oleObj spid="_x0000_s10404" name="Equation" r:id="rId1" imgW="1548765" imgH="431800" progId="Equation.DSMT4">
                  <p:embed/>
                </p:oleObj>
              </mc:Choice>
              <mc:Fallback>
                <p:oleObj name="Equation" r:id="rId1" imgW="1548765" imgH="431800" progId="Equation.DSMT4">
                  <p:embed/>
                  <p:pic>
                    <p:nvPicPr>
                      <p:cNvPr id="0" name="图片 1036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21896" y="2514600"/>
                        <a:ext cx="2438400" cy="67310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89" name="Object 4"/>
          <p:cNvGraphicFramePr>
            <a:graphicFrameLocks noChangeAspect="1"/>
          </p:cNvGraphicFramePr>
          <p:nvPr/>
        </p:nvGraphicFramePr>
        <p:xfrm>
          <a:off x="2470150" y="2705100"/>
          <a:ext cx="114300" cy="219075"/>
        </p:xfrm>
        <a:graphic>
          <a:graphicData uri="http://schemas.openxmlformats.org/presentationml/2006/ole">
            <mc:AlternateContent xmlns:mc="http://schemas.openxmlformats.org/markup-compatibility/2006">
              <mc:Choice xmlns:v="urn:schemas-microsoft-com:vml" Requires="v">
                <p:oleObj spid="_x0000_s10405" name="Equation" r:id="rId3" imgW="114300" imgH="215900" progId="Equation.DSMT4">
                  <p:embed/>
                </p:oleObj>
              </mc:Choice>
              <mc:Fallback>
                <p:oleObj name="Equation" r:id="rId3" imgW="114300" imgH="215900" progId="Equation.DSMT4">
                  <p:embed/>
                  <p:pic>
                    <p:nvPicPr>
                      <p:cNvPr id="0" name="图片 1037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70150" y="2705100"/>
                        <a:ext cx="114300" cy="219075"/>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0" name="Object 5"/>
          <p:cNvGraphicFramePr>
            <a:graphicFrameLocks noChangeAspect="1"/>
          </p:cNvGraphicFramePr>
          <p:nvPr/>
        </p:nvGraphicFramePr>
        <p:xfrm>
          <a:off x="6248400" y="3200400"/>
          <a:ext cx="2590800" cy="633413"/>
        </p:xfrm>
        <a:graphic>
          <a:graphicData uri="http://schemas.openxmlformats.org/presentationml/2006/ole">
            <mc:AlternateContent xmlns:mc="http://schemas.openxmlformats.org/markup-compatibility/2006">
              <mc:Choice xmlns:v="urn:schemas-microsoft-com:vml" Requires="v">
                <p:oleObj spid="_x0000_s10406" name="Equation" r:id="rId5" imgW="1752600" imgH="431800" progId="Equation.DSMT4">
                  <p:embed/>
                </p:oleObj>
              </mc:Choice>
              <mc:Fallback>
                <p:oleObj name="Equation" r:id="rId5" imgW="1752600" imgH="431800" progId="Equation.DSMT4">
                  <p:embed/>
                  <p:pic>
                    <p:nvPicPr>
                      <p:cNvPr id="0" name="图片 1037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8400" y="3200400"/>
                        <a:ext cx="2590800" cy="633413"/>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1" name="Object 6"/>
          <p:cNvGraphicFramePr>
            <a:graphicFrameLocks noChangeAspect="1"/>
          </p:cNvGraphicFramePr>
          <p:nvPr/>
        </p:nvGraphicFramePr>
        <p:xfrm>
          <a:off x="3143672" y="3886200"/>
          <a:ext cx="349250" cy="349250"/>
        </p:xfrm>
        <a:graphic>
          <a:graphicData uri="http://schemas.openxmlformats.org/presentationml/2006/ole">
            <mc:AlternateContent xmlns:mc="http://schemas.openxmlformats.org/markup-compatibility/2006">
              <mc:Choice xmlns:v="urn:schemas-microsoft-com:vml" Requires="v">
                <p:oleObj spid="_x0000_s10407" name="Equation" r:id="rId7" imgW="190500" imgH="190500" progId="Equation.DSMT4">
                  <p:embed/>
                </p:oleObj>
              </mc:Choice>
              <mc:Fallback>
                <p:oleObj name="Equation" r:id="rId7" imgW="190500" imgH="190500" progId="Equation.DSMT4">
                  <p:embed/>
                  <p:pic>
                    <p:nvPicPr>
                      <p:cNvPr id="0" name="图片 1037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43672" y="3886200"/>
                        <a:ext cx="349250" cy="34925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392" name="Object 7"/>
          <p:cNvGraphicFramePr>
            <a:graphicFrameLocks noChangeAspect="1"/>
          </p:cNvGraphicFramePr>
          <p:nvPr/>
        </p:nvGraphicFramePr>
        <p:xfrm>
          <a:off x="6333798" y="3961057"/>
          <a:ext cx="1806759" cy="539854"/>
        </p:xfrm>
        <a:graphic>
          <a:graphicData uri="http://schemas.openxmlformats.org/presentationml/2006/ole">
            <mc:AlternateContent xmlns:mc="http://schemas.openxmlformats.org/markup-compatibility/2006">
              <mc:Choice xmlns:v="urn:schemas-microsoft-com:vml" Requires="v">
                <p:oleObj spid="_x0000_s10408" name="Equation" r:id="rId9" imgW="1815465" imgH="546100" progId="Equation.DSMT4">
                  <p:embed/>
                </p:oleObj>
              </mc:Choice>
              <mc:Fallback>
                <p:oleObj name="Equation" r:id="rId9" imgW="1815465" imgH="546100" progId="Equation.DSMT4">
                  <p:embed/>
                  <p:pic>
                    <p:nvPicPr>
                      <p:cNvPr id="0" name="图片 1037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333798" y="3961057"/>
                        <a:ext cx="1806759" cy="539854"/>
                      </a:xfrm>
                      <a:prstGeom prst="rect">
                        <a:avLst/>
                      </a:prstGeom>
                      <a:noFill/>
                      <a:ln>
                        <a:noFill/>
                      </a:ln>
                    </p:spPr>
                  </p:pic>
                </p:oleObj>
              </mc:Fallback>
            </mc:AlternateContent>
          </a:graphicData>
        </a:graphic>
      </p:graphicFrame>
      <p:graphicFrame>
        <p:nvGraphicFramePr>
          <p:cNvPr id="16393" name="Object 8"/>
          <p:cNvGraphicFramePr>
            <a:graphicFrameLocks noChangeAspect="1"/>
          </p:cNvGraphicFramePr>
          <p:nvPr/>
        </p:nvGraphicFramePr>
        <p:xfrm>
          <a:off x="6312024" y="4615210"/>
          <a:ext cx="3816927" cy="553690"/>
        </p:xfrm>
        <a:graphic>
          <a:graphicData uri="http://schemas.openxmlformats.org/presentationml/2006/ole">
            <mc:AlternateContent xmlns:mc="http://schemas.openxmlformats.org/markup-compatibility/2006">
              <mc:Choice xmlns:v="urn:schemas-microsoft-com:vml" Requires="v">
                <p:oleObj spid="_x0000_s10409" name="Equation" r:id="rId11" imgW="2692400" imgH="393700" progId="Equation.DSMT4">
                  <p:embed/>
                </p:oleObj>
              </mc:Choice>
              <mc:Fallback>
                <p:oleObj name="Equation" r:id="rId11" imgW="2692400" imgH="393700" progId="Equation.DSMT4">
                  <p:embed/>
                  <p:pic>
                    <p:nvPicPr>
                      <p:cNvPr id="0" name="图片 1037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312024" y="4615210"/>
                        <a:ext cx="3816927" cy="553690"/>
                      </a:xfrm>
                      <a:prstGeom prst="rect">
                        <a:avLst/>
                      </a:prstGeom>
                      <a:noFill/>
                      <a:ln>
                        <a:noFill/>
                      </a:ln>
                    </p:spPr>
                  </p:pic>
                </p:oleObj>
              </mc:Fallback>
            </mc:AlternateContent>
          </a:graphicData>
        </a:graphic>
      </p:graphicFrame>
      <p:graphicFrame>
        <p:nvGraphicFramePr>
          <p:cNvPr id="16394" name="Object 9"/>
          <p:cNvGraphicFramePr>
            <a:graphicFrameLocks noChangeAspect="1"/>
          </p:cNvGraphicFramePr>
          <p:nvPr/>
        </p:nvGraphicFramePr>
        <p:xfrm>
          <a:off x="6240016" y="5311738"/>
          <a:ext cx="2829333" cy="517561"/>
        </p:xfrm>
        <a:graphic>
          <a:graphicData uri="http://schemas.openxmlformats.org/presentationml/2006/ole">
            <mc:AlternateContent xmlns:mc="http://schemas.openxmlformats.org/markup-compatibility/2006">
              <mc:Choice xmlns:v="urn:schemas-microsoft-com:vml" Requires="v">
                <p:oleObj spid="_x0000_s10410" name="Equation" r:id="rId13" imgW="2032000" imgH="368300" progId="Equation.DSMT4">
                  <p:embed/>
                </p:oleObj>
              </mc:Choice>
              <mc:Fallback>
                <p:oleObj name="Equation" r:id="rId13" imgW="2032000" imgH="368300" progId="Equation.DSMT4">
                  <p:embed/>
                  <p:pic>
                    <p:nvPicPr>
                      <p:cNvPr id="0" name="图片 1037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240016" y="5311738"/>
                        <a:ext cx="2829333" cy="517561"/>
                      </a:xfrm>
                      <a:prstGeom prst="rect">
                        <a:avLst/>
                      </a:prstGeom>
                      <a:noFill/>
                      <a:ln>
                        <a:noFill/>
                      </a:ln>
                    </p:spPr>
                  </p:pic>
                </p:oleObj>
              </mc:Fallback>
            </mc:AlternateContent>
          </a:graphicData>
        </a:graphic>
      </p:graphicFrame>
      <p:graphicFrame>
        <p:nvGraphicFramePr>
          <p:cNvPr id="16395" name="Object 10"/>
          <p:cNvGraphicFramePr>
            <a:graphicFrameLocks noChangeAspect="1"/>
          </p:cNvGraphicFramePr>
          <p:nvPr/>
        </p:nvGraphicFramePr>
        <p:xfrm>
          <a:off x="6265456" y="5969285"/>
          <a:ext cx="3790984" cy="568040"/>
        </p:xfrm>
        <a:graphic>
          <a:graphicData uri="http://schemas.openxmlformats.org/presentationml/2006/ole">
            <mc:AlternateContent xmlns:mc="http://schemas.openxmlformats.org/markup-compatibility/2006">
              <mc:Choice xmlns:v="urn:schemas-microsoft-com:vml" Requires="v">
                <p:oleObj spid="_x0000_s10411" name="Equation" r:id="rId15" imgW="2476500" imgH="368300" progId="Equation.DSMT4">
                  <p:embed/>
                </p:oleObj>
              </mc:Choice>
              <mc:Fallback>
                <p:oleObj name="Equation" r:id="rId15" imgW="2476500" imgH="368300" progId="Equation.DSMT4">
                  <p:embed/>
                  <p:pic>
                    <p:nvPicPr>
                      <p:cNvPr id="0" name="图片 1037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265456" y="5969285"/>
                        <a:ext cx="3790984" cy="568040"/>
                      </a:xfrm>
                      <a:prstGeom prst="rect">
                        <a:avLst/>
                      </a:prstGeom>
                      <a:noFill/>
                      <a:ln>
                        <a:noFill/>
                      </a:ln>
                    </p:spPr>
                  </p:pic>
                </p:oleObj>
              </mc:Fallback>
            </mc:AlternateContent>
          </a:graphicData>
        </a:graphic>
      </p:graphicFrame>
      <p:grpSp>
        <p:nvGrpSpPr>
          <p:cNvPr id="16396" name="Group 11"/>
          <p:cNvGrpSpPr/>
          <p:nvPr/>
        </p:nvGrpSpPr>
        <p:grpSpPr bwMode="auto">
          <a:xfrm>
            <a:off x="3083718" y="1845535"/>
            <a:ext cx="7313611" cy="4648200"/>
            <a:chOff x="-3" y="-3"/>
            <a:chExt cx="3377" cy="2694"/>
          </a:xfrm>
        </p:grpSpPr>
        <p:grpSp>
          <p:nvGrpSpPr>
            <p:cNvPr id="16397" name="Group 12"/>
            <p:cNvGrpSpPr/>
            <p:nvPr/>
          </p:nvGrpSpPr>
          <p:grpSpPr bwMode="auto">
            <a:xfrm>
              <a:off x="0" y="0"/>
              <a:ext cx="3371" cy="2688"/>
              <a:chOff x="0" y="0"/>
              <a:chExt cx="3371" cy="2688"/>
            </a:xfrm>
          </p:grpSpPr>
          <p:grpSp>
            <p:nvGrpSpPr>
              <p:cNvPr id="16399" name="Group 13"/>
              <p:cNvGrpSpPr/>
              <p:nvPr/>
            </p:nvGrpSpPr>
            <p:grpSpPr bwMode="auto">
              <a:xfrm>
                <a:off x="0" y="0"/>
                <a:ext cx="3371" cy="384"/>
                <a:chOff x="0" y="0"/>
                <a:chExt cx="3371" cy="384"/>
              </a:xfrm>
            </p:grpSpPr>
            <p:sp>
              <p:nvSpPr>
                <p:cNvPr id="16436" name="Rectangle 14"/>
                <p:cNvSpPr>
                  <a:spLocks noChangeArrowheads="1"/>
                </p:cNvSpPr>
                <p:nvPr>
                  <p:custDataLst>
                    <p:tags r:id="rId17"/>
                  </p:custDataLst>
                </p:nvPr>
              </p:nvSpPr>
              <p:spPr bwMode="auto">
                <a:xfrm>
                  <a:off x="43" y="0"/>
                  <a:ext cx="3285"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ormAutofit/>
                </a:bodyPr>
                <a:lstStyle/>
                <a:p>
                  <a:r>
                    <a:rPr lang="zh-CN" altLang="en-US" sz="1800" b="1" dirty="0">
                      <a:solidFill>
                        <a:schemeClr val="tx1"/>
                      </a:solidFill>
                      <a:latin typeface="+mn-lt"/>
                      <a:ea typeface="+mn-ea"/>
                    </a:rPr>
                    <a:t>差分失真度量</a:t>
                  </a:r>
                  <a:endParaRPr lang="zh-CN" altLang="en-US" sz="1800" b="1" dirty="0">
                    <a:solidFill>
                      <a:schemeClr val="tx1"/>
                    </a:solidFill>
                    <a:latin typeface="+mn-lt"/>
                    <a:ea typeface="+mn-ea"/>
                  </a:endParaRPr>
                </a:p>
                <a:p>
                  <a:pPr eaLnBrk="0" hangingPunct="0"/>
                  <a:endParaRPr lang="zh-CN" altLang="en-US" sz="1800" b="1" dirty="0">
                    <a:solidFill>
                      <a:schemeClr val="tx1"/>
                    </a:solidFill>
                    <a:latin typeface="+mn-lt"/>
                    <a:ea typeface="+mn-ea"/>
                  </a:endParaRPr>
                </a:p>
              </p:txBody>
            </p:sp>
            <p:sp>
              <p:nvSpPr>
                <p:cNvPr id="16437" name="Rectangle 15"/>
                <p:cNvSpPr>
                  <a:spLocks noChangeArrowheads="1"/>
                </p:cNvSpPr>
                <p:nvPr/>
              </p:nvSpPr>
              <p:spPr bwMode="auto">
                <a:xfrm>
                  <a:off x="0" y="0"/>
                  <a:ext cx="3371"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00" name="Group 16"/>
              <p:cNvGrpSpPr/>
              <p:nvPr/>
            </p:nvGrpSpPr>
            <p:grpSpPr bwMode="auto">
              <a:xfrm>
                <a:off x="0" y="384"/>
                <a:ext cx="1455" cy="384"/>
                <a:chOff x="0" y="384"/>
                <a:chExt cx="1455" cy="384"/>
              </a:xfrm>
            </p:grpSpPr>
            <p:sp>
              <p:nvSpPr>
                <p:cNvPr id="16434" name="Rectangle 17"/>
                <p:cNvSpPr>
                  <a:spLocks noChangeArrowheads="1"/>
                </p:cNvSpPr>
                <p:nvPr>
                  <p:custDataLst>
                    <p:tags r:id="rId18"/>
                  </p:custDataLst>
                </p:nvPr>
              </p:nvSpPr>
              <p:spPr bwMode="auto">
                <a:xfrm>
                  <a:off x="43" y="384"/>
                  <a:ext cx="136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solidFill>
                        <a:schemeClr val="tx1"/>
                      </a:solidFill>
                      <a:latin typeface="+mn-lt"/>
                      <a:ea typeface="+mn-ea"/>
                    </a:rPr>
                    <a:t>平均绝对差分</a:t>
                  </a:r>
                  <a:endParaRPr lang="zh-CN" altLang="en-US" sz="2000">
                    <a:solidFill>
                      <a:schemeClr val="tx1"/>
                    </a:solidFill>
                    <a:latin typeface="+mn-lt"/>
                    <a:ea typeface="+mn-ea"/>
                  </a:endParaRPr>
                </a:p>
                <a:p>
                  <a:pPr eaLnBrk="0" hangingPunct="0"/>
                  <a:endParaRPr lang="zh-CN" altLang="en-US" sz="2000">
                    <a:solidFill>
                      <a:schemeClr val="tx1"/>
                    </a:solidFill>
                    <a:latin typeface="+mn-lt"/>
                    <a:ea typeface="+mn-ea"/>
                  </a:endParaRPr>
                </a:p>
              </p:txBody>
            </p:sp>
            <p:sp>
              <p:nvSpPr>
                <p:cNvPr id="16435" name="Rectangle 18"/>
                <p:cNvSpPr>
                  <a:spLocks noChangeArrowheads="1"/>
                </p:cNvSpPr>
                <p:nvPr/>
              </p:nvSpPr>
              <p:spPr bwMode="auto">
                <a:xfrm>
                  <a:off x="0" y="384"/>
                  <a:ext cx="1455"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01" name="Group 19"/>
              <p:cNvGrpSpPr/>
              <p:nvPr/>
            </p:nvGrpSpPr>
            <p:grpSpPr bwMode="auto">
              <a:xfrm>
                <a:off x="1455" y="384"/>
                <a:ext cx="1916" cy="384"/>
                <a:chOff x="1455" y="384"/>
                <a:chExt cx="1916" cy="384"/>
              </a:xfrm>
            </p:grpSpPr>
            <p:sp>
              <p:nvSpPr>
                <p:cNvPr id="16432" name="Rectangle 20"/>
                <p:cNvSpPr>
                  <a:spLocks noChangeArrowheads="1"/>
                </p:cNvSpPr>
                <p:nvPr/>
              </p:nvSpPr>
              <p:spPr bwMode="auto">
                <a:xfrm>
                  <a:off x="1498" y="384"/>
                  <a:ext cx="183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800">
                    <a:latin typeface="+mn-lt"/>
                    <a:ea typeface="+mn-ea"/>
                  </a:endParaRPr>
                </a:p>
              </p:txBody>
            </p:sp>
            <p:sp>
              <p:nvSpPr>
                <p:cNvPr id="16433" name="Rectangle 21"/>
                <p:cNvSpPr>
                  <a:spLocks noChangeArrowheads="1"/>
                </p:cNvSpPr>
                <p:nvPr/>
              </p:nvSpPr>
              <p:spPr bwMode="auto">
                <a:xfrm>
                  <a:off x="1455" y="384"/>
                  <a:ext cx="1916"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02" name="Group 22"/>
              <p:cNvGrpSpPr/>
              <p:nvPr/>
            </p:nvGrpSpPr>
            <p:grpSpPr bwMode="auto">
              <a:xfrm>
                <a:off x="0" y="768"/>
                <a:ext cx="1455" cy="384"/>
                <a:chOff x="0" y="768"/>
                <a:chExt cx="1455" cy="384"/>
              </a:xfrm>
            </p:grpSpPr>
            <p:sp>
              <p:nvSpPr>
                <p:cNvPr id="16430" name="Rectangle 23"/>
                <p:cNvSpPr>
                  <a:spLocks noChangeArrowheads="1"/>
                </p:cNvSpPr>
                <p:nvPr>
                  <p:custDataLst>
                    <p:tags r:id="rId19"/>
                  </p:custDataLst>
                </p:nvPr>
              </p:nvSpPr>
              <p:spPr bwMode="auto">
                <a:xfrm>
                  <a:off x="43" y="768"/>
                  <a:ext cx="136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dirty="0">
                      <a:solidFill>
                        <a:schemeClr val="tx1"/>
                      </a:solidFill>
                      <a:latin typeface="+mn-lt"/>
                      <a:ea typeface="+mn-ea"/>
                    </a:rPr>
                    <a:t>均方误差</a:t>
                  </a:r>
                  <a:endParaRPr lang="zh-CN" altLang="en-US" sz="2000" dirty="0">
                    <a:solidFill>
                      <a:schemeClr val="tx1"/>
                    </a:solidFill>
                    <a:latin typeface="+mn-lt"/>
                    <a:ea typeface="+mn-ea"/>
                  </a:endParaRPr>
                </a:p>
                <a:p>
                  <a:pPr eaLnBrk="0" hangingPunct="0"/>
                  <a:endParaRPr lang="zh-CN" altLang="en-US" sz="2000" dirty="0">
                    <a:solidFill>
                      <a:schemeClr val="tx1"/>
                    </a:solidFill>
                    <a:latin typeface="+mn-lt"/>
                    <a:ea typeface="+mn-ea"/>
                  </a:endParaRPr>
                </a:p>
              </p:txBody>
            </p:sp>
            <p:sp>
              <p:nvSpPr>
                <p:cNvPr id="16431" name="Rectangle 24"/>
                <p:cNvSpPr>
                  <a:spLocks noChangeArrowheads="1"/>
                </p:cNvSpPr>
                <p:nvPr/>
              </p:nvSpPr>
              <p:spPr bwMode="auto">
                <a:xfrm>
                  <a:off x="0" y="768"/>
                  <a:ext cx="1455"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03" name="Group 25"/>
              <p:cNvGrpSpPr/>
              <p:nvPr/>
            </p:nvGrpSpPr>
            <p:grpSpPr bwMode="auto">
              <a:xfrm>
                <a:off x="1455" y="768"/>
                <a:ext cx="1916" cy="384"/>
                <a:chOff x="1455" y="768"/>
                <a:chExt cx="1916" cy="384"/>
              </a:xfrm>
            </p:grpSpPr>
            <p:sp>
              <p:nvSpPr>
                <p:cNvPr id="16428" name="Rectangle 26"/>
                <p:cNvSpPr>
                  <a:spLocks noChangeArrowheads="1" noTextEdit="1"/>
                </p:cNvSpPr>
                <p:nvPr/>
              </p:nvSpPr>
              <p:spPr bwMode="auto">
                <a:xfrm>
                  <a:off x="1498" y="768"/>
                  <a:ext cx="183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800">
                    <a:latin typeface="+mn-lt"/>
                    <a:ea typeface="+mn-ea"/>
                  </a:endParaRPr>
                </a:p>
              </p:txBody>
            </p:sp>
            <p:sp>
              <p:nvSpPr>
                <p:cNvPr id="16429" name="Rectangle 27"/>
                <p:cNvSpPr>
                  <a:spLocks noChangeArrowheads="1"/>
                </p:cNvSpPr>
                <p:nvPr/>
              </p:nvSpPr>
              <p:spPr bwMode="auto">
                <a:xfrm>
                  <a:off x="1455" y="768"/>
                  <a:ext cx="1916"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04" name="Group 28"/>
              <p:cNvGrpSpPr/>
              <p:nvPr/>
            </p:nvGrpSpPr>
            <p:grpSpPr bwMode="auto">
              <a:xfrm>
                <a:off x="0" y="1152"/>
                <a:ext cx="1455" cy="443"/>
                <a:chOff x="0" y="1152"/>
                <a:chExt cx="1455" cy="443"/>
              </a:xfrm>
            </p:grpSpPr>
            <p:sp>
              <p:nvSpPr>
                <p:cNvPr id="16426" name="Rectangle 29"/>
                <p:cNvSpPr>
                  <a:spLocks noChangeArrowheads="1"/>
                </p:cNvSpPr>
                <p:nvPr>
                  <p:custDataLst>
                    <p:tags r:id="rId20"/>
                  </p:custDataLst>
                </p:nvPr>
              </p:nvSpPr>
              <p:spPr bwMode="auto">
                <a:xfrm>
                  <a:off x="110" y="1211"/>
                  <a:ext cx="97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dirty="0">
                      <a:solidFill>
                        <a:schemeClr val="tx1"/>
                      </a:solidFill>
                      <a:latin typeface="+mn-lt"/>
                      <a:ea typeface="+mn-ea"/>
                    </a:rPr>
                    <a:t>－范数</a:t>
                  </a:r>
                  <a:endParaRPr lang="zh-CN" altLang="en-US" sz="2000" dirty="0">
                    <a:solidFill>
                      <a:schemeClr val="tx1"/>
                    </a:solidFill>
                    <a:latin typeface="+mn-lt"/>
                    <a:ea typeface="+mn-ea"/>
                  </a:endParaRPr>
                </a:p>
                <a:p>
                  <a:pPr eaLnBrk="0" hangingPunct="0"/>
                  <a:endParaRPr lang="zh-CN" altLang="en-US" sz="2000" dirty="0">
                    <a:solidFill>
                      <a:schemeClr val="tx1"/>
                    </a:solidFill>
                    <a:latin typeface="+mn-lt"/>
                    <a:ea typeface="+mn-ea"/>
                  </a:endParaRPr>
                </a:p>
              </p:txBody>
            </p:sp>
            <p:sp>
              <p:nvSpPr>
                <p:cNvPr id="16427" name="Rectangle 30"/>
                <p:cNvSpPr>
                  <a:spLocks noChangeArrowheads="1"/>
                </p:cNvSpPr>
                <p:nvPr/>
              </p:nvSpPr>
              <p:spPr bwMode="auto">
                <a:xfrm>
                  <a:off x="0" y="1152"/>
                  <a:ext cx="1455"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05" name="Group 31"/>
              <p:cNvGrpSpPr/>
              <p:nvPr/>
            </p:nvGrpSpPr>
            <p:grpSpPr bwMode="auto">
              <a:xfrm>
                <a:off x="1455" y="1152"/>
                <a:ext cx="1916" cy="384"/>
                <a:chOff x="1455" y="1152"/>
                <a:chExt cx="1916" cy="384"/>
              </a:xfrm>
            </p:grpSpPr>
            <p:sp>
              <p:nvSpPr>
                <p:cNvPr id="16424" name="Rectangle 32"/>
                <p:cNvSpPr>
                  <a:spLocks noChangeArrowheads="1" noTextEdit="1"/>
                </p:cNvSpPr>
                <p:nvPr/>
              </p:nvSpPr>
              <p:spPr bwMode="auto">
                <a:xfrm>
                  <a:off x="1498" y="1152"/>
                  <a:ext cx="183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800">
                    <a:latin typeface="+mn-lt"/>
                    <a:ea typeface="+mn-ea"/>
                  </a:endParaRPr>
                </a:p>
              </p:txBody>
            </p:sp>
            <p:sp>
              <p:nvSpPr>
                <p:cNvPr id="16425" name="Rectangle 33"/>
                <p:cNvSpPr>
                  <a:spLocks noChangeArrowheads="1"/>
                </p:cNvSpPr>
                <p:nvPr/>
              </p:nvSpPr>
              <p:spPr bwMode="auto">
                <a:xfrm>
                  <a:off x="1455" y="1152"/>
                  <a:ext cx="1916"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06" name="Group 34"/>
              <p:cNvGrpSpPr/>
              <p:nvPr/>
            </p:nvGrpSpPr>
            <p:grpSpPr bwMode="auto">
              <a:xfrm>
                <a:off x="0" y="1536"/>
                <a:ext cx="1455" cy="384"/>
                <a:chOff x="0" y="1536"/>
                <a:chExt cx="1455" cy="384"/>
              </a:xfrm>
            </p:grpSpPr>
            <p:sp>
              <p:nvSpPr>
                <p:cNvPr id="16422" name="Rectangle 35"/>
                <p:cNvSpPr>
                  <a:spLocks noChangeArrowheads="1"/>
                </p:cNvSpPr>
                <p:nvPr>
                  <p:custDataLst>
                    <p:tags r:id="rId21"/>
                  </p:custDataLst>
                </p:nvPr>
              </p:nvSpPr>
              <p:spPr bwMode="auto">
                <a:xfrm>
                  <a:off x="43" y="1536"/>
                  <a:ext cx="136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solidFill>
                        <a:schemeClr val="tx1"/>
                      </a:solidFill>
                      <a:latin typeface="+mn-lt"/>
                      <a:ea typeface="+mn-ea"/>
                    </a:rPr>
                    <a:t>拉普拉斯均方误差</a:t>
                  </a:r>
                  <a:endParaRPr lang="zh-CN" altLang="en-US" sz="2000">
                    <a:solidFill>
                      <a:schemeClr val="tx1"/>
                    </a:solidFill>
                    <a:latin typeface="+mn-lt"/>
                    <a:ea typeface="+mn-ea"/>
                  </a:endParaRPr>
                </a:p>
                <a:p>
                  <a:pPr eaLnBrk="0" hangingPunct="0"/>
                  <a:endParaRPr lang="zh-CN" altLang="en-US" sz="2000">
                    <a:solidFill>
                      <a:schemeClr val="tx1"/>
                    </a:solidFill>
                    <a:latin typeface="+mn-lt"/>
                    <a:ea typeface="+mn-ea"/>
                  </a:endParaRPr>
                </a:p>
              </p:txBody>
            </p:sp>
            <p:sp>
              <p:nvSpPr>
                <p:cNvPr id="16423" name="Rectangle 36"/>
                <p:cNvSpPr>
                  <a:spLocks noChangeArrowheads="1"/>
                </p:cNvSpPr>
                <p:nvPr/>
              </p:nvSpPr>
              <p:spPr bwMode="auto">
                <a:xfrm>
                  <a:off x="0" y="1536"/>
                  <a:ext cx="1455"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07" name="Group 37"/>
              <p:cNvGrpSpPr/>
              <p:nvPr/>
            </p:nvGrpSpPr>
            <p:grpSpPr bwMode="auto">
              <a:xfrm>
                <a:off x="1455" y="1536"/>
                <a:ext cx="1916" cy="384"/>
                <a:chOff x="1455" y="1536"/>
                <a:chExt cx="1916" cy="384"/>
              </a:xfrm>
            </p:grpSpPr>
            <p:sp>
              <p:nvSpPr>
                <p:cNvPr id="16420" name="Rectangle 38"/>
                <p:cNvSpPr>
                  <a:spLocks noChangeArrowheads="1"/>
                </p:cNvSpPr>
                <p:nvPr/>
              </p:nvSpPr>
              <p:spPr bwMode="auto">
                <a:xfrm>
                  <a:off x="1498" y="1536"/>
                  <a:ext cx="183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800">
                    <a:latin typeface="+mn-lt"/>
                    <a:ea typeface="+mn-ea"/>
                  </a:endParaRPr>
                </a:p>
              </p:txBody>
            </p:sp>
            <p:sp>
              <p:nvSpPr>
                <p:cNvPr id="16421" name="Rectangle 39"/>
                <p:cNvSpPr>
                  <a:spLocks noChangeArrowheads="1"/>
                </p:cNvSpPr>
                <p:nvPr/>
              </p:nvSpPr>
              <p:spPr bwMode="auto">
                <a:xfrm>
                  <a:off x="1455" y="1536"/>
                  <a:ext cx="1916"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08" name="Group 40"/>
              <p:cNvGrpSpPr/>
              <p:nvPr/>
            </p:nvGrpSpPr>
            <p:grpSpPr bwMode="auto">
              <a:xfrm>
                <a:off x="0" y="1920"/>
                <a:ext cx="1455" cy="384"/>
                <a:chOff x="0" y="1920"/>
                <a:chExt cx="1455" cy="384"/>
              </a:xfrm>
            </p:grpSpPr>
            <p:sp>
              <p:nvSpPr>
                <p:cNvPr id="16418" name="Rectangle 41"/>
                <p:cNvSpPr>
                  <a:spLocks noChangeArrowheads="1"/>
                </p:cNvSpPr>
                <p:nvPr>
                  <p:custDataLst>
                    <p:tags r:id="rId22"/>
                  </p:custDataLst>
                </p:nvPr>
              </p:nvSpPr>
              <p:spPr bwMode="auto">
                <a:xfrm>
                  <a:off x="43" y="1920"/>
                  <a:ext cx="1369"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solidFill>
                        <a:schemeClr val="tx1"/>
                      </a:solidFill>
                      <a:latin typeface="+mn-lt"/>
                      <a:ea typeface="+mn-ea"/>
                    </a:rPr>
                    <a:t>信噪比</a:t>
                  </a:r>
                  <a:endParaRPr lang="zh-CN" altLang="en-US" sz="2000">
                    <a:solidFill>
                      <a:schemeClr val="tx1"/>
                    </a:solidFill>
                    <a:latin typeface="+mn-lt"/>
                    <a:ea typeface="+mn-ea"/>
                  </a:endParaRPr>
                </a:p>
                <a:p>
                  <a:pPr eaLnBrk="0" hangingPunct="0"/>
                  <a:endParaRPr lang="zh-CN" altLang="en-US" sz="2000">
                    <a:solidFill>
                      <a:schemeClr val="tx1"/>
                    </a:solidFill>
                    <a:latin typeface="+mn-lt"/>
                    <a:ea typeface="+mn-ea"/>
                  </a:endParaRPr>
                </a:p>
              </p:txBody>
            </p:sp>
            <p:sp>
              <p:nvSpPr>
                <p:cNvPr id="16419" name="Rectangle 42"/>
                <p:cNvSpPr>
                  <a:spLocks noChangeArrowheads="1"/>
                </p:cNvSpPr>
                <p:nvPr/>
              </p:nvSpPr>
              <p:spPr bwMode="auto">
                <a:xfrm>
                  <a:off x="0" y="1920"/>
                  <a:ext cx="1455"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09" name="Group 43"/>
              <p:cNvGrpSpPr/>
              <p:nvPr/>
            </p:nvGrpSpPr>
            <p:grpSpPr bwMode="auto">
              <a:xfrm>
                <a:off x="1455" y="1920"/>
                <a:ext cx="1916" cy="384"/>
                <a:chOff x="1455" y="1920"/>
                <a:chExt cx="1916" cy="384"/>
              </a:xfrm>
            </p:grpSpPr>
            <p:sp>
              <p:nvSpPr>
                <p:cNvPr id="16416" name="Rectangle 44"/>
                <p:cNvSpPr>
                  <a:spLocks noChangeArrowheads="1"/>
                </p:cNvSpPr>
                <p:nvPr/>
              </p:nvSpPr>
              <p:spPr bwMode="auto">
                <a:xfrm>
                  <a:off x="1498" y="1920"/>
                  <a:ext cx="1830"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800">
                    <a:latin typeface="+mn-lt"/>
                    <a:ea typeface="+mn-ea"/>
                  </a:endParaRPr>
                </a:p>
              </p:txBody>
            </p:sp>
            <p:sp>
              <p:nvSpPr>
                <p:cNvPr id="16417" name="Rectangle 45"/>
                <p:cNvSpPr>
                  <a:spLocks noChangeArrowheads="1"/>
                </p:cNvSpPr>
                <p:nvPr/>
              </p:nvSpPr>
              <p:spPr bwMode="auto">
                <a:xfrm>
                  <a:off x="1455" y="1920"/>
                  <a:ext cx="1916"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10" name="Group 46"/>
              <p:cNvGrpSpPr/>
              <p:nvPr/>
            </p:nvGrpSpPr>
            <p:grpSpPr bwMode="auto">
              <a:xfrm>
                <a:off x="0" y="2304"/>
                <a:ext cx="1454" cy="384"/>
                <a:chOff x="0" y="2304"/>
                <a:chExt cx="1454" cy="384"/>
              </a:xfrm>
            </p:grpSpPr>
            <p:sp>
              <p:nvSpPr>
                <p:cNvPr id="16414" name="Rectangle 47"/>
                <p:cNvSpPr>
                  <a:spLocks noChangeArrowheads="1"/>
                </p:cNvSpPr>
                <p:nvPr>
                  <p:custDataLst>
                    <p:tags r:id="rId23"/>
                  </p:custDataLst>
                </p:nvPr>
              </p:nvSpPr>
              <p:spPr bwMode="auto">
                <a:xfrm>
                  <a:off x="43" y="2304"/>
                  <a:ext cx="136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r>
                    <a:rPr lang="zh-CN" altLang="en-US" sz="2000">
                      <a:solidFill>
                        <a:schemeClr val="tx1"/>
                      </a:solidFill>
                      <a:latin typeface="+mn-lt"/>
                      <a:ea typeface="+mn-ea"/>
                    </a:rPr>
                    <a:t>峰值信噪比</a:t>
                  </a:r>
                  <a:endParaRPr lang="zh-CN" altLang="en-US" sz="2000">
                    <a:solidFill>
                      <a:schemeClr val="tx1"/>
                    </a:solidFill>
                    <a:latin typeface="+mn-lt"/>
                    <a:ea typeface="+mn-ea"/>
                  </a:endParaRPr>
                </a:p>
                <a:p>
                  <a:pPr eaLnBrk="0" hangingPunct="0"/>
                  <a:endParaRPr lang="zh-CN" altLang="en-US" sz="2000">
                    <a:solidFill>
                      <a:schemeClr val="tx1"/>
                    </a:solidFill>
                    <a:latin typeface="+mn-lt"/>
                    <a:ea typeface="+mn-ea"/>
                  </a:endParaRPr>
                </a:p>
              </p:txBody>
            </p:sp>
            <p:sp>
              <p:nvSpPr>
                <p:cNvPr id="16415" name="Rectangle 48"/>
                <p:cNvSpPr>
                  <a:spLocks noChangeArrowheads="1"/>
                </p:cNvSpPr>
                <p:nvPr/>
              </p:nvSpPr>
              <p:spPr bwMode="auto">
                <a:xfrm>
                  <a:off x="0" y="2304"/>
                  <a:ext cx="1454"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6411" name="Group 49"/>
              <p:cNvGrpSpPr/>
              <p:nvPr/>
            </p:nvGrpSpPr>
            <p:grpSpPr bwMode="auto">
              <a:xfrm>
                <a:off x="1454" y="2304"/>
                <a:ext cx="1917" cy="384"/>
                <a:chOff x="1454" y="2304"/>
                <a:chExt cx="1917" cy="384"/>
              </a:xfrm>
            </p:grpSpPr>
            <p:sp>
              <p:nvSpPr>
                <p:cNvPr id="16412" name="Rectangle 50"/>
                <p:cNvSpPr>
                  <a:spLocks noChangeArrowheads="1" noTextEdit="1"/>
                </p:cNvSpPr>
                <p:nvPr/>
              </p:nvSpPr>
              <p:spPr bwMode="auto">
                <a:xfrm>
                  <a:off x="1497" y="2304"/>
                  <a:ext cx="1831" cy="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800">
                    <a:latin typeface="+mn-lt"/>
                    <a:ea typeface="+mn-ea"/>
                  </a:endParaRPr>
                </a:p>
              </p:txBody>
            </p:sp>
            <p:sp>
              <p:nvSpPr>
                <p:cNvPr id="16413" name="Rectangle 51"/>
                <p:cNvSpPr>
                  <a:spLocks noChangeArrowheads="1"/>
                </p:cNvSpPr>
                <p:nvPr/>
              </p:nvSpPr>
              <p:spPr bwMode="auto">
                <a:xfrm>
                  <a:off x="1454" y="2304"/>
                  <a:ext cx="1917"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sp>
          <p:nvSpPr>
            <p:cNvPr id="16398" name="Rectangle 52"/>
            <p:cNvSpPr>
              <a:spLocks noChangeArrowheads="1"/>
            </p:cNvSpPr>
            <p:nvPr/>
          </p:nvSpPr>
          <p:spPr bwMode="auto">
            <a:xfrm>
              <a:off x="-3" y="-3"/>
              <a:ext cx="3377" cy="2694"/>
            </a:xfrm>
            <a:prstGeom prst="rect">
              <a:avLst/>
            </a:prstGeom>
            <a:noFill/>
            <a:ln w="9525">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sp>
        <p:nvSpPr>
          <p:cNvPr id="4" name="标题 3"/>
          <p:cNvSpPr>
            <a:spLocks noGrp="1"/>
          </p:cNvSpPr>
          <p:nvPr>
            <p:ph type="title"/>
            <p:custDataLst>
              <p:tags r:id="rId24"/>
            </p:custDataLst>
          </p:nvPr>
        </p:nvSpPr>
        <p:spPr/>
        <p:txBody>
          <a:bodyPr vert="horz" lIns="91440" tIns="45720" rIns="91440" bIns="45720" rtlCol="0" anchor="ctr">
            <a:normAutofit/>
          </a:bodyPr>
          <a:p>
            <a:pPr lvl="0" algn="l">
              <a:buClrTx/>
              <a:buSzTx/>
              <a:buFontTx/>
            </a:pPr>
            <a:r>
              <a:rPr lang="zh-CN" altLang="en-US" smtClean="0">
                <a:sym typeface="+mn-ea"/>
              </a:rPr>
              <a:t>水印透明性的客观度量</a:t>
            </a:r>
            <a:endParaRPr lang="zh-CN" altLang="en-US" smtClean="0">
              <a:sym typeface="+mn-ea"/>
            </a:endParaRPr>
          </a:p>
        </p:txBody>
      </p:sp>
    </p:spTree>
    <p:custDataLst>
      <p:tags r:id="rId25"/>
    </p:custDataLst>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p:cNvSpPr>
            <a:spLocks noGrp="1"/>
          </p:cNvSpPr>
          <p:nvPr>
            <p:custDataLst>
              <p:tags r:id="rId1"/>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F85BB650-3D46-4E3B-9D2D-4CBDD057FCF4}"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graphicFrame>
        <p:nvGraphicFramePr>
          <p:cNvPr id="17412" name="Object 3"/>
          <p:cNvGraphicFramePr>
            <a:graphicFrameLocks noChangeAspect="1"/>
          </p:cNvGraphicFramePr>
          <p:nvPr/>
        </p:nvGraphicFramePr>
        <p:xfrm>
          <a:off x="6096000" y="3429000"/>
          <a:ext cx="4191000" cy="933450"/>
        </p:xfrm>
        <a:graphic>
          <a:graphicData uri="http://schemas.openxmlformats.org/presentationml/2006/ole">
            <mc:AlternateContent xmlns:mc="http://schemas.openxmlformats.org/markup-compatibility/2006">
              <mc:Choice xmlns:v="urn:schemas-microsoft-com:vml" Requires="v">
                <p:oleObj spid="_x0000_s4392" name="Equation" r:id="rId2" imgW="1663700" imgH="368300" progId="Equation.DSMT4">
                  <p:embed/>
                </p:oleObj>
              </mc:Choice>
              <mc:Fallback>
                <p:oleObj name="Equation" r:id="rId2" imgW="1663700" imgH="368300" progId="Equation.DSMT4">
                  <p:embed/>
                  <p:pic>
                    <p:nvPicPr>
                      <p:cNvPr id="0" name="图片 438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429000"/>
                        <a:ext cx="4191000" cy="93345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413" name="Object 4"/>
          <p:cNvGraphicFramePr>
            <a:graphicFrameLocks noChangeAspect="1"/>
          </p:cNvGraphicFramePr>
          <p:nvPr/>
        </p:nvGraphicFramePr>
        <p:xfrm>
          <a:off x="6096000" y="4648200"/>
          <a:ext cx="4191000" cy="939800"/>
        </p:xfrm>
        <a:graphic>
          <a:graphicData uri="http://schemas.openxmlformats.org/presentationml/2006/ole">
            <mc:AlternateContent xmlns:mc="http://schemas.openxmlformats.org/markup-compatibility/2006">
              <mc:Choice xmlns:v="urn:schemas-microsoft-com:vml" Requires="v">
                <p:oleObj spid="_x0000_s4393" name="Equation" r:id="rId4" imgW="1574165" imgH="355600" progId="Equation.DSMT4">
                  <p:embed/>
                </p:oleObj>
              </mc:Choice>
              <mc:Fallback>
                <p:oleObj name="Equation" r:id="rId4" imgW="1574165" imgH="355600" progId="Equation.DSMT4">
                  <p:embed/>
                  <p:pic>
                    <p:nvPicPr>
                      <p:cNvPr id="0" name="图片 438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096000" y="4648200"/>
                        <a:ext cx="4191000" cy="939800"/>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7414" name="Group 5"/>
          <p:cNvGrpSpPr/>
          <p:nvPr/>
        </p:nvGrpSpPr>
        <p:grpSpPr bwMode="auto">
          <a:xfrm>
            <a:off x="2895600" y="2209800"/>
            <a:ext cx="7391400" cy="3505200"/>
            <a:chOff x="-3" y="-3"/>
            <a:chExt cx="3370" cy="1158"/>
          </a:xfrm>
        </p:grpSpPr>
        <p:grpSp>
          <p:nvGrpSpPr>
            <p:cNvPr id="17415" name="Group 6"/>
            <p:cNvGrpSpPr/>
            <p:nvPr/>
          </p:nvGrpSpPr>
          <p:grpSpPr bwMode="auto">
            <a:xfrm>
              <a:off x="0" y="0"/>
              <a:ext cx="3364" cy="1152"/>
              <a:chOff x="0" y="0"/>
              <a:chExt cx="3364" cy="1152"/>
            </a:xfrm>
          </p:grpSpPr>
          <p:grpSp>
            <p:nvGrpSpPr>
              <p:cNvPr id="17417" name="Group 7"/>
              <p:cNvGrpSpPr/>
              <p:nvPr/>
            </p:nvGrpSpPr>
            <p:grpSpPr bwMode="auto">
              <a:xfrm>
                <a:off x="0" y="0"/>
                <a:ext cx="3364" cy="384"/>
                <a:chOff x="0" y="0"/>
                <a:chExt cx="3364" cy="384"/>
              </a:xfrm>
            </p:grpSpPr>
            <p:sp>
              <p:nvSpPr>
                <p:cNvPr id="17430" name="Rectangle 8"/>
                <p:cNvSpPr>
                  <a:spLocks noChangeArrowheads="1"/>
                </p:cNvSpPr>
                <p:nvPr>
                  <p:custDataLst>
                    <p:tags r:id="rId6"/>
                  </p:custDataLst>
                </p:nvPr>
              </p:nvSpPr>
              <p:spPr bwMode="auto">
                <a:xfrm>
                  <a:off x="43" y="0"/>
                  <a:ext cx="327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r>
                    <a:rPr lang="zh-CN" altLang="en-US" sz="1800" b="1">
                      <a:solidFill>
                        <a:schemeClr val="tx1"/>
                      </a:solidFill>
                      <a:latin typeface="+mn-lt"/>
                      <a:ea typeface="+mn-ea"/>
                    </a:rPr>
                    <a:t>相关失真度量</a:t>
                  </a:r>
                  <a:endParaRPr lang="zh-CN" altLang="en-US" sz="1800" b="1">
                    <a:solidFill>
                      <a:schemeClr val="tx1"/>
                    </a:solidFill>
                    <a:latin typeface="+mn-lt"/>
                    <a:ea typeface="+mn-ea"/>
                  </a:endParaRPr>
                </a:p>
                <a:p>
                  <a:pPr eaLnBrk="0" hangingPunct="0"/>
                  <a:endParaRPr lang="zh-CN" altLang="en-US" sz="1800" b="1">
                    <a:solidFill>
                      <a:schemeClr val="tx1"/>
                    </a:solidFill>
                    <a:latin typeface="+mn-lt"/>
                    <a:ea typeface="+mn-ea"/>
                  </a:endParaRPr>
                </a:p>
              </p:txBody>
            </p:sp>
            <p:sp>
              <p:nvSpPr>
                <p:cNvPr id="17431" name="Rectangle 9"/>
                <p:cNvSpPr>
                  <a:spLocks noChangeArrowheads="1"/>
                </p:cNvSpPr>
                <p:nvPr/>
              </p:nvSpPr>
              <p:spPr bwMode="auto">
                <a:xfrm>
                  <a:off x="0" y="0"/>
                  <a:ext cx="3364"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7418" name="Group 10"/>
              <p:cNvGrpSpPr/>
              <p:nvPr/>
            </p:nvGrpSpPr>
            <p:grpSpPr bwMode="auto">
              <a:xfrm>
                <a:off x="0" y="384"/>
                <a:ext cx="1430" cy="384"/>
                <a:chOff x="0" y="384"/>
                <a:chExt cx="1430" cy="384"/>
              </a:xfrm>
            </p:grpSpPr>
            <p:sp>
              <p:nvSpPr>
                <p:cNvPr id="17428" name="Rectangle 11"/>
                <p:cNvSpPr>
                  <a:spLocks noChangeArrowheads="1"/>
                </p:cNvSpPr>
                <p:nvPr>
                  <p:custDataLst>
                    <p:tags r:id="rId7"/>
                  </p:custDataLst>
                </p:nvPr>
              </p:nvSpPr>
              <p:spPr bwMode="auto">
                <a:xfrm>
                  <a:off x="43" y="384"/>
                  <a:ext cx="134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r>
                    <a:rPr lang="zh-CN" altLang="en-US" sz="2000">
                      <a:solidFill>
                        <a:schemeClr val="tx1"/>
                      </a:solidFill>
                      <a:latin typeface="+mn-lt"/>
                      <a:ea typeface="+mn-ea"/>
                    </a:rPr>
                    <a:t>归一化互相关</a:t>
                  </a:r>
                  <a:endParaRPr lang="zh-CN" altLang="en-US" sz="2000">
                    <a:solidFill>
                      <a:schemeClr val="tx1"/>
                    </a:solidFill>
                    <a:latin typeface="+mn-lt"/>
                    <a:ea typeface="+mn-ea"/>
                  </a:endParaRPr>
                </a:p>
                <a:p>
                  <a:pPr eaLnBrk="0" hangingPunct="0"/>
                  <a:endParaRPr lang="zh-CN" altLang="en-US" sz="2000">
                    <a:solidFill>
                      <a:schemeClr val="tx1"/>
                    </a:solidFill>
                    <a:latin typeface="+mn-lt"/>
                    <a:ea typeface="+mn-ea"/>
                  </a:endParaRPr>
                </a:p>
              </p:txBody>
            </p:sp>
            <p:sp>
              <p:nvSpPr>
                <p:cNvPr id="17429" name="Rectangle 12"/>
                <p:cNvSpPr>
                  <a:spLocks noChangeArrowheads="1"/>
                </p:cNvSpPr>
                <p:nvPr/>
              </p:nvSpPr>
              <p:spPr bwMode="auto">
                <a:xfrm>
                  <a:off x="0" y="384"/>
                  <a:ext cx="1430"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7419" name="Group 13"/>
              <p:cNvGrpSpPr/>
              <p:nvPr/>
            </p:nvGrpSpPr>
            <p:grpSpPr bwMode="auto">
              <a:xfrm>
                <a:off x="1430" y="384"/>
                <a:ext cx="1934" cy="384"/>
                <a:chOff x="1430" y="384"/>
                <a:chExt cx="1934" cy="384"/>
              </a:xfrm>
            </p:grpSpPr>
            <p:sp>
              <p:nvSpPr>
                <p:cNvPr id="17426" name="Rectangle 14"/>
                <p:cNvSpPr>
                  <a:spLocks noChangeArrowheads="1"/>
                </p:cNvSpPr>
                <p:nvPr/>
              </p:nvSpPr>
              <p:spPr bwMode="auto">
                <a:xfrm>
                  <a:off x="1473" y="384"/>
                  <a:ext cx="1848" cy="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800">
                    <a:latin typeface="+mn-lt"/>
                    <a:ea typeface="+mn-ea"/>
                  </a:endParaRPr>
                </a:p>
              </p:txBody>
            </p:sp>
            <p:sp>
              <p:nvSpPr>
                <p:cNvPr id="17427" name="Rectangle 15"/>
                <p:cNvSpPr>
                  <a:spLocks noChangeArrowheads="1"/>
                </p:cNvSpPr>
                <p:nvPr/>
              </p:nvSpPr>
              <p:spPr bwMode="auto">
                <a:xfrm>
                  <a:off x="1430" y="384"/>
                  <a:ext cx="1934"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7420" name="Group 16"/>
              <p:cNvGrpSpPr/>
              <p:nvPr/>
            </p:nvGrpSpPr>
            <p:grpSpPr bwMode="auto">
              <a:xfrm>
                <a:off x="0" y="768"/>
                <a:ext cx="1430" cy="384"/>
                <a:chOff x="0" y="768"/>
                <a:chExt cx="1430" cy="384"/>
              </a:xfrm>
            </p:grpSpPr>
            <p:sp>
              <p:nvSpPr>
                <p:cNvPr id="17424" name="Rectangle 17"/>
                <p:cNvSpPr>
                  <a:spLocks noChangeArrowheads="1"/>
                </p:cNvSpPr>
                <p:nvPr>
                  <p:custDataLst>
                    <p:tags r:id="rId8"/>
                  </p:custDataLst>
                </p:nvPr>
              </p:nvSpPr>
              <p:spPr bwMode="auto">
                <a:xfrm>
                  <a:off x="43" y="768"/>
                  <a:ext cx="134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r>
                    <a:rPr lang="zh-CN" altLang="en-US" sz="2000">
                      <a:solidFill>
                        <a:schemeClr val="tx1"/>
                      </a:solidFill>
                      <a:latin typeface="+mn-lt"/>
                      <a:ea typeface="+mn-ea"/>
                    </a:rPr>
                    <a:t>相关质量</a:t>
                  </a:r>
                  <a:endParaRPr lang="zh-CN" altLang="en-US" sz="2000">
                    <a:solidFill>
                      <a:schemeClr val="tx1"/>
                    </a:solidFill>
                    <a:latin typeface="+mn-lt"/>
                    <a:ea typeface="+mn-ea"/>
                  </a:endParaRPr>
                </a:p>
                <a:p>
                  <a:pPr eaLnBrk="0" hangingPunct="0"/>
                  <a:endParaRPr lang="zh-CN" altLang="en-US" sz="2000">
                    <a:solidFill>
                      <a:schemeClr val="tx1"/>
                    </a:solidFill>
                    <a:latin typeface="+mn-lt"/>
                    <a:ea typeface="+mn-ea"/>
                  </a:endParaRPr>
                </a:p>
              </p:txBody>
            </p:sp>
            <p:sp>
              <p:nvSpPr>
                <p:cNvPr id="17425" name="Rectangle 18"/>
                <p:cNvSpPr>
                  <a:spLocks noChangeArrowheads="1"/>
                </p:cNvSpPr>
                <p:nvPr/>
              </p:nvSpPr>
              <p:spPr bwMode="auto">
                <a:xfrm>
                  <a:off x="0" y="768"/>
                  <a:ext cx="1430"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7421" name="Group 19"/>
              <p:cNvGrpSpPr/>
              <p:nvPr/>
            </p:nvGrpSpPr>
            <p:grpSpPr bwMode="auto">
              <a:xfrm>
                <a:off x="1430" y="768"/>
                <a:ext cx="1934" cy="384"/>
                <a:chOff x="1430" y="768"/>
                <a:chExt cx="1934" cy="384"/>
              </a:xfrm>
            </p:grpSpPr>
            <p:sp>
              <p:nvSpPr>
                <p:cNvPr id="17422" name="Rectangle 20"/>
                <p:cNvSpPr>
                  <a:spLocks noChangeArrowheads="1"/>
                </p:cNvSpPr>
                <p:nvPr/>
              </p:nvSpPr>
              <p:spPr bwMode="auto">
                <a:xfrm>
                  <a:off x="1473" y="768"/>
                  <a:ext cx="1848" cy="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zh-CN" altLang="en-US" sz="1800">
                    <a:latin typeface="+mn-lt"/>
                    <a:ea typeface="+mn-ea"/>
                  </a:endParaRPr>
                </a:p>
              </p:txBody>
            </p:sp>
            <p:sp>
              <p:nvSpPr>
                <p:cNvPr id="17423" name="Rectangle 21"/>
                <p:cNvSpPr>
                  <a:spLocks noChangeArrowheads="1"/>
                </p:cNvSpPr>
                <p:nvPr/>
              </p:nvSpPr>
              <p:spPr bwMode="auto">
                <a:xfrm>
                  <a:off x="1430" y="768"/>
                  <a:ext cx="1934"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sp>
          <p:nvSpPr>
            <p:cNvPr id="17416" name="Rectangle 22"/>
            <p:cNvSpPr>
              <a:spLocks noChangeArrowheads="1"/>
            </p:cNvSpPr>
            <p:nvPr/>
          </p:nvSpPr>
          <p:spPr bwMode="auto">
            <a:xfrm>
              <a:off x="-3" y="-3"/>
              <a:ext cx="3370" cy="1158"/>
            </a:xfrm>
            <a:prstGeom prst="rect">
              <a:avLst/>
            </a:prstGeom>
            <a:noFill/>
            <a:ln w="9525">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sp>
        <p:nvSpPr>
          <p:cNvPr id="7" name="标题 6"/>
          <p:cNvSpPr>
            <a:spLocks noGrp="1"/>
          </p:cNvSpPr>
          <p:nvPr>
            <p:ph type="title"/>
            <p:custDataLst>
              <p:tags r:id="rId9"/>
            </p:custDataLst>
          </p:nvPr>
        </p:nvSpPr>
        <p:spPr/>
        <p:txBody>
          <a:bodyPr vert="horz" lIns="91440" tIns="45720" rIns="91440" bIns="45720" rtlCol="0" anchor="ctr">
            <a:normAutofit/>
          </a:bodyPr>
          <a:p>
            <a:pPr lvl="0" algn="l">
              <a:buClrTx/>
              <a:buSzTx/>
              <a:buFontTx/>
            </a:pPr>
            <a:r>
              <a:rPr lang="zh-CN" altLang="en-US" smtClean="0">
                <a:sym typeface="+mn-ea"/>
              </a:rPr>
              <a:t>水印透明性的客观度量</a:t>
            </a:r>
            <a:endParaRPr lang="zh-CN" altLang="en-US" smtClean="0">
              <a:sym typeface="+mn-ea"/>
            </a:endParaRPr>
          </a:p>
        </p:txBody>
      </p:sp>
    </p:spTree>
    <p:custDataLst>
      <p:tags r:id="rId10"/>
    </p:custDataLst>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p:cNvSpPr>
            <a:spLocks noGrp="1"/>
          </p:cNvSpPr>
          <p:nvPr>
            <p:custDataLst>
              <p:tags r:id="rId1"/>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19661EFB-F28A-4697-96D5-9AC4062AD3B5}"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graphicFrame>
        <p:nvGraphicFramePr>
          <p:cNvPr id="18436" name="Object 3"/>
          <p:cNvGraphicFramePr>
            <a:graphicFrameLocks noChangeAspect="1"/>
          </p:cNvGraphicFramePr>
          <p:nvPr/>
        </p:nvGraphicFramePr>
        <p:xfrm>
          <a:off x="6926263" y="3609975"/>
          <a:ext cx="2682875" cy="550863"/>
        </p:xfrm>
        <a:graphic>
          <a:graphicData uri="http://schemas.openxmlformats.org/presentationml/2006/ole">
            <mc:AlternateContent xmlns:mc="http://schemas.openxmlformats.org/markup-compatibility/2006">
              <mc:Choice xmlns:v="urn:schemas-microsoft-com:vml" Requires="v">
                <p:oleObj spid="_x0000_s5565" name="Equation" r:id="rId2" imgW="31394400" imgH="6400800" progId="Equation.DSMT4">
                  <p:embed/>
                </p:oleObj>
              </mc:Choice>
              <mc:Fallback>
                <p:oleObj name="Equation" r:id="rId2" imgW="31394400" imgH="6400800" progId="Equation.DSMT4">
                  <p:embed/>
                  <p:pic>
                    <p:nvPicPr>
                      <p:cNvPr id="0" name="图片 5553"/>
                      <p:cNvPicPr>
                        <a:picLocks noChangeAspect="1" noChangeArrowheads="1"/>
                      </p:cNvPicPr>
                      <p:nvPr/>
                    </p:nvPicPr>
                    <p:blipFill>
                      <a:blip r:embed="rId3"/>
                      <a:srcRect/>
                      <a:stretch>
                        <a:fillRect/>
                      </a:stretch>
                    </p:blipFill>
                    <p:spPr bwMode="auto">
                      <a:xfrm>
                        <a:off x="6926263" y="3609975"/>
                        <a:ext cx="2682875" cy="550863"/>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7" name="Object 4"/>
          <p:cNvGraphicFramePr>
            <a:graphicFrameLocks noChangeAspect="1"/>
          </p:cNvGraphicFramePr>
          <p:nvPr/>
        </p:nvGraphicFramePr>
        <p:xfrm>
          <a:off x="7086600" y="4191000"/>
          <a:ext cx="2971800" cy="858838"/>
        </p:xfrm>
        <a:graphic>
          <a:graphicData uri="http://schemas.openxmlformats.org/presentationml/2006/ole">
            <mc:AlternateContent xmlns:mc="http://schemas.openxmlformats.org/markup-compatibility/2006">
              <mc:Choice xmlns:v="urn:schemas-microsoft-com:vml" Requires="v">
                <p:oleObj spid="_x0000_s5566" name="Equation" r:id="rId4" imgW="1943100" imgH="558800" progId="Equation.DSMT4">
                  <p:embed/>
                </p:oleObj>
              </mc:Choice>
              <mc:Fallback>
                <p:oleObj name="Equation" r:id="rId4" imgW="1943100" imgH="558800" progId="Equation.DSMT4">
                  <p:embed/>
                  <p:pic>
                    <p:nvPicPr>
                      <p:cNvPr id="0" name="图片 55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6600" y="4191000"/>
                        <a:ext cx="2971800" cy="858838"/>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438" name="Object 5"/>
          <p:cNvGraphicFramePr>
            <a:graphicFrameLocks noChangeAspect="1"/>
          </p:cNvGraphicFramePr>
          <p:nvPr/>
        </p:nvGraphicFramePr>
        <p:xfrm>
          <a:off x="6324600" y="5181600"/>
          <a:ext cx="3733800" cy="1077913"/>
        </p:xfrm>
        <a:graphic>
          <a:graphicData uri="http://schemas.openxmlformats.org/presentationml/2006/ole">
            <mc:AlternateContent xmlns:mc="http://schemas.openxmlformats.org/markup-compatibility/2006">
              <mc:Choice xmlns:v="urn:schemas-microsoft-com:vml" Requires="v">
                <p:oleObj spid="_x0000_s5567" name="Equation" r:id="rId6" imgW="1485900" imgH="431800" progId="Equation.DSMT4">
                  <p:embed/>
                </p:oleObj>
              </mc:Choice>
              <mc:Fallback>
                <p:oleObj name="Equation" r:id="rId6" imgW="1485900" imgH="431800" progId="Equation.DSMT4">
                  <p:embed/>
                  <p:pic>
                    <p:nvPicPr>
                      <p:cNvPr id="0" name="图片 555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24600" y="5181600"/>
                        <a:ext cx="3733800" cy="1077913"/>
                      </a:xfrm>
                      <a:prstGeom prst="rect">
                        <a:avLst/>
                      </a:prstGeom>
                      <a:noFill/>
                      <a:ln>
                        <a:noFill/>
                      </a:ln>
                      <a:extLst>
                        <a:ext uri="{909E8E84-426E-40DD-AFC4-6F175D3DCCD1}">
                          <a14:hiddenFill xmlns:a14="http://schemas.microsoft.com/office/drawing/2010/main">
                            <a:solidFill>
                              <a:srgbClr val="CCE8C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439" name="Rectangle 6"/>
          <p:cNvSpPr>
            <a:spLocks noChangeArrowheads="1"/>
          </p:cNvSpPr>
          <p:nvPr>
            <p:custDataLst>
              <p:tags r:id="rId8"/>
            </p:custDataLst>
          </p:nvPr>
        </p:nvSpPr>
        <p:spPr bwMode="auto">
          <a:xfrm>
            <a:off x="5578475" y="4400550"/>
            <a:ext cx="2933700" cy="245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sz="1000">
                <a:latin typeface="Times New Roman" panose="02020603050405020304" pitchFamily="18" charset="0"/>
              </a:rPr>
              <a:t>    </a:t>
            </a:r>
            <a:endParaRPr lang="zh-CN" altLang="en-US" sz="1800">
              <a:latin typeface="Times New Roman" panose="02020603050405020304" pitchFamily="18" charset="0"/>
            </a:endParaRPr>
          </a:p>
        </p:txBody>
      </p:sp>
      <p:grpSp>
        <p:nvGrpSpPr>
          <p:cNvPr id="18440" name="Group 7"/>
          <p:cNvGrpSpPr/>
          <p:nvPr/>
        </p:nvGrpSpPr>
        <p:grpSpPr bwMode="auto">
          <a:xfrm>
            <a:off x="3200400" y="2057400"/>
            <a:ext cx="7162800" cy="4267200"/>
            <a:chOff x="-3" y="-3"/>
            <a:chExt cx="3370" cy="1158"/>
          </a:xfrm>
        </p:grpSpPr>
        <p:grpSp>
          <p:nvGrpSpPr>
            <p:cNvPr id="18441" name="Group 8"/>
            <p:cNvGrpSpPr/>
            <p:nvPr/>
          </p:nvGrpSpPr>
          <p:grpSpPr bwMode="auto">
            <a:xfrm>
              <a:off x="0" y="0"/>
              <a:ext cx="3364" cy="1152"/>
              <a:chOff x="0" y="0"/>
              <a:chExt cx="3364" cy="1152"/>
            </a:xfrm>
          </p:grpSpPr>
          <p:grpSp>
            <p:nvGrpSpPr>
              <p:cNvPr id="18443" name="Group 9"/>
              <p:cNvGrpSpPr/>
              <p:nvPr/>
            </p:nvGrpSpPr>
            <p:grpSpPr bwMode="auto">
              <a:xfrm>
                <a:off x="0" y="0"/>
                <a:ext cx="3364" cy="384"/>
                <a:chOff x="0" y="0"/>
                <a:chExt cx="3364" cy="384"/>
              </a:xfrm>
            </p:grpSpPr>
            <p:sp>
              <p:nvSpPr>
                <p:cNvPr id="18456" name="Rectangle 10"/>
                <p:cNvSpPr>
                  <a:spLocks noChangeArrowheads="1"/>
                </p:cNvSpPr>
                <p:nvPr>
                  <p:custDataLst>
                    <p:tags r:id="rId9"/>
                  </p:custDataLst>
                </p:nvPr>
              </p:nvSpPr>
              <p:spPr bwMode="auto">
                <a:xfrm>
                  <a:off x="43" y="0"/>
                  <a:ext cx="327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pPr algn="just"/>
                  <a:r>
                    <a:rPr lang="zh-CN" altLang="en-US" sz="1800" b="1">
                      <a:solidFill>
                        <a:schemeClr val="tx1"/>
                      </a:solidFill>
                      <a:latin typeface="+mn-lt"/>
                      <a:ea typeface="+mn-ea"/>
                    </a:rPr>
                    <a:t>其它</a:t>
                  </a:r>
                  <a:endParaRPr lang="zh-CN" altLang="en-US" sz="1800" b="1">
                    <a:solidFill>
                      <a:schemeClr val="tx1"/>
                    </a:solidFill>
                    <a:latin typeface="+mn-lt"/>
                    <a:ea typeface="+mn-ea"/>
                  </a:endParaRPr>
                </a:p>
                <a:p>
                  <a:pPr algn="just" eaLnBrk="0" hangingPunct="0"/>
                  <a:endParaRPr lang="zh-CN" altLang="en-US" sz="1800" b="1">
                    <a:solidFill>
                      <a:schemeClr val="tx1"/>
                    </a:solidFill>
                    <a:latin typeface="+mn-lt"/>
                    <a:ea typeface="+mn-ea"/>
                  </a:endParaRPr>
                </a:p>
              </p:txBody>
            </p:sp>
            <p:sp>
              <p:nvSpPr>
                <p:cNvPr id="18457" name="Rectangle 11"/>
                <p:cNvSpPr>
                  <a:spLocks noChangeArrowheads="1"/>
                </p:cNvSpPr>
                <p:nvPr/>
              </p:nvSpPr>
              <p:spPr bwMode="auto">
                <a:xfrm>
                  <a:off x="0" y="0"/>
                  <a:ext cx="3364"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8444" name="Group 12"/>
              <p:cNvGrpSpPr/>
              <p:nvPr/>
            </p:nvGrpSpPr>
            <p:grpSpPr bwMode="auto">
              <a:xfrm>
                <a:off x="0" y="384"/>
                <a:ext cx="1430" cy="384"/>
                <a:chOff x="0" y="384"/>
                <a:chExt cx="1430" cy="384"/>
              </a:xfrm>
            </p:grpSpPr>
            <p:sp>
              <p:nvSpPr>
                <p:cNvPr id="18454" name="Rectangle 13"/>
                <p:cNvSpPr>
                  <a:spLocks noChangeArrowheads="1"/>
                </p:cNvSpPr>
                <p:nvPr>
                  <p:custDataLst>
                    <p:tags r:id="rId10"/>
                  </p:custDataLst>
                </p:nvPr>
              </p:nvSpPr>
              <p:spPr bwMode="auto">
                <a:xfrm>
                  <a:off x="43" y="384"/>
                  <a:ext cx="134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r>
                    <a:rPr lang="zh-CN" altLang="en-US" sz="2000">
                      <a:solidFill>
                        <a:schemeClr val="tx1"/>
                      </a:solidFill>
                      <a:latin typeface="+mn-lt"/>
                      <a:ea typeface="+mn-ea"/>
                    </a:rPr>
                    <a:t>全局西格马信噪比</a:t>
                  </a:r>
                  <a:endParaRPr lang="zh-CN" altLang="en-US" sz="2000">
                    <a:solidFill>
                      <a:schemeClr val="tx1"/>
                    </a:solidFill>
                    <a:latin typeface="+mn-lt"/>
                    <a:ea typeface="+mn-ea"/>
                  </a:endParaRPr>
                </a:p>
                <a:p>
                  <a:pPr eaLnBrk="0" hangingPunct="0"/>
                  <a:endParaRPr lang="zh-CN" altLang="en-US" sz="2000">
                    <a:solidFill>
                      <a:schemeClr val="tx1"/>
                    </a:solidFill>
                    <a:latin typeface="+mn-lt"/>
                    <a:ea typeface="+mn-ea"/>
                  </a:endParaRPr>
                </a:p>
              </p:txBody>
            </p:sp>
            <p:sp>
              <p:nvSpPr>
                <p:cNvPr id="18455" name="Rectangle 14"/>
                <p:cNvSpPr>
                  <a:spLocks noChangeArrowheads="1"/>
                </p:cNvSpPr>
                <p:nvPr/>
              </p:nvSpPr>
              <p:spPr bwMode="auto">
                <a:xfrm>
                  <a:off x="0" y="384"/>
                  <a:ext cx="1430"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8445" name="Group 15"/>
              <p:cNvGrpSpPr/>
              <p:nvPr/>
            </p:nvGrpSpPr>
            <p:grpSpPr bwMode="auto">
              <a:xfrm>
                <a:off x="1430" y="384"/>
                <a:ext cx="1934" cy="384"/>
                <a:chOff x="1430" y="384"/>
                <a:chExt cx="1934" cy="384"/>
              </a:xfrm>
            </p:grpSpPr>
            <p:sp>
              <p:nvSpPr>
                <p:cNvPr id="18452" name="Rectangle 16"/>
                <p:cNvSpPr>
                  <a:spLocks noChangeArrowheads="1"/>
                </p:cNvSpPr>
                <p:nvPr>
                  <p:custDataLst>
                    <p:tags r:id="rId11"/>
                  </p:custDataLst>
                </p:nvPr>
              </p:nvSpPr>
              <p:spPr bwMode="auto">
                <a:xfrm>
                  <a:off x="1473" y="384"/>
                  <a:ext cx="18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endParaRPr lang="zh-CN" altLang="en-US" sz="1000">
                    <a:solidFill>
                      <a:schemeClr val="tx1"/>
                    </a:solidFill>
                    <a:latin typeface="+mn-lt"/>
                    <a:ea typeface="+mn-ea"/>
                  </a:endParaRPr>
                </a:p>
                <a:p>
                  <a:endParaRPr lang="zh-CN" altLang="en-US" sz="1000">
                    <a:solidFill>
                      <a:schemeClr val="tx1"/>
                    </a:solidFill>
                    <a:latin typeface="+mn-lt"/>
                    <a:ea typeface="+mn-ea"/>
                  </a:endParaRPr>
                </a:p>
                <a:p>
                  <a:pPr algn="l"/>
                  <a:r>
                    <a:rPr lang="zh-CN" altLang="en-US" sz="2000">
                      <a:solidFill>
                        <a:schemeClr val="tx1"/>
                      </a:solidFill>
                      <a:latin typeface="+mn-lt"/>
                      <a:ea typeface="+mn-ea"/>
                    </a:rPr>
                    <a:t>其中，</a:t>
                  </a:r>
                  <a:endParaRPr lang="zh-CN" altLang="en-US" sz="2000">
                    <a:solidFill>
                      <a:schemeClr val="tx1"/>
                    </a:solidFill>
                    <a:latin typeface="+mn-lt"/>
                    <a:ea typeface="+mn-ea"/>
                  </a:endParaRPr>
                </a:p>
                <a:p>
                  <a:pPr eaLnBrk="0" hangingPunct="0"/>
                  <a:endParaRPr lang="zh-CN" altLang="en-US" sz="2000">
                    <a:solidFill>
                      <a:schemeClr val="tx1"/>
                    </a:solidFill>
                    <a:latin typeface="+mn-lt"/>
                    <a:ea typeface="+mn-ea"/>
                  </a:endParaRPr>
                </a:p>
              </p:txBody>
            </p:sp>
            <p:sp>
              <p:nvSpPr>
                <p:cNvPr id="18453" name="Rectangle 17"/>
                <p:cNvSpPr>
                  <a:spLocks noChangeArrowheads="1"/>
                </p:cNvSpPr>
                <p:nvPr/>
              </p:nvSpPr>
              <p:spPr bwMode="auto">
                <a:xfrm>
                  <a:off x="1430" y="384"/>
                  <a:ext cx="1934"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8446" name="Group 18"/>
              <p:cNvGrpSpPr/>
              <p:nvPr/>
            </p:nvGrpSpPr>
            <p:grpSpPr bwMode="auto">
              <a:xfrm>
                <a:off x="0" y="768"/>
                <a:ext cx="1430" cy="384"/>
                <a:chOff x="0" y="768"/>
                <a:chExt cx="1430" cy="384"/>
              </a:xfrm>
            </p:grpSpPr>
            <p:sp>
              <p:nvSpPr>
                <p:cNvPr id="18450" name="Rectangle 19"/>
                <p:cNvSpPr>
                  <a:spLocks noChangeArrowheads="1"/>
                </p:cNvSpPr>
                <p:nvPr>
                  <p:custDataLst>
                    <p:tags r:id="rId12"/>
                  </p:custDataLst>
                </p:nvPr>
              </p:nvSpPr>
              <p:spPr bwMode="auto">
                <a:xfrm>
                  <a:off x="43" y="768"/>
                  <a:ext cx="1344"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normAutofit/>
                </a:bodyPr>
                <a:lstStyle/>
                <a:p>
                  <a:r>
                    <a:rPr lang="zh-CN" altLang="en-US" sz="2000">
                      <a:solidFill>
                        <a:schemeClr val="tx1"/>
                      </a:solidFill>
                      <a:latin typeface="+mn-lt"/>
                      <a:ea typeface="+mn-ea"/>
                    </a:rPr>
                    <a:t>直方图相似性</a:t>
                  </a:r>
                  <a:endParaRPr lang="zh-CN" altLang="en-US" sz="2000">
                    <a:solidFill>
                      <a:schemeClr val="tx1"/>
                    </a:solidFill>
                    <a:latin typeface="+mn-lt"/>
                    <a:ea typeface="+mn-ea"/>
                  </a:endParaRPr>
                </a:p>
                <a:p>
                  <a:pPr eaLnBrk="0" hangingPunct="0"/>
                  <a:endParaRPr lang="zh-CN" altLang="en-US" sz="2000">
                    <a:solidFill>
                      <a:schemeClr val="tx1"/>
                    </a:solidFill>
                    <a:latin typeface="+mn-lt"/>
                    <a:ea typeface="+mn-ea"/>
                  </a:endParaRPr>
                </a:p>
              </p:txBody>
            </p:sp>
            <p:sp>
              <p:nvSpPr>
                <p:cNvPr id="18451" name="Rectangle 20"/>
                <p:cNvSpPr>
                  <a:spLocks noChangeArrowheads="1"/>
                </p:cNvSpPr>
                <p:nvPr/>
              </p:nvSpPr>
              <p:spPr bwMode="auto">
                <a:xfrm>
                  <a:off x="0" y="768"/>
                  <a:ext cx="1430"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nvGrpSpPr>
              <p:cNvPr id="18447" name="Group 21"/>
              <p:cNvGrpSpPr/>
              <p:nvPr/>
            </p:nvGrpSpPr>
            <p:grpSpPr bwMode="auto">
              <a:xfrm>
                <a:off x="1430" y="768"/>
                <a:ext cx="1934" cy="384"/>
                <a:chOff x="1430" y="768"/>
                <a:chExt cx="1934" cy="384"/>
              </a:xfrm>
            </p:grpSpPr>
            <p:sp>
              <p:nvSpPr>
                <p:cNvPr id="18448" name="Rectangle 22"/>
                <p:cNvSpPr>
                  <a:spLocks noChangeArrowheads="1"/>
                </p:cNvSpPr>
                <p:nvPr>
                  <p:custDataLst>
                    <p:tags r:id="rId13"/>
                  </p:custDataLst>
                </p:nvPr>
              </p:nvSpPr>
              <p:spPr bwMode="auto">
                <a:xfrm>
                  <a:off x="1473" y="768"/>
                  <a:ext cx="1848" cy="3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l"/>
                  <a:endParaRPr lang="zh-CN" altLang="en-US" sz="1000">
                    <a:latin typeface="Times New Roman" panose="02020603050405020304" pitchFamily="18" charset="0"/>
                  </a:endParaRPr>
                </a:p>
                <a:p>
                  <a:pPr algn="l"/>
                  <a:endParaRPr lang="zh-CN" altLang="en-US" sz="1000">
                    <a:latin typeface="Times New Roman" panose="02020603050405020304" pitchFamily="18" charset="0"/>
                  </a:endParaRPr>
                </a:p>
                <a:p>
                  <a:pPr algn="l"/>
                  <a:endParaRPr lang="zh-CN" altLang="en-US" sz="1000">
                    <a:latin typeface="Times New Roman" panose="02020603050405020304" pitchFamily="18" charset="0"/>
                  </a:endParaRPr>
                </a:p>
                <a:p>
                  <a:pPr algn="l"/>
                  <a:endParaRPr lang="zh-CN" altLang="en-US" sz="1000">
                    <a:latin typeface="Times New Roman" panose="02020603050405020304" pitchFamily="18" charset="0"/>
                  </a:endParaRPr>
                </a:p>
                <a:p>
                  <a:pPr algn="l"/>
                  <a:endParaRPr lang="zh-CN" altLang="en-US" sz="1000">
                    <a:latin typeface="Times New Roman" panose="02020603050405020304" pitchFamily="18" charset="0"/>
                  </a:endParaRPr>
                </a:p>
                <a:p>
                  <a:pPr algn="l"/>
                  <a:endParaRPr lang="zh-CN" altLang="en-US" sz="1000">
                    <a:latin typeface="Times New Roman" panose="02020603050405020304" pitchFamily="18" charset="0"/>
                  </a:endParaRPr>
                </a:p>
                <a:p>
                  <a:pPr algn="l"/>
                  <a:endParaRPr lang="zh-CN" altLang="en-US" sz="1000">
                    <a:latin typeface="Times New Roman" panose="02020603050405020304" pitchFamily="18" charset="0"/>
                  </a:endParaRPr>
                </a:p>
                <a:p>
                  <a:pPr algn="l"/>
                  <a:endParaRPr lang="zh-CN" altLang="en-US" sz="1000">
                    <a:latin typeface="Times New Roman" panose="02020603050405020304" pitchFamily="18" charset="0"/>
                  </a:endParaRPr>
                </a:p>
                <a:p>
                  <a:pPr eaLnBrk="0" hangingPunct="0"/>
                  <a:endParaRPr lang="zh-CN" altLang="en-US" sz="1800">
                    <a:latin typeface="Times New Roman" panose="02020603050405020304" pitchFamily="18" charset="0"/>
                  </a:endParaRPr>
                </a:p>
              </p:txBody>
            </p:sp>
            <p:sp>
              <p:nvSpPr>
                <p:cNvPr id="18449" name="Rectangle 23"/>
                <p:cNvSpPr>
                  <a:spLocks noChangeArrowheads="1"/>
                </p:cNvSpPr>
                <p:nvPr/>
              </p:nvSpPr>
              <p:spPr bwMode="auto">
                <a:xfrm>
                  <a:off x="1430" y="768"/>
                  <a:ext cx="1934" cy="384"/>
                </a:xfrm>
                <a:prstGeom prst="rect">
                  <a:avLst/>
                </a:prstGeom>
                <a:noFill/>
                <a:ln w="7">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grpSp>
        <p:sp>
          <p:nvSpPr>
            <p:cNvPr id="18442" name="Rectangle 24"/>
            <p:cNvSpPr>
              <a:spLocks noChangeArrowheads="1"/>
            </p:cNvSpPr>
            <p:nvPr/>
          </p:nvSpPr>
          <p:spPr bwMode="auto">
            <a:xfrm>
              <a:off x="-3" y="-3"/>
              <a:ext cx="3370" cy="1158"/>
            </a:xfrm>
            <a:prstGeom prst="rect">
              <a:avLst/>
            </a:prstGeom>
            <a:noFill/>
            <a:ln w="9525">
              <a:solidFill>
                <a:srgbClr val="A0A0A0"/>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sz="1800">
                <a:latin typeface="+mn-lt"/>
                <a:ea typeface="+mn-ea"/>
              </a:endParaRPr>
            </a:p>
          </p:txBody>
        </p:sp>
      </p:grpSp>
      <p:sp>
        <p:nvSpPr>
          <p:cNvPr id="5" name="标题 4"/>
          <p:cNvSpPr>
            <a:spLocks noGrp="1"/>
          </p:cNvSpPr>
          <p:nvPr>
            <p:ph type="title"/>
            <p:custDataLst>
              <p:tags r:id="rId14"/>
            </p:custDataLst>
          </p:nvPr>
        </p:nvSpPr>
        <p:spPr/>
        <p:txBody>
          <a:bodyPr vert="horz" lIns="91440" tIns="45720" rIns="91440" bIns="45720" rtlCol="0" anchor="ctr">
            <a:normAutofit/>
          </a:bodyPr>
          <a:p>
            <a:pPr lvl="0" algn="l">
              <a:buClrTx/>
              <a:buSzTx/>
              <a:buFontTx/>
            </a:pPr>
            <a:r>
              <a:rPr lang="zh-CN" altLang="en-US" smtClean="0">
                <a:sym typeface="+mn-ea"/>
              </a:rPr>
              <a:t>水印透明性的客观度量</a:t>
            </a:r>
            <a:endParaRPr lang="zh-CN" altLang="en-US" smtClean="0">
              <a:sym typeface="+mn-ea"/>
            </a:endParaRPr>
          </a:p>
        </p:txBody>
      </p:sp>
    </p:spTree>
    <p:custDataLst>
      <p:tags r:id="rId15"/>
    </p:custData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从作品类型上分类</a:t>
            </a:r>
            <a:endParaRPr lang="zh-CN" altLang="en-US" dirty="0">
              <a:solidFill>
                <a:schemeClr val="tx1"/>
              </a:solidFill>
            </a:endParaRPr>
          </a:p>
          <a:p>
            <a:pPr eaLnBrk="1" hangingPunct="1"/>
            <a:r>
              <a:rPr lang="zh-CN" altLang="en-US" dirty="0">
                <a:solidFill>
                  <a:schemeClr val="tx1"/>
                </a:solidFill>
              </a:rPr>
              <a:t>从透明性上分类</a:t>
            </a:r>
            <a:endParaRPr lang="zh-CN" altLang="en-US" dirty="0">
              <a:solidFill>
                <a:schemeClr val="tx1"/>
              </a:solidFill>
            </a:endParaRPr>
          </a:p>
          <a:p>
            <a:pPr eaLnBrk="1" hangingPunct="1"/>
            <a:r>
              <a:rPr lang="zh-CN" altLang="en-US" dirty="0">
                <a:solidFill>
                  <a:schemeClr val="tx1"/>
                </a:solidFill>
              </a:rPr>
              <a:t>从嵌入方式上分类</a:t>
            </a:r>
            <a:endParaRPr lang="zh-CN" altLang="en-US" dirty="0">
              <a:solidFill>
                <a:schemeClr val="tx1"/>
              </a:solidFill>
            </a:endParaRPr>
          </a:p>
          <a:p>
            <a:pPr eaLnBrk="1" hangingPunct="1"/>
            <a:r>
              <a:rPr lang="zh-CN" altLang="en-US" dirty="0">
                <a:solidFill>
                  <a:schemeClr val="tx1"/>
                </a:solidFill>
              </a:rPr>
              <a:t>从检测方法上分类</a:t>
            </a:r>
            <a:endParaRPr lang="zh-CN" altLang="en-US" dirty="0">
              <a:solidFill>
                <a:schemeClr val="tx1"/>
              </a:solidFill>
            </a:endParaRPr>
          </a:p>
          <a:p>
            <a:pPr eaLnBrk="1" hangingPunct="1"/>
            <a:r>
              <a:rPr lang="zh-CN" altLang="en-US" dirty="0">
                <a:solidFill>
                  <a:schemeClr val="tx1"/>
                </a:solidFill>
              </a:rPr>
              <a:t>从稳健性上分类</a:t>
            </a:r>
            <a:endParaRPr lang="zh-CN" altLang="en-US"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C8A33DC3-DB01-4E16-B5CE-E57AEC31124B}"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数字水印的分类</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lnSpc>
                <a:spcPct val="90000"/>
              </a:lnSpc>
            </a:pPr>
            <a:r>
              <a:rPr lang="zh-CN" altLang="en-US" dirty="0">
                <a:solidFill>
                  <a:schemeClr val="tx1"/>
                </a:solidFill>
              </a:rPr>
              <a:t>图像水印</a:t>
            </a:r>
            <a:endParaRPr lang="zh-CN" altLang="en-US" dirty="0">
              <a:solidFill>
                <a:schemeClr val="tx1"/>
              </a:solidFill>
            </a:endParaRPr>
          </a:p>
          <a:p>
            <a:pPr lvl="1" eaLnBrk="1" hangingPunct="1">
              <a:lnSpc>
                <a:spcPct val="90000"/>
              </a:lnSpc>
            </a:pPr>
            <a:r>
              <a:rPr lang="zh-CN" altLang="en-US" dirty="0">
                <a:solidFill>
                  <a:schemeClr val="tx1"/>
                </a:solidFill>
              </a:rPr>
              <a:t>图像是使用最多的一种多媒体数据，也是经常引起版权纠纷的一类载体。 </a:t>
            </a:r>
            <a:endParaRPr lang="zh-CN" altLang="en-US" dirty="0">
              <a:solidFill>
                <a:schemeClr val="tx1"/>
              </a:solidFill>
            </a:endParaRPr>
          </a:p>
          <a:p>
            <a:pPr lvl="2" eaLnBrk="1" hangingPunct="1">
              <a:lnSpc>
                <a:spcPct val="90000"/>
              </a:lnSpc>
            </a:pPr>
            <a:r>
              <a:rPr lang="zh-CN" altLang="en-US" dirty="0">
                <a:solidFill>
                  <a:schemeClr val="tx1"/>
                </a:solidFill>
              </a:rPr>
              <a:t>彩色/灰度图像，卡通，设计图，二值图像（徽标、文字），等</a:t>
            </a:r>
            <a:endParaRPr lang="zh-CN" altLang="en-US" dirty="0">
              <a:solidFill>
                <a:schemeClr val="tx1"/>
              </a:solidFill>
            </a:endParaRPr>
          </a:p>
          <a:p>
            <a:pPr eaLnBrk="1" hangingPunct="1">
              <a:lnSpc>
                <a:spcPct val="90000"/>
              </a:lnSpc>
            </a:pPr>
            <a:r>
              <a:rPr lang="zh-CN" altLang="en-US" dirty="0">
                <a:solidFill>
                  <a:schemeClr val="tx1"/>
                </a:solidFill>
              </a:rPr>
              <a:t>视频水印</a:t>
            </a:r>
            <a:endParaRPr lang="zh-CN" altLang="en-US" dirty="0">
              <a:solidFill>
                <a:schemeClr val="tx1"/>
              </a:solidFill>
            </a:endParaRPr>
          </a:p>
          <a:p>
            <a:pPr lvl="1" eaLnBrk="1" hangingPunct="1">
              <a:lnSpc>
                <a:spcPct val="90000"/>
              </a:lnSpc>
            </a:pPr>
            <a:r>
              <a:rPr lang="zh-CN" altLang="en-US" dirty="0">
                <a:solidFill>
                  <a:schemeClr val="tx1"/>
                </a:solidFill>
              </a:rPr>
              <a:t>保护视频产品和节目制作者的合法利益。 </a:t>
            </a:r>
            <a:endParaRPr lang="zh-CN" altLang="en-US" dirty="0">
              <a:solidFill>
                <a:schemeClr val="tx1"/>
              </a:solidFill>
            </a:endParaRPr>
          </a:p>
          <a:p>
            <a:pPr eaLnBrk="1" hangingPunct="1">
              <a:lnSpc>
                <a:spcPct val="90000"/>
              </a:lnSpc>
            </a:pPr>
            <a:r>
              <a:rPr lang="zh-CN" altLang="en-US" dirty="0">
                <a:solidFill>
                  <a:schemeClr val="tx1"/>
                </a:solidFill>
              </a:rPr>
              <a:t>音频水印</a:t>
            </a:r>
            <a:endParaRPr lang="zh-CN" altLang="en-US" dirty="0">
              <a:solidFill>
                <a:schemeClr val="tx1"/>
              </a:solidFill>
            </a:endParaRPr>
          </a:p>
          <a:p>
            <a:pPr lvl="1" eaLnBrk="1" hangingPunct="1">
              <a:lnSpc>
                <a:spcPct val="90000"/>
              </a:lnSpc>
            </a:pPr>
            <a:r>
              <a:rPr lang="zh-CN" altLang="en-US" dirty="0">
                <a:solidFill>
                  <a:schemeClr val="tx1"/>
                </a:solidFill>
              </a:rPr>
              <a:t>保护</a:t>
            </a:r>
            <a:r>
              <a:rPr lang="en-US" altLang="zh-CN" dirty="0">
                <a:solidFill>
                  <a:schemeClr val="tx1"/>
                </a:solidFill>
              </a:rPr>
              <a:t>MP3、CD、</a:t>
            </a:r>
            <a:r>
              <a:rPr lang="zh-CN" altLang="en-US" dirty="0">
                <a:solidFill>
                  <a:schemeClr val="tx1"/>
                </a:solidFill>
              </a:rPr>
              <a:t>广播电台的节目内容等 。</a:t>
            </a:r>
            <a:endParaRPr lang="zh-CN" altLang="en-US"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FA47F03A-7148-4653-9D58-6368D48B47A6}"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从载体上分类</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sz="2800" dirty="0">
                <a:solidFill>
                  <a:schemeClr val="tx1"/>
                </a:solidFill>
              </a:rPr>
              <a:t>软件水印</a:t>
            </a:r>
            <a:endParaRPr lang="zh-CN" altLang="en-US" sz="2800" dirty="0">
              <a:solidFill>
                <a:schemeClr val="tx1"/>
              </a:solidFill>
            </a:endParaRPr>
          </a:p>
          <a:p>
            <a:pPr lvl="1" eaLnBrk="1" hangingPunct="1"/>
            <a:r>
              <a:rPr lang="zh-CN" altLang="en-US" sz="2400" dirty="0">
                <a:solidFill>
                  <a:schemeClr val="tx1"/>
                </a:solidFill>
              </a:rPr>
              <a:t>是镶嵌在软件中的一些模块或数据，通过它们证明该软件的版权所有者和合法使用者等信息。 </a:t>
            </a:r>
            <a:endParaRPr lang="zh-CN" altLang="en-US" sz="2400" dirty="0">
              <a:solidFill>
                <a:schemeClr val="tx1"/>
              </a:solidFill>
            </a:endParaRPr>
          </a:p>
          <a:p>
            <a:pPr lvl="1" eaLnBrk="1" hangingPunct="1"/>
            <a:r>
              <a:rPr lang="zh-CN" altLang="en-US" sz="2400" dirty="0">
                <a:solidFill>
                  <a:schemeClr val="tx1"/>
                </a:solidFill>
              </a:rPr>
              <a:t>软件水印分为静态水印和动态水印两类</a:t>
            </a:r>
            <a:endParaRPr lang="zh-CN" altLang="en-US" sz="2400" dirty="0">
              <a:solidFill>
                <a:schemeClr val="tx1"/>
              </a:solidFill>
            </a:endParaRPr>
          </a:p>
          <a:p>
            <a:pPr lvl="2" eaLnBrk="1" hangingPunct="1"/>
            <a:r>
              <a:rPr lang="zh-CN" altLang="en-US" sz="2000" dirty="0">
                <a:solidFill>
                  <a:schemeClr val="tx1"/>
                </a:solidFill>
              </a:rPr>
              <a:t>静态水印：不依赖于软件的运行状态，可以在软件编制时或编制完成后被直接加入。</a:t>
            </a:r>
            <a:endParaRPr lang="zh-CN" altLang="en-US" sz="2000" dirty="0">
              <a:solidFill>
                <a:schemeClr val="tx1"/>
              </a:solidFill>
            </a:endParaRPr>
          </a:p>
          <a:p>
            <a:pPr lvl="2" eaLnBrk="1" hangingPunct="1"/>
            <a:r>
              <a:rPr lang="zh-CN" altLang="en-US" sz="2000" dirty="0">
                <a:solidFill>
                  <a:schemeClr val="tx1"/>
                </a:solidFill>
              </a:rPr>
              <a:t>动态水印：依赖于软件的运行状态，通常时在一类特殊的输入下才会产生，水印的验证也是在特定的时机下才能完成 。</a:t>
            </a:r>
            <a:endParaRPr lang="zh-CN" altLang="en-US" sz="2000" dirty="0">
              <a:solidFill>
                <a:schemeClr val="tx1"/>
              </a:solidFill>
            </a:endParaRPr>
          </a:p>
          <a:p>
            <a:pPr eaLnBrk="1" hangingPunct="1"/>
            <a:r>
              <a:rPr lang="zh-CN" altLang="en-US" sz="2800" dirty="0">
                <a:solidFill>
                  <a:schemeClr val="tx1"/>
                </a:solidFill>
              </a:rPr>
              <a:t>文档水印</a:t>
            </a:r>
            <a:endParaRPr lang="zh-CN" altLang="en-US" sz="2800" dirty="0">
              <a:solidFill>
                <a:schemeClr val="tx1"/>
              </a:solidFill>
            </a:endParaRPr>
          </a:p>
          <a:p>
            <a:pPr lvl="1" eaLnBrk="1" hangingPunct="1"/>
            <a:r>
              <a:rPr lang="zh-CN" altLang="en-US" sz="2400" dirty="0">
                <a:solidFill>
                  <a:schemeClr val="tx1"/>
                </a:solidFill>
              </a:rPr>
              <a:t>确定文档数据的所有者。</a:t>
            </a:r>
            <a:endParaRPr lang="zh-CN" altLang="en-US" sz="2400"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9B391E20-DEE6-494A-A45E-33BB35DFF4E4}"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从载体上分类</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dirty="0">
                <a:solidFill>
                  <a:schemeClr val="tx1"/>
                </a:solidFill>
              </a:rPr>
              <a:t>可见水印（可察觉水印）</a:t>
            </a:r>
            <a:endParaRPr lang="zh-CN" altLang="en-US" dirty="0">
              <a:solidFill>
                <a:schemeClr val="tx1"/>
              </a:solidFill>
            </a:endParaRPr>
          </a:p>
          <a:p>
            <a:pPr lvl="1" eaLnBrk="1" hangingPunct="1"/>
            <a:r>
              <a:rPr lang="zh-CN" altLang="en-US" dirty="0">
                <a:solidFill>
                  <a:schemeClr val="tx1"/>
                </a:solidFill>
              </a:rPr>
              <a:t>如电视节目上的半透明标识，其目的在于明确标识版权，防止非法的使用，虽然降低了资料的商业价值，却无损于所有者的使用。</a:t>
            </a:r>
            <a:endParaRPr lang="zh-CN" altLang="en-US" dirty="0">
              <a:solidFill>
                <a:schemeClr val="tx1"/>
              </a:solidFill>
            </a:endParaRPr>
          </a:p>
          <a:p>
            <a:pPr eaLnBrk="1" hangingPunct="1"/>
            <a:r>
              <a:rPr lang="zh-CN" altLang="en-US" dirty="0">
                <a:solidFill>
                  <a:schemeClr val="tx1"/>
                </a:solidFill>
              </a:rPr>
              <a:t>不可见水印（不可察觉水印）</a:t>
            </a:r>
            <a:endParaRPr lang="zh-CN" altLang="en-US" dirty="0">
              <a:solidFill>
                <a:schemeClr val="tx1"/>
              </a:solidFill>
            </a:endParaRPr>
          </a:p>
          <a:p>
            <a:pPr lvl="1" eaLnBrk="1" hangingPunct="1"/>
            <a:r>
              <a:rPr lang="zh-CN" altLang="en-US" dirty="0">
                <a:solidFill>
                  <a:schemeClr val="tx1"/>
                </a:solidFill>
              </a:rPr>
              <a:t>水印在视觉上不可见，目的是为了将来起诉非法使用者。不可见水印往往用在商业用的高质量图像上，而且往往配合数据解密技术一同使用。 </a:t>
            </a:r>
            <a:endParaRPr lang="zh-CN" altLang="en-US"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84DCCB7D-3475-48F0-BD15-CC8CBA483613}"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从透明性上分类</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案例：可见和不可见水印</a:t>
            </a:r>
            <a:endParaRPr lang="zh-CN" altLang="en-US" dirty="0">
              <a:solidFill>
                <a:schemeClr val="tx1"/>
              </a:solidFill>
            </a:endParaRPr>
          </a:p>
        </p:txBody>
      </p:sp>
      <p:pic>
        <p:nvPicPr>
          <p:cNvPr id="5" name="图片 4"/>
          <p:cNvPicPr>
            <a:picLocks noChangeAspect="1"/>
          </p:cNvPicPr>
          <p:nvPr>
            <p:custDataLst>
              <p:tags r:id="rId2"/>
            </p:custDataLst>
          </p:nvPr>
        </p:nvPicPr>
        <p:blipFill>
          <a:blip r:embed="rId3"/>
          <a:stretch>
            <a:fillRect/>
          </a:stretch>
        </p:blipFill>
        <p:spPr>
          <a:xfrm>
            <a:off x="2855377" y="2349004"/>
            <a:ext cx="5832647" cy="4174712"/>
          </a:xfrm>
          <a:prstGeom prst="rect">
            <a:avLst/>
          </a:prstGeom>
        </p:spPr>
      </p:pic>
      <p:sp>
        <p:nvSpPr>
          <p:cNvPr id="8" name="标题 7"/>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从透明性上分类</a:t>
            </a:r>
            <a:endParaRPr lang="zh-CN" altLang="en-US" smtClean="0">
              <a:sym typeface="+mn-ea"/>
            </a:endParaRPr>
          </a:p>
        </p:txBody>
      </p:sp>
    </p:spTree>
    <p:custDataLst>
      <p:tags r:id="rId5"/>
    </p:custDataLst>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a:solidFill>
                  <a:schemeClr val="tx1"/>
                </a:solidFill>
              </a:rPr>
              <a:t>空间域水印</a:t>
            </a:r>
            <a:endParaRPr lang="zh-CN" altLang="en-US">
              <a:solidFill>
                <a:schemeClr val="tx1"/>
              </a:solidFill>
            </a:endParaRPr>
          </a:p>
          <a:p>
            <a:pPr lvl="1" eaLnBrk="1" hangingPunct="1"/>
            <a:r>
              <a:rPr lang="en-US" altLang="zh-CN">
                <a:solidFill>
                  <a:schemeClr val="tx1"/>
                </a:solidFill>
              </a:rPr>
              <a:t>LSB</a:t>
            </a:r>
            <a:r>
              <a:rPr lang="zh-CN" altLang="en-US">
                <a:solidFill>
                  <a:schemeClr val="tx1"/>
                </a:solidFill>
              </a:rPr>
              <a:t>方法</a:t>
            </a:r>
            <a:endParaRPr lang="zh-CN" altLang="en-US">
              <a:solidFill>
                <a:schemeClr val="tx1"/>
              </a:solidFill>
            </a:endParaRPr>
          </a:p>
          <a:p>
            <a:pPr lvl="1" eaLnBrk="1" hangingPunct="1"/>
            <a:r>
              <a:rPr lang="zh-CN" altLang="en-US">
                <a:solidFill>
                  <a:schemeClr val="tx1"/>
                </a:solidFill>
              </a:rPr>
              <a:t>拼凑方法</a:t>
            </a:r>
            <a:endParaRPr lang="zh-CN" altLang="en-US">
              <a:solidFill>
                <a:schemeClr val="tx1"/>
              </a:solidFill>
            </a:endParaRPr>
          </a:p>
          <a:p>
            <a:pPr lvl="1" eaLnBrk="1" hangingPunct="1"/>
            <a:r>
              <a:rPr lang="zh-CN" altLang="en-US">
                <a:solidFill>
                  <a:schemeClr val="tx1"/>
                </a:solidFill>
              </a:rPr>
              <a:t>文档结构微调方法 </a:t>
            </a:r>
            <a:endParaRPr lang="zh-CN" altLang="en-US">
              <a:solidFill>
                <a:schemeClr val="tx1"/>
              </a:solidFill>
            </a:endParaRPr>
          </a:p>
          <a:p>
            <a:pPr eaLnBrk="1" hangingPunct="1"/>
            <a:r>
              <a:rPr lang="zh-CN" altLang="en-US">
                <a:solidFill>
                  <a:schemeClr val="tx1"/>
                </a:solidFill>
              </a:rPr>
              <a:t>变换域水印</a:t>
            </a:r>
            <a:endParaRPr lang="zh-CN" altLang="en-US">
              <a:solidFill>
                <a:schemeClr val="tx1"/>
              </a:solidFill>
            </a:endParaRPr>
          </a:p>
          <a:p>
            <a:pPr lvl="1" eaLnBrk="1" hangingPunct="1"/>
            <a:r>
              <a:rPr lang="en-US" altLang="zh-CN">
                <a:solidFill>
                  <a:schemeClr val="tx1"/>
                </a:solidFill>
              </a:rPr>
              <a:t>DCT</a:t>
            </a:r>
            <a:r>
              <a:rPr lang="zh-CN" altLang="en-US">
                <a:solidFill>
                  <a:schemeClr val="tx1"/>
                </a:solidFill>
              </a:rPr>
              <a:t>变换，小波变换，傅立叶变换，</a:t>
            </a:r>
            <a:r>
              <a:rPr lang="en-US" altLang="zh-CN">
                <a:solidFill>
                  <a:schemeClr val="tx1"/>
                </a:solidFill>
              </a:rPr>
              <a:t>Fourier-Mellin</a:t>
            </a:r>
            <a:r>
              <a:rPr lang="zh-CN" altLang="en-US">
                <a:solidFill>
                  <a:schemeClr val="tx1"/>
                </a:solidFill>
              </a:rPr>
              <a:t>变换或其它变换 </a:t>
            </a:r>
            <a:endParaRPr lang="zh-CN" altLang="en-US">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DAC01C34-FF15-488D-AE90-C343B48151CD}"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从嵌入方式上分类</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案例：空域水印示意</a:t>
            </a:r>
            <a:endParaRPr lang="zh-CN" altLang="en-US" dirty="0">
              <a:solidFill>
                <a:schemeClr val="tx1"/>
              </a:solidFill>
            </a:endParaRPr>
          </a:p>
        </p:txBody>
      </p:sp>
      <p:pic>
        <p:nvPicPr>
          <p:cNvPr id="5" name="图片 4"/>
          <p:cNvPicPr>
            <a:picLocks noChangeAspect="1"/>
          </p:cNvPicPr>
          <p:nvPr>
            <p:custDataLst>
              <p:tags r:id="rId2"/>
            </p:custDataLst>
          </p:nvPr>
        </p:nvPicPr>
        <p:blipFill>
          <a:blip r:embed="rId3"/>
          <a:stretch>
            <a:fillRect/>
          </a:stretch>
        </p:blipFill>
        <p:spPr>
          <a:xfrm>
            <a:off x="3431704" y="2670175"/>
            <a:ext cx="5362575" cy="2809875"/>
          </a:xfrm>
          <a:prstGeom prst="rect">
            <a:avLst/>
          </a:prstGeom>
        </p:spPr>
      </p:pic>
      <p:sp>
        <p:nvSpPr>
          <p:cNvPr id="8" name="标题 7"/>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从嵌入方式上分类</a:t>
            </a:r>
            <a:endParaRPr lang="zh-CN" altLang="en-US" smtClean="0">
              <a:sym typeface="+mn-ea"/>
            </a:endParaRPr>
          </a:p>
        </p:txBody>
      </p:sp>
    </p:spTree>
    <p:custDataLst>
      <p:tags r:id="rId5"/>
    </p:custDataLst>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案例：变换域水印示意</a:t>
            </a:r>
            <a:endParaRPr lang="zh-CN" altLang="en-US" dirty="0">
              <a:solidFill>
                <a:schemeClr val="tx1"/>
              </a:solidFill>
            </a:endParaRPr>
          </a:p>
        </p:txBody>
      </p:sp>
      <p:pic>
        <p:nvPicPr>
          <p:cNvPr id="4" name="图片 3"/>
          <p:cNvPicPr>
            <a:picLocks noChangeAspect="1"/>
          </p:cNvPicPr>
          <p:nvPr>
            <p:custDataLst>
              <p:tags r:id="rId2"/>
            </p:custDataLst>
          </p:nvPr>
        </p:nvPicPr>
        <p:blipFill>
          <a:blip r:embed="rId3"/>
          <a:stretch>
            <a:fillRect/>
          </a:stretch>
        </p:blipFill>
        <p:spPr>
          <a:xfrm>
            <a:off x="3791744" y="2531127"/>
            <a:ext cx="5760640" cy="3601385"/>
          </a:xfrm>
          <a:prstGeom prst="rect">
            <a:avLst/>
          </a:prstGeom>
        </p:spPr>
      </p:pic>
      <p:sp>
        <p:nvSpPr>
          <p:cNvPr id="8" name="标题 7"/>
          <p:cNvSpPr>
            <a:spLocks noGrp="1"/>
          </p:cNvSpPr>
          <p:nvPr>
            <p:ph type="title"/>
            <p:custDataLst>
              <p:tags r:id="rId4"/>
            </p:custDataLst>
          </p:nvPr>
        </p:nvSpPr>
        <p:spPr/>
        <p:txBody>
          <a:bodyPr vert="horz" lIns="91440" tIns="45720" rIns="91440" bIns="45720" rtlCol="0" anchor="ctr">
            <a:normAutofit/>
          </a:bodyPr>
          <a:p>
            <a:pPr lvl="0" algn="l">
              <a:buClrTx/>
              <a:buSzTx/>
              <a:buFontTx/>
            </a:pPr>
            <a:r>
              <a:rPr lang="zh-CN" altLang="en-US" smtClean="0">
                <a:sym typeface="+mn-ea"/>
              </a:rPr>
              <a:t>从嵌入方式上分类</a:t>
            </a:r>
            <a:endParaRPr lang="zh-CN" altLang="en-US" smtClean="0">
              <a:sym typeface="+mn-ea"/>
            </a:endParaRPr>
          </a:p>
        </p:txBody>
      </p:sp>
    </p:spTree>
    <p:custDataLst>
      <p:tags r:id="rId5"/>
    </p:custDataLst>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a:solidFill>
                  <a:schemeClr val="tx1"/>
                </a:solidFill>
              </a:rPr>
              <a:t>非盲水印和盲水印</a:t>
            </a:r>
            <a:endParaRPr lang="zh-CN" altLang="en-US">
              <a:solidFill>
                <a:schemeClr val="tx1"/>
              </a:solidFill>
            </a:endParaRPr>
          </a:p>
          <a:p>
            <a:pPr lvl="1" eaLnBrk="1" hangingPunct="1"/>
            <a:r>
              <a:rPr lang="zh-CN" altLang="en-US">
                <a:solidFill>
                  <a:schemeClr val="tx1"/>
                </a:solidFill>
              </a:rPr>
              <a:t>非盲水印（私有水印）：水印检测时需要原始载体</a:t>
            </a:r>
            <a:endParaRPr lang="zh-CN" altLang="en-US">
              <a:solidFill>
                <a:schemeClr val="tx1"/>
              </a:solidFill>
            </a:endParaRPr>
          </a:p>
          <a:p>
            <a:pPr lvl="1" eaLnBrk="1" hangingPunct="1"/>
            <a:r>
              <a:rPr lang="zh-CN" altLang="en-US">
                <a:solidFill>
                  <a:schemeClr val="tx1"/>
                </a:solidFill>
              </a:rPr>
              <a:t>盲水印（公开水印）：水印检测时无需原始载体</a:t>
            </a:r>
            <a:endParaRPr lang="zh-CN" altLang="en-US">
              <a:solidFill>
                <a:schemeClr val="tx1"/>
              </a:solidFill>
            </a:endParaRPr>
          </a:p>
          <a:p>
            <a:pPr eaLnBrk="1" hangingPunct="1"/>
            <a:r>
              <a:rPr lang="zh-CN" altLang="en-US">
                <a:solidFill>
                  <a:schemeClr val="tx1"/>
                </a:solidFill>
              </a:rPr>
              <a:t>私钥水印和公钥水印</a:t>
            </a:r>
            <a:endParaRPr lang="zh-CN" altLang="en-US">
              <a:solidFill>
                <a:schemeClr val="tx1"/>
              </a:solidFill>
            </a:endParaRPr>
          </a:p>
          <a:p>
            <a:pPr lvl="1" eaLnBrk="1" hangingPunct="1"/>
            <a:r>
              <a:rPr lang="zh-CN" altLang="en-US">
                <a:solidFill>
                  <a:schemeClr val="tx1"/>
                </a:solidFill>
              </a:rPr>
              <a:t>私钥水印：水印加载和检测使用同一密钥 </a:t>
            </a:r>
            <a:endParaRPr lang="zh-CN" altLang="en-US">
              <a:solidFill>
                <a:schemeClr val="tx1"/>
              </a:solidFill>
            </a:endParaRPr>
          </a:p>
          <a:p>
            <a:pPr lvl="1" eaLnBrk="1" hangingPunct="1"/>
            <a:r>
              <a:rPr lang="zh-CN" altLang="en-US">
                <a:solidFill>
                  <a:schemeClr val="tx1"/>
                </a:solidFill>
              </a:rPr>
              <a:t>公钥水印：水印加载和检测使用不同的密钥（同密码学中的公钥密码） </a:t>
            </a:r>
            <a:endParaRPr lang="zh-CN" altLang="en-US">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43583FFF-BD4F-4A99-9DF9-4BB5B3283EBB}"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从检测方法上分类</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内容占位符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案例：基于</a:t>
            </a:r>
            <a:r>
              <a:rPr lang="en-US" altLang="zh-CN" dirty="0">
                <a:solidFill>
                  <a:schemeClr val="tx1"/>
                </a:solidFill>
              </a:rPr>
              <a:t>LSB</a:t>
            </a:r>
            <a:r>
              <a:rPr lang="zh-CN" altLang="en-US" dirty="0">
                <a:solidFill>
                  <a:schemeClr val="tx1"/>
                </a:solidFill>
              </a:rPr>
              <a:t>的盲水印系统</a:t>
            </a:r>
            <a:endParaRPr lang="zh-CN" altLang="en-US" dirty="0">
              <a:solidFill>
                <a:schemeClr val="tx1"/>
              </a:solidFill>
            </a:endParaRPr>
          </a:p>
        </p:txBody>
      </p:sp>
      <p:sp>
        <p:nvSpPr>
          <p:cNvPr id="14" name="灯片编号占位符 3"/>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1A4EF384-3CBD-4607-BDAC-1C896A6B12A4}" type="slidenum">
              <a:rPr lang="zh-CN" altLang="en-US" smtClean="0">
                <a:solidFill>
                  <a:schemeClr val="tx1"/>
                </a:solidFill>
              </a:rPr>
            </a:fld>
            <a:endParaRPr lang="zh-CN" altLang="en-US" smtClean="0">
              <a:solidFill>
                <a:schemeClr val="tx1"/>
              </a:solidFill>
            </a:endParaRPr>
          </a:p>
        </p:txBody>
      </p:sp>
      <p:sp>
        <p:nvSpPr>
          <p:cNvPr id="8" name="矩形 7"/>
          <p:cNvSpPr/>
          <p:nvPr>
            <p:custDataLst>
              <p:tags r:id="rId3"/>
            </p:custDataLst>
          </p:nvPr>
        </p:nvSpPr>
        <p:spPr bwMode="auto">
          <a:xfrm>
            <a:off x="7382267" y="3717032"/>
            <a:ext cx="441925" cy="1512169"/>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eaVert" wrap="none" lIns="91440" tIns="45720" rIns="91440" bIns="45720" numCol="1" rtlCol="0" anchor="t" anchorCtr="0" compatLnSpc="1"/>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攻击</a:t>
            </a:r>
            <a:endParaRPr kumimoji="1" lang="zh-CN" altLang="en-US" sz="1800" b="0" i="0" u="none" strike="noStrike" cap="none" normalizeH="0" baseline="0" dirty="0">
              <a:ln>
                <a:noFill/>
              </a:ln>
              <a:solidFill>
                <a:schemeClr val="tx1"/>
              </a:solidFill>
              <a:effectLst/>
              <a:latin typeface="+mn-lt"/>
              <a:ea typeface="+mn-ea"/>
            </a:endParaRPr>
          </a:p>
        </p:txBody>
      </p:sp>
      <p:sp>
        <p:nvSpPr>
          <p:cNvPr id="12" name="TextBox 11"/>
          <p:cNvSpPr txBox="1"/>
          <p:nvPr>
            <p:custDataLst>
              <p:tags r:id="rId4"/>
            </p:custDataLst>
          </p:nvPr>
        </p:nvSpPr>
        <p:spPr>
          <a:xfrm>
            <a:off x="1740024" y="4149080"/>
            <a:ext cx="467544" cy="368300"/>
          </a:xfrm>
          <a:prstGeom prst="rect">
            <a:avLst/>
          </a:prstGeom>
          <a:noFill/>
        </p:spPr>
        <p:txBody>
          <a:bodyPr wrap="square" rtlCol="0">
            <a:normAutofit/>
          </a:bodyPr>
          <a:lstStyle/>
          <a:p>
            <a:r>
              <a:rPr lang="en-US" altLang="zh-CN" sz="1800" dirty="0">
                <a:solidFill>
                  <a:schemeClr val="tx1"/>
                </a:solidFill>
                <a:latin typeface="+mn-lt"/>
                <a:ea typeface="+mn-ea"/>
              </a:rPr>
              <a:t>A</a:t>
            </a:r>
            <a:endParaRPr lang="en-US" altLang="zh-CN" sz="1800" dirty="0">
              <a:solidFill>
                <a:schemeClr val="tx1"/>
              </a:solidFill>
              <a:latin typeface="+mn-lt"/>
              <a:ea typeface="+mn-ea"/>
            </a:endParaRPr>
          </a:p>
        </p:txBody>
      </p:sp>
      <p:sp>
        <p:nvSpPr>
          <p:cNvPr id="13" name="TextBox 12"/>
          <p:cNvSpPr txBox="1"/>
          <p:nvPr>
            <p:custDataLst>
              <p:tags r:id="rId5"/>
            </p:custDataLst>
          </p:nvPr>
        </p:nvSpPr>
        <p:spPr>
          <a:xfrm>
            <a:off x="4942574" y="6495727"/>
            <a:ext cx="467544" cy="368300"/>
          </a:xfrm>
          <a:prstGeom prst="rect">
            <a:avLst/>
          </a:prstGeom>
          <a:noFill/>
        </p:spPr>
        <p:txBody>
          <a:bodyPr wrap="square" rtlCol="0">
            <a:normAutofit/>
          </a:bodyPr>
          <a:lstStyle/>
          <a:p>
            <a:r>
              <a:rPr lang="en-US" altLang="zh-CN" sz="1800" dirty="0">
                <a:solidFill>
                  <a:schemeClr val="tx1"/>
                </a:solidFill>
                <a:latin typeface="+mn-lt"/>
                <a:ea typeface="+mn-ea"/>
              </a:rPr>
              <a:t>B</a:t>
            </a:r>
            <a:endParaRPr lang="en-US" altLang="zh-CN" sz="1800" dirty="0">
              <a:solidFill>
                <a:schemeClr val="tx1"/>
              </a:solidFill>
              <a:latin typeface="+mn-lt"/>
              <a:ea typeface="+mn-ea"/>
            </a:endParaRPr>
          </a:p>
        </p:txBody>
      </p:sp>
      <p:cxnSp>
        <p:nvCxnSpPr>
          <p:cNvPr id="17" name="直接箭头连接符 16"/>
          <p:cNvCxnSpPr/>
          <p:nvPr/>
        </p:nvCxnSpPr>
        <p:spPr bwMode="auto">
          <a:xfrm>
            <a:off x="2207568" y="4392639"/>
            <a:ext cx="1727829" cy="0"/>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直接箭头连接符 17"/>
          <p:cNvCxnSpPr/>
          <p:nvPr/>
        </p:nvCxnSpPr>
        <p:spPr bwMode="auto">
          <a:xfrm>
            <a:off x="5829888" y="4425549"/>
            <a:ext cx="1286866" cy="0"/>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箭头连接符 20"/>
          <p:cNvCxnSpPr/>
          <p:nvPr/>
        </p:nvCxnSpPr>
        <p:spPr bwMode="auto">
          <a:xfrm>
            <a:off x="7907160" y="4437112"/>
            <a:ext cx="421088" cy="0"/>
          </a:xfrm>
          <a:prstGeom prst="straightConnector1">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肘形连接符 23"/>
          <p:cNvCxnSpPr>
            <a:stCxn id="9" idx="3"/>
            <a:endCxn id="13" idx="3"/>
          </p:cNvCxnSpPr>
          <p:nvPr/>
        </p:nvCxnSpPr>
        <p:spPr bwMode="auto">
          <a:xfrm flipH="1">
            <a:off x="5410200" y="4364990"/>
            <a:ext cx="4934585" cy="2314575"/>
          </a:xfrm>
          <a:prstGeom prst="bentConnector3">
            <a:avLst>
              <a:gd name="adj1" fmla="val -4826"/>
            </a:avLst>
          </a:prstGeom>
          <a:solidFill>
            <a:schemeClr val="accent1"/>
          </a:solidFill>
          <a:ln w="952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30" name="组合 29"/>
          <p:cNvGrpSpPr/>
          <p:nvPr/>
        </p:nvGrpSpPr>
        <p:grpSpPr>
          <a:xfrm>
            <a:off x="2482958" y="4495657"/>
            <a:ext cx="1236778" cy="1381615"/>
            <a:chOff x="958958" y="4495657"/>
            <a:chExt cx="1236778" cy="1381615"/>
          </a:xfrm>
        </p:grpSpPr>
        <p:sp>
          <p:nvSpPr>
            <p:cNvPr id="11" name="矩形 10"/>
            <p:cNvSpPr/>
            <p:nvPr>
              <p:custDataLst>
                <p:tags r:id="rId6"/>
              </p:custDataLst>
            </p:nvPr>
          </p:nvSpPr>
          <p:spPr bwMode="auto">
            <a:xfrm>
              <a:off x="958958" y="4495657"/>
              <a:ext cx="1236778" cy="1381615"/>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数字水印</a:t>
              </a:r>
              <a:endParaRPr kumimoji="1" lang="zh-CN" altLang="en-US" sz="1800" b="0" i="0" u="none" strike="noStrike" cap="none" normalizeH="0" baseline="0" dirty="0">
                <a:ln>
                  <a:noFill/>
                </a:ln>
                <a:solidFill>
                  <a:schemeClr val="tx1"/>
                </a:solidFill>
                <a:effectLst/>
                <a:latin typeface="+mn-lt"/>
                <a:ea typeface="+mn-ea"/>
              </a:endParaRPr>
            </a:p>
          </p:txBody>
        </p:sp>
        <p:pic>
          <p:nvPicPr>
            <p:cNvPr id="26" name="Picture 2"/>
            <p:cNvPicPr>
              <a:picLocks noChangeAspect="1" noChangeArrowheads="1"/>
            </p:cNvPicPr>
            <p:nvPr>
              <p:custDataLst>
                <p:tags r:id="rId7"/>
              </p:custDataLst>
            </p:nvPr>
          </p:nvPicPr>
          <p:blipFill rotWithShape="1">
            <a:blip r:embed="rId8" cstate="print">
              <a:extLst>
                <a:ext uri="{28A0092B-C50C-407E-A947-70E740481C1C}">
                  <a14:useLocalDpi xmlns:a14="http://schemas.microsoft.com/office/drawing/2010/main" val="0"/>
                </a:ext>
              </a:extLst>
            </a:blip>
            <a:srcRect l="12917" t="5716" r="12700" b="9752"/>
            <a:stretch>
              <a:fillRect/>
            </a:stretch>
          </p:blipFill>
          <p:spPr bwMode="auto">
            <a:xfrm>
              <a:off x="1115616" y="4869160"/>
              <a:ext cx="960886" cy="920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9" name="组合 28"/>
          <p:cNvGrpSpPr/>
          <p:nvPr/>
        </p:nvGrpSpPr>
        <p:grpSpPr>
          <a:xfrm>
            <a:off x="5939342" y="5157192"/>
            <a:ext cx="1236778" cy="1381615"/>
            <a:chOff x="4415342" y="5157192"/>
            <a:chExt cx="1236778" cy="1381615"/>
          </a:xfrm>
        </p:grpSpPr>
        <p:sp>
          <p:nvSpPr>
            <p:cNvPr id="10" name="矩形 9"/>
            <p:cNvSpPr/>
            <p:nvPr>
              <p:custDataLst>
                <p:tags r:id="rId9"/>
              </p:custDataLst>
            </p:nvPr>
          </p:nvSpPr>
          <p:spPr bwMode="auto">
            <a:xfrm>
              <a:off x="4415342" y="5157192"/>
              <a:ext cx="1236778" cy="1381615"/>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数字水印</a:t>
              </a:r>
              <a:endParaRPr kumimoji="1" lang="zh-CN" altLang="en-US" sz="1800" b="0" i="0" u="none" strike="noStrike" cap="none" normalizeH="0" baseline="0" dirty="0">
                <a:ln>
                  <a:noFill/>
                </a:ln>
                <a:solidFill>
                  <a:schemeClr val="tx1"/>
                </a:solidFill>
                <a:effectLst/>
                <a:latin typeface="+mn-lt"/>
                <a:ea typeface="+mn-ea"/>
              </a:endParaRPr>
            </a:p>
          </p:txBody>
        </p:sp>
        <p:pic>
          <p:nvPicPr>
            <p:cNvPr id="28" name="Picture 2"/>
            <p:cNvPicPr>
              <a:picLocks noChangeAspect="1" noChangeArrowheads="1"/>
            </p:cNvPicPr>
            <p:nvPr>
              <p:custDataLst>
                <p:tags r:id="rId10"/>
              </p:custDataLst>
            </p:nvPr>
          </p:nvPicPr>
          <p:blipFill rotWithShape="1">
            <a:blip r:embed="rId8" cstate="print">
              <a:extLst>
                <a:ext uri="{28A0092B-C50C-407E-A947-70E740481C1C}">
                  <a14:useLocalDpi xmlns:a14="http://schemas.microsoft.com/office/drawing/2010/main" val="0"/>
                </a:ext>
              </a:extLst>
            </a:blip>
            <a:srcRect l="12917" t="5716" r="12700" b="9752"/>
            <a:stretch>
              <a:fillRect/>
            </a:stretch>
          </p:blipFill>
          <p:spPr bwMode="auto">
            <a:xfrm>
              <a:off x="4547218" y="5532564"/>
              <a:ext cx="960886" cy="9207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3" name="组合 32"/>
          <p:cNvGrpSpPr/>
          <p:nvPr/>
        </p:nvGrpSpPr>
        <p:grpSpPr>
          <a:xfrm>
            <a:off x="2495600" y="2911176"/>
            <a:ext cx="1236778" cy="1381615"/>
            <a:chOff x="971600" y="2911176"/>
            <a:chExt cx="1236778" cy="1381615"/>
          </a:xfrm>
        </p:grpSpPr>
        <p:sp>
          <p:nvSpPr>
            <p:cNvPr id="5" name="矩形 4"/>
            <p:cNvSpPr/>
            <p:nvPr>
              <p:custDataLst>
                <p:tags r:id="rId11"/>
              </p:custDataLst>
            </p:nvPr>
          </p:nvSpPr>
          <p:spPr bwMode="auto">
            <a:xfrm>
              <a:off x="971600" y="2911176"/>
              <a:ext cx="1236778" cy="1381615"/>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    作品</a:t>
              </a:r>
              <a:endParaRPr kumimoji="1" lang="zh-CN" altLang="en-US" sz="1800" b="0" i="0" u="none" strike="noStrike" cap="none" normalizeH="0" baseline="0" dirty="0">
                <a:ln>
                  <a:noFill/>
                </a:ln>
                <a:solidFill>
                  <a:schemeClr val="tx1"/>
                </a:solidFill>
                <a:effectLst/>
                <a:latin typeface="+mn-lt"/>
                <a:ea typeface="+mn-ea"/>
              </a:endParaRPr>
            </a:p>
          </p:txBody>
        </p:sp>
        <p:pic>
          <p:nvPicPr>
            <p:cNvPr id="39938" name="Picture 2"/>
            <p:cNvPicPr>
              <a:picLocks noChangeAspect="1" noChangeArrowheads="1"/>
            </p:cNvPicPr>
            <p:nvPr>
              <p:custDataLst>
                <p:tags r:id="rId12"/>
              </p:custDataLst>
            </p:nvPr>
          </p:nvPicPr>
          <p:blipFill rotWithShape="1">
            <a:blip r:embed="rId13" cstate="print">
              <a:extLst>
                <a:ext uri="{28A0092B-C50C-407E-A947-70E740481C1C}">
                  <a14:useLocalDpi xmlns:a14="http://schemas.microsoft.com/office/drawing/2010/main" val="0"/>
                </a:ext>
              </a:extLst>
            </a:blip>
            <a:srcRect l="13098" t="5566" r="11961" b="10726"/>
            <a:stretch>
              <a:fillRect/>
            </a:stretch>
          </p:blipFill>
          <p:spPr bwMode="auto">
            <a:xfrm>
              <a:off x="1090834" y="3212976"/>
              <a:ext cx="1032894" cy="1020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1" name="组合 30"/>
          <p:cNvGrpSpPr/>
          <p:nvPr/>
        </p:nvGrpSpPr>
        <p:grpSpPr>
          <a:xfrm>
            <a:off x="5879976" y="2695457"/>
            <a:ext cx="1236778" cy="1381615"/>
            <a:chOff x="4355976" y="2695457"/>
            <a:chExt cx="1236778" cy="1381615"/>
          </a:xfrm>
        </p:grpSpPr>
        <p:sp>
          <p:nvSpPr>
            <p:cNvPr id="7" name="矩形 6"/>
            <p:cNvSpPr/>
            <p:nvPr>
              <p:custDataLst>
                <p:tags r:id="rId14"/>
              </p:custDataLst>
            </p:nvPr>
          </p:nvSpPr>
          <p:spPr bwMode="auto">
            <a:xfrm>
              <a:off x="4355976" y="2695457"/>
              <a:ext cx="1236778" cy="1381615"/>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水印作品</a:t>
              </a:r>
              <a:endParaRPr kumimoji="1" lang="zh-CN" altLang="en-US" sz="1800" b="0" i="0" u="none" strike="noStrike" cap="none" normalizeH="0" baseline="0" dirty="0">
                <a:ln>
                  <a:noFill/>
                </a:ln>
                <a:solidFill>
                  <a:schemeClr val="tx1"/>
                </a:solidFill>
                <a:effectLst/>
                <a:latin typeface="+mn-lt"/>
                <a:ea typeface="+mn-ea"/>
              </a:endParaRPr>
            </a:p>
          </p:txBody>
        </p:sp>
        <p:pic>
          <p:nvPicPr>
            <p:cNvPr id="32" name="Picture 2"/>
            <p:cNvPicPr>
              <a:picLocks noChangeAspect="1" noChangeArrowheads="1"/>
            </p:cNvPicPr>
            <p:nvPr>
              <p:custDataLst>
                <p:tags r:id="rId15"/>
              </p:custDataLst>
            </p:nvPr>
          </p:nvPicPr>
          <p:blipFill rotWithShape="1">
            <a:blip r:embed="rId13" cstate="print">
              <a:extLst>
                <a:ext uri="{28A0092B-C50C-407E-A947-70E740481C1C}">
                  <a14:useLocalDpi xmlns:a14="http://schemas.microsoft.com/office/drawing/2010/main" val="0"/>
                </a:ext>
              </a:extLst>
            </a:blip>
            <a:srcRect l="13098" t="5566" r="11961" b="10726"/>
            <a:stretch>
              <a:fillRect/>
            </a:stretch>
          </p:blipFill>
          <p:spPr bwMode="auto">
            <a:xfrm>
              <a:off x="4475210" y="2996952"/>
              <a:ext cx="1032894" cy="1020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1" name="组合 60"/>
          <p:cNvGrpSpPr/>
          <p:nvPr/>
        </p:nvGrpSpPr>
        <p:grpSpPr>
          <a:xfrm>
            <a:off x="3935397" y="3312519"/>
            <a:ext cx="1800563" cy="2160241"/>
            <a:chOff x="2411397" y="3312519"/>
            <a:chExt cx="1800563" cy="2160241"/>
          </a:xfrm>
        </p:grpSpPr>
        <p:sp>
          <p:nvSpPr>
            <p:cNvPr id="6" name="矩形 5"/>
            <p:cNvSpPr/>
            <p:nvPr>
              <p:custDataLst>
                <p:tags r:id="rId16"/>
              </p:custDataLst>
            </p:nvPr>
          </p:nvSpPr>
          <p:spPr bwMode="auto">
            <a:xfrm>
              <a:off x="2411397" y="3312519"/>
              <a:ext cx="1800563" cy="2160241"/>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lang="zh-CN" altLang="en-US" sz="1800" dirty="0">
                  <a:solidFill>
                    <a:schemeClr val="tx1"/>
                  </a:solidFill>
                  <a:latin typeface="+mn-lt"/>
                  <a:ea typeface="+mn-ea"/>
                </a:rPr>
                <a:t>嵌入算法</a:t>
              </a:r>
              <a:endParaRPr kumimoji="1" lang="zh-CN" altLang="en-US" sz="1800" b="0" i="0" u="none" strike="noStrike" cap="none" normalizeH="0" baseline="0" dirty="0">
                <a:ln>
                  <a:noFill/>
                </a:ln>
                <a:solidFill>
                  <a:schemeClr val="tx1"/>
                </a:solidFill>
                <a:effectLst/>
                <a:latin typeface="+mn-lt"/>
                <a:ea typeface="+mn-ea"/>
              </a:endParaRPr>
            </a:p>
          </p:txBody>
        </p:sp>
        <p:grpSp>
          <p:nvGrpSpPr>
            <p:cNvPr id="35" name="组合 34"/>
            <p:cNvGrpSpPr/>
            <p:nvPr/>
          </p:nvGrpSpPr>
          <p:grpSpPr>
            <a:xfrm>
              <a:off x="2483768" y="3717032"/>
              <a:ext cx="1441755" cy="1700567"/>
              <a:chOff x="3851920" y="2780928"/>
              <a:chExt cx="3600400" cy="4246716"/>
            </a:xfrm>
          </p:grpSpPr>
          <p:pic>
            <p:nvPicPr>
              <p:cNvPr id="36" name="Picture 2"/>
              <p:cNvPicPr>
                <a:picLocks noChangeAspect="1" noChangeArrowheads="1"/>
              </p:cNvPicPr>
              <p:nvPr>
                <p:custDataLst>
                  <p:tags r:id="rId17"/>
                </p:custDataLst>
              </p:nvPr>
            </p:nvPicPr>
            <p:blipFill rotWithShape="1">
              <a:blip r:embed="rId18" cstate="print">
                <a:extLst>
                  <a:ext uri="{28A0092B-C50C-407E-A947-70E740481C1C}">
                    <a14:useLocalDpi xmlns:a14="http://schemas.microsoft.com/office/drawing/2010/main" val="0"/>
                  </a:ext>
                </a:extLst>
              </a:blip>
              <a:srcRect l="12722" t="4994" r="12214" b="9865"/>
              <a:stretch>
                <a:fillRect/>
              </a:stretch>
            </p:blipFill>
            <p:spPr bwMode="auto">
              <a:xfrm>
                <a:off x="4709989" y="4857517"/>
                <a:ext cx="1662211"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7" name="Picture 2"/>
              <p:cNvPicPr>
                <a:picLocks noChangeAspect="1" noChangeArrowheads="1"/>
              </p:cNvPicPr>
              <p:nvPr>
                <p:custDataLst>
                  <p:tags r:id="rId19"/>
                </p:custDataLst>
              </p:nvPr>
            </p:nvPicPr>
            <p:blipFill rotWithShape="1">
              <a:blip r:embed="rId20" cstate="print">
                <a:extLst>
                  <a:ext uri="{28A0092B-C50C-407E-A947-70E740481C1C}">
                    <a14:useLocalDpi xmlns:a14="http://schemas.microsoft.com/office/drawing/2010/main" val="0"/>
                  </a:ext>
                </a:extLst>
              </a:blip>
              <a:srcRect l="12976" t="5280" r="12721" b="9580"/>
              <a:stretch>
                <a:fillRect/>
              </a:stretch>
            </p:blipFill>
            <p:spPr bwMode="auto">
              <a:xfrm>
                <a:off x="4720809" y="3573016"/>
                <a:ext cx="1645364"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2"/>
              <p:cNvPicPr>
                <a:picLocks noChangeAspect="1" noChangeArrowheads="1"/>
              </p:cNvPicPr>
              <p:nvPr>
                <p:custDataLst>
                  <p:tags r:id="rId21"/>
                </p:custDataLst>
              </p:nvPr>
            </p:nvPicPr>
            <p:blipFill rotWithShape="1">
              <a:blip r:embed="rId22" cstate="print">
                <a:extLst>
                  <a:ext uri="{28A0092B-C50C-407E-A947-70E740481C1C}">
                    <a14:useLocalDpi xmlns:a14="http://schemas.microsoft.com/office/drawing/2010/main" val="0"/>
                  </a:ext>
                </a:extLst>
              </a:blip>
              <a:srcRect l="12468" t="5279" r="11961" b="9293"/>
              <a:stretch>
                <a:fillRect/>
              </a:stretch>
            </p:blipFill>
            <p:spPr bwMode="auto">
              <a:xfrm>
                <a:off x="4692731" y="2780928"/>
                <a:ext cx="1673442" cy="1673442"/>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39" name="直接箭头连接符 38"/>
              <p:cNvCxnSpPr/>
              <p:nvPr/>
            </p:nvCxnSpPr>
            <p:spPr bwMode="auto">
              <a:xfrm flipH="1">
                <a:off x="3851920" y="4365104"/>
                <a:ext cx="864096" cy="1334088"/>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接箭头连接符 39"/>
              <p:cNvCxnSpPr/>
              <p:nvPr/>
            </p:nvCxnSpPr>
            <p:spPr bwMode="auto">
              <a:xfrm>
                <a:off x="4067944" y="4444666"/>
                <a:ext cx="3384376" cy="1216582"/>
              </a:xfrm>
              <a:prstGeom prst="straightConnector1">
                <a:avLst/>
              </a:prstGeom>
              <a:solidFill>
                <a:schemeClr val="accent1"/>
              </a:solidFill>
              <a:ln w="2857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箭头连接符 40"/>
              <p:cNvCxnSpPr/>
              <p:nvPr/>
            </p:nvCxnSpPr>
            <p:spPr bwMode="auto">
              <a:xfrm flipV="1">
                <a:off x="4572000" y="2780928"/>
                <a:ext cx="0" cy="2160241"/>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42" name="矩形 41"/>
                  <p:cNvSpPr/>
                  <p:nvPr>
                    <p:custDataLst>
                      <p:tags r:id="rId23"/>
                    </p:custDataLst>
                  </p:nvPr>
                </p:nvSpPr>
                <p:spPr>
                  <a:xfrm rot="882434">
                    <a:off x="5148064" y="4725144"/>
                    <a:ext cx="987918" cy="2302500"/>
                  </a:xfrm>
                  <a:prstGeom prst="rect">
                    <a:avLst/>
                  </a:prstGeom>
                  <a:effectLst>
                    <a:outerShdw blurRad="76200" dist="12700" dir="2700000" sy="-23000" kx="-800400" algn="bl" rotWithShape="0">
                      <a:prstClr val="black">
                        <a:alpha val="20000"/>
                      </a:prstClr>
                    </a:outerShdw>
                  </a:effectLst>
                  <a:scene3d>
                    <a:camera prst="perspectiveContrastingLeftFacing"/>
                    <a:lightRig rig="threePt" dir="t"/>
                  </a:scene3d>
                </p:spPr>
                <p:txBody>
                  <a:bodyPr wrap="none">
                    <a:spAutoFit/>
                  </a:bodyPr>
                  <a:lstStyle/>
                  <a:p>
                    <a14:m>
                      <m:oMathPara xmlns:m="http://schemas.openxmlformats.org/officeDocument/2006/math">
                        <m:oMathParaPr>
                          <m:jc m:val="centerGroup"/>
                        </m:oMathParaPr>
                        <m:oMath xmlns:m="http://schemas.openxmlformats.org/officeDocument/2006/math">
                          <m:r>
                            <a:rPr lang="zh-CN" altLang="en-US" sz="5400" i="1">
                              <a:solidFill>
                                <a:schemeClr val="tx1"/>
                              </a:solidFill>
                              <a:latin typeface="Cambria Math" panose="02040503050406030204" pitchFamily="18" charset="0"/>
                              <a:ea typeface="MS Mincho" charset="0"/>
                              <a:cs typeface="Cambria Math" panose="02040503050406030204" pitchFamily="18" charset="0"/>
                            </a:rPr>
                            <m:t>⋮</m:t>
                          </m:r>
                        </m:oMath>
                      </m:oMathPara>
                    </a14:m>
                    <a:endParaRPr lang="zh-CN" altLang="en-US" sz="5400" i="1" dirty="0">
                      <a:solidFill>
                        <a:schemeClr val="tx1"/>
                      </a:solidFill>
                      <a:latin typeface="+mn-lt"/>
                      <a:ea typeface="+mn-ea"/>
                      <a:cs typeface="Cambria Math" panose="02040503050406030204" pitchFamily="18" charset="0"/>
                    </a:endParaRPr>
                  </a:p>
                </p:txBody>
              </p:sp>
            </mc:Choice>
            <mc:Fallback>
              <p:sp>
                <p:nvSpPr>
                  <p:cNvPr id="42" name="矩形 41"/>
                  <p:cNvSpPr>
                    <a:spLocks noRot="1" noChangeAspect="1" noMove="1" noResize="1" noEditPoints="1" noAdjustHandles="1" noChangeArrowheads="1" noChangeShapeType="1" noTextEdit="1"/>
                  </p:cNvSpPr>
                  <p:nvPr>
                    <p:custDataLst>
                      <p:tags r:id="rId24"/>
                    </p:custDataLst>
                  </p:nvPr>
                </p:nvSpPr>
                <p:spPr>
                  <a:xfrm rot="882434">
                    <a:off x="5148064" y="4725144"/>
                    <a:ext cx="987918" cy="2302500"/>
                  </a:xfrm>
                  <a:prstGeom prst="rect">
                    <a:avLst/>
                  </a:prstGeom>
                  <a:blipFill rotWithShape="1">
                    <a:blip r:embed="rId25"/>
                  </a:blipFill>
                  <a:effectLst>
                    <a:outerShdw blurRad="76200" dist="12700" dir="2700000" sy="-23000" kx="-800400" algn="bl" rotWithShape="0">
                      <a:prstClr val="black">
                        <a:alpha val="20000"/>
                      </a:prstClr>
                    </a:outerShdw>
                  </a:effectLst>
                  <a:scene3d>
                    <a:camera prst="perspectiveContrastingLeftFacing"/>
                    <a:lightRig rig="threePt" dir="t"/>
                  </a:scene3d>
                </p:spPr>
                <p:txBody>
                  <a:bodyPr/>
                  <a:lstStyle/>
                  <a:p>
                    <a:r>
                      <a:rPr lang="zh-CN" altLang="en-US">
                        <a:noFill/>
                      </a:rPr>
                      <a:t> </a:t>
                    </a:r>
                  </a:p>
                </p:txBody>
              </p:sp>
            </mc:Fallback>
          </mc:AlternateContent>
        </p:grpSp>
        <p:cxnSp>
          <p:nvCxnSpPr>
            <p:cNvPr id="43" name="直接箭头连接符 42"/>
            <p:cNvCxnSpPr/>
            <p:nvPr/>
          </p:nvCxnSpPr>
          <p:spPr bwMode="auto">
            <a:xfrm flipH="1">
              <a:off x="3347864" y="4077072"/>
              <a:ext cx="479663" cy="864096"/>
            </a:xfrm>
            <a:prstGeom prst="straightConnector1">
              <a:avLst/>
            </a:prstGeom>
            <a:solidFill>
              <a:schemeClr val="accent1"/>
            </a:solidFill>
            <a:ln w="38100" cap="flat" cmpd="sng" algn="ctr">
              <a:solidFill>
                <a:srgbClr val="FF3300"/>
              </a:solidFill>
              <a:prstDash val="solid"/>
              <a:miter lim="800000"/>
              <a:headEnd type="none" w="med" len="med"/>
              <a:tailEnd type="arrow"/>
            </a:ln>
            <a:effectLst/>
          </p:spPr>
        </p:cxnSp>
        <p:pic>
          <p:nvPicPr>
            <p:cNvPr id="46" name="Picture 2"/>
            <p:cNvPicPr>
              <a:picLocks noChangeAspect="1" noChangeArrowheads="1"/>
            </p:cNvPicPr>
            <p:nvPr>
              <p:custDataLst>
                <p:tags r:id="rId26"/>
              </p:custDataLst>
            </p:nvPr>
          </p:nvPicPr>
          <p:blipFill rotWithShape="1">
            <a:blip r:embed="rId27" cstate="print">
              <a:extLst>
                <a:ext uri="{28A0092B-C50C-407E-A947-70E740481C1C}">
                  <a14:useLocalDpi xmlns:a14="http://schemas.microsoft.com/office/drawing/2010/main" val="0"/>
                </a:ext>
              </a:extLst>
            </a:blip>
            <a:srcRect l="12917" t="5716" r="12700" b="9752"/>
            <a:stretch>
              <a:fillRect/>
            </a:stretch>
          </p:blipFill>
          <p:spPr bwMode="auto">
            <a:xfrm>
              <a:off x="3713300" y="3617126"/>
              <a:ext cx="354644" cy="339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60" name="组合 59"/>
          <p:cNvGrpSpPr/>
          <p:nvPr/>
        </p:nvGrpSpPr>
        <p:grpSpPr>
          <a:xfrm>
            <a:off x="8543909" y="3284983"/>
            <a:ext cx="1800563" cy="2160241"/>
            <a:chOff x="7019909" y="3284983"/>
            <a:chExt cx="1800563" cy="2160241"/>
          </a:xfrm>
        </p:grpSpPr>
        <p:sp>
          <p:nvSpPr>
            <p:cNvPr id="9" name="矩形 8"/>
            <p:cNvSpPr/>
            <p:nvPr>
              <p:custDataLst>
                <p:tags r:id="rId28"/>
              </p:custDataLst>
            </p:nvPr>
          </p:nvSpPr>
          <p:spPr bwMode="auto">
            <a:xfrm>
              <a:off x="7019909" y="3284983"/>
              <a:ext cx="1800563" cy="2160241"/>
            </a:xfrm>
            <a:prstGeom prst="rect">
              <a:avLst/>
            </a:prstGeom>
            <a:solidFill>
              <a:schemeClr val="bg1"/>
            </a:solidFill>
            <a:ln w="38100" cap="flat" cmpd="sng" algn="ctr">
              <a:solidFill>
                <a:schemeClr val="tx1"/>
              </a:solidFill>
              <a:prstDash val="solid"/>
              <a:miter lim="800000"/>
              <a:headEnd type="none" w="med" len="med"/>
              <a:tailEnd type="none" w="med" len="med"/>
            </a:ln>
            <a:effectLst/>
          </p:spPr>
          <p:txBody>
            <a:bodyPr vert="horz" wrap="square" lIns="91440" tIns="45720" rIns="91440" bIns="45720" numCol="1" rtlCol="0" anchor="t" anchorCtr="0" compatLnSpc="1">
              <a:norm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800" b="0" i="0" u="none" strike="noStrike" cap="none" normalizeH="0" baseline="0" dirty="0">
                  <a:ln>
                    <a:noFill/>
                  </a:ln>
                  <a:solidFill>
                    <a:schemeClr val="tx1"/>
                  </a:solidFill>
                  <a:effectLst/>
                  <a:latin typeface="+mn-lt"/>
                  <a:ea typeface="+mn-ea"/>
                </a:rPr>
                <a:t>提取算法</a:t>
              </a:r>
              <a:endParaRPr kumimoji="1" lang="zh-CN" altLang="en-US" sz="1800" b="0" i="0" u="none" strike="noStrike" cap="none" normalizeH="0" baseline="0" dirty="0">
                <a:ln>
                  <a:noFill/>
                </a:ln>
                <a:solidFill>
                  <a:schemeClr val="tx1"/>
                </a:solidFill>
                <a:effectLst/>
                <a:latin typeface="+mn-lt"/>
                <a:ea typeface="+mn-ea"/>
              </a:endParaRPr>
            </a:p>
          </p:txBody>
        </p:sp>
        <p:grpSp>
          <p:nvGrpSpPr>
            <p:cNvPr id="48" name="组合 47"/>
            <p:cNvGrpSpPr/>
            <p:nvPr/>
          </p:nvGrpSpPr>
          <p:grpSpPr>
            <a:xfrm>
              <a:off x="7199312" y="3693670"/>
              <a:ext cx="1441755" cy="1700567"/>
              <a:chOff x="3851920" y="2780928"/>
              <a:chExt cx="3600400" cy="4246716"/>
            </a:xfrm>
          </p:grpSpPr>
          <p:pic>
            <p:nvPicPr>
              <p:cNvPr id="49" name="Picture 2"/>
              <p:cNvPicPr>
                <a:picLocks noChangeAspect="1" noChangeArrowheads="1"/>
              </p:cNvPicPr>
              <p:nvPr>
                <p:custDataLst>
                  <p:tags r:id="rId29"/>
                </p:custDataLst>
              </p:nvPr>
            </p:nvPicPr>
            <p:blipFill rotWithShape="1">
              <a:blip r:embed="rId18" cstate="print">
                <a:extLst>
                  <a:ext uri="{28A0092B-C50C-407E-A947-70E740481C1C}">
                    <a14:useLocalDpi xmlns:a14="http://schemas.microsoft.com/office/drawing/2010/main" val="0"/>
                  </a:ext>
                </a:extLst>
              </a:blip>
              <a:srcRect l="12722" t="4994" r="12214" b="9865"/>
              <a:stretch>
                <a:fillRect/>
              </a:stretch>
            </p:blipFill>
            <p:spPr bwMode="auto">
              <a:xfrm>
                <a:off x="4709989" y="4857517"/>
                <a:ext cx="1662211"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0" name="Picture 2"/>
              <p:cNvPicPr>
                <a:picLocks noChangeAspect="1" noChangeArrowheads="1"/>
              </p:cNvPicPr>
              <p:nvPr>
                <p:custDataLst>
                  <p:tags r:id="rId30"/>
                </p:custDataLst>
              </p:nvPr>
            </p:nvPicPr>
            <p:blipFill rotWithShape="1">
              <a:blip r:embed="rId20" cstate="print">
                <a:extLst>
                  <a:ext uri="{28A0092B-C50C-407E-A947-70E740481C1C}">
                    <a14:useLocalDpi xmlns:a14="http://schemas.microsoft.com/office/drawing/2010/main" val="0"/>
                  </a:ext>
                </a:extLst>
              </a:blip>
              <a:srcRect l="12976" t="5280" r="12721" b="9580"/>
              <a:stretch>
                <a:fillRect/>
              </a:stretch>
            </p:blipFill>
            <p:spPr bwMode="auto">
              <a:xfrm>
                <a:off x="4720809" y="3573016"/>
                <a:ext cx="1645364" cy="1667827"/>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 name="Picture 2"/>
              <p:cNvPicPr>
                <a:picLocks noChangeAspect="1" noChangeArrowheads="1"/>
              </p:cNvPicPr>
              <p:nvPr>
                <p:custDataLst>
                  <p:tags r:id="rId31"/>
                </p:custDataLst>
              </p:nvPr>
            </p:nvPicPr>
            <p:blipFill rotWithShape="1">
              <a:blip r:embed="rId22" cstate="print">
                <a:extLst>
                  <a:ext uri="{28A0092B-C50C-407E-A947-70E740481C1C}">
                    <a14:useLocalDpi xmlns:a14="http://schemas.microsoft.com/office/drawing/2010/main" val="0"/>
                  </a:ext>
                </a:extLst>
              </a:blip>
              <a:srcRect l="12468" t="5279" r="11961" b="9293"/>
              <a:stretch>
                <a:fillRect/>
              </a:stretch>
            </p:blipFill>
            <p:spPr bwMode="auto">
              <a:xfrm>
                <a:off x="4692731" y="2780928"/>
                <a:ext cx="1673442" cy="1673442"/>
              </a:xfrm>
              <a:prstGeom prst="rect">
                <a:avLst/>
              </a:prstGeom>
              <a:ln>
                <a:noFill/>
              </a:ln>
              <a:effectLst>
                <a:outerShdw blurRad="292100" dist="139700" dir="2700000" algn="tl" rotWithShape="0">
                  <a:srgbClr val="333333">
                    <a:alpha val="65000"/>
                  </a:srgbClr>
                </a:outerShdw>
              </a:effectLst>
              <a:scene3d>
                <a:camera prst="orthographicFront">
                  <a:rot lat="18483107" lon="969838" rev="19754468"/>
                </a:camera>
                <a:lightRig rig="threePt" dir="t"/>
              </a:scene3d>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2" name="直接箭头连接符 51"/>
              <p:cNvCxnSpPr/>
              <p:nvPr/>
            </p:nvCxnSpPr>
            <p:spPr bwMode="auto">
              <a:xfrm flipH="1">
                <a:off x="3851920" y="4365104"/>
                <a:ext cx="864096" cy="1334088"/>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3" name="直接箭头连接符 52"/>
              <p:cNvCxnSpPr/>
              <p:nvPr/>
            </p:nvCxnSpPr>
            <p:spPr bwMode="auto">
              <a:xfrm>
                <a:off x="4067944" y="4444666"/>
                <a:ext cx="3384376" cy="1216582"/>
              </a:xfrm>
              <a:prstGeom prst="straightConnector1">
                <a:avLst/>
              </a:prstGeom>
              <a:solidFill>
                <a:schemeClr val="accent1"/>
              </a:solidFill>
              <a:ln w="28575"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4" name="直接箭头连接符 53"/>
              <p:cNvCxnSpPr/>
              <p:nvPr/>
            </p:nvCxnSpPr>
            <p:spPr bwMode="auto">
              <a:xfrm flipV="1">
                <a:off x="4572000" y="2780928"/>
                <a:ext cx="0" cy="2160241"/>
              </a:xfrm>
              <a:prstGeom prst="straightConnector1">
                <a:avLst/>
              </a:prstGeom>
              <a:solidFill>
                <a:schemeClr val="accent1"/>
              </a:solidFill>
              <a:ln w="38100" cap="flat" cmpd="sng" algn="ctr">
                <a:solidFill>
                  <a:schemeClr val="tx1"/>
                </a:solidFill>
                <a:prstDash val="solid"/>
                <a:miter lim="800000"/>
                <a:headEnd type="none" w="med" len="med"/>
                <a:tailEnd type="arrow"/>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mc:Choice xmlns:a14="http://schemas.microsoft.com/office/drawing/2010/main" Requires="a14">
              <p:sp>
                <p:nvSpPr>
                  <p:cNvPr id="55" name="矩形 54"/>
                  <p:cNvSpPr/>
                  <p:nvPr>
                    <p:custDataLst>
                      <p:tags r:id="rId32"/>
                    </p:custDataLst>
                  </p:nvPr>
                </p:nvSpPr>
                <p:spPr>
                  <a:xfrm rot="882434">
                    <a:off x="5148064" y="4725144"/>
                    <a:ext cx="987918" cy="2302500"/>
                  </a:xfrm>
                  <a:prstGeom prst="rect">
                    <a:avLst/>
                  </a:prstGeom>
                  <a:effectLst>
                    <a:outerShdw blurRad="76200" dist="12700" dir="2700000" sy="-23000" kx="-800400" algn="bl" rotWithShape="0">
                      <a:prstClr val="black">
                        <a:alpha val="20000"/>
                      </a:prstClr>
                    </a:outerShdw>
                  </a:effectLst>
                  <a:scene3d>
                    <a:camera prst="perspectiveContrastingLeftFacing"/>
                    <a:lightRig rig="threePt" dir="t"/>
                  </a:scene3d>
                </p:spPr>
                <p:txBody>
                  <a:bodyPr wrap="none">
                    <a:spAutoFit/>
                  </a:bodyPr>
                  <a:lstStyle/>
                  <a:p>
                    <a14:m>
                      <m:oMathPara xmlns:m="http://schemas.openxmlformats.org/officeDocument/2006/math">
                        <m:oMathParaPr>
                          <m:jc m:val="centerGroup"/>
                        </m:oMathParaPr>
                        <m:oMath xmlns:m="http://schemas.openxmlformats.org/officeDocument/2006/math">
                          <m:r>
                            <a:rPr lang="zh-CN" altLang="en-US" sz="5400" i="1">
                              <a:solidFill>
                                <a:schemeClr val="tx1"/>
                              </a:solidFill>
                              <a:latin typeface="Cambria Math" panose="02040503050406030204" pitchFamily="18" charset="0"/>
                              <a:ea typeface="MS Mincho" charset="0"/>
                              <a:cs typeface="Cambria Math" panose="02040503050406030204" pitchFamily="18" charset="0"/>
                            </a:rPr>
                            <m:t>⋮</m:t>
                          </m:r>
                        </m:oMath>
                      </m:oMathPara>
                    </a14:m>
                    <a:endParaRPr lang="zh-CN" altLang="en-US" sz="5400" i="1" dirty="0">
                      <a:solidFill>
                        <a:schemeClr val="tx1"/>
                      </a:solidFill>
                      <a:latin typeface="+mn-lt"/>
                      <a:ea typeface="+mn-ea"/>
                      <a:cs typeface="Cambria Math" panose="02040503050406030204" pitchFamily="18" charset="0"/>
                    </a:endParaRPr>
                  </a:p>
                </p:txBody>
              </p:sp>
            </mc:Choice>
            <mc:Fallback>
              <p:sp>
                <p:nvSpPr>
                  <p:cNvPr id="55" name="矩形 54"/>
                  <p:cNvSpPr>
                    <a:spLocks noRot="1" noChangeAspect="1" noMove="1" noResize="1" noEditPoints="1" noAdjustHandles="1" noChangeArrowheads="1" noChangeShapeType="1" noTextEdit="1"/>
                  </p:cNvSpPr>
                  <p:nvPr>
                    <p:custDataLst>
                      <p:tags r:id="rId33"/>
                    </p:custDataLst>
                  </p:nvPr>
                </p:nvSpPr>
                <p:spPr>
                  <a:xfrm rot="882434">
                    <a:off x="5148064" y="4725144"/>
                    <a:ext cx="987918" cy="2302500"/>
                  </a:xfrm>
                  <a:prstGeom prst="rect">
                    <a:avLst/>
                  </a:prstGeom>
                  <a:blipFill rotWithShape="1">
                    <a:blip r:embed="rId34"/>
                  </a:blipFill>
                  <a:effectLst>
                    <a:outerShdw blurRad="76200" dist="12700" dir="2700000" sy="-23000" kx="-800400" algn="bl" rotWithShape="0">
                      <a:prstClr val="black">
                        <a:alpha val="20000"/>
                      </a:prstClr>
                    </a:outerShdw>
                  </a:effectLst>
                  <a:scene3d>
                    <a:camera prst="perspectiveContrastingLeftFacing"/>
                    <a:lightRig rig="threePt" dir="t"/>
                  </a:scene3d>
                </p:spPr>
                <p:txBody>
                  <a:bodyPr/>
                  <a:lstStyle/>
                  <a:p>
                    <a:r>
                      <a:rPr lang="zh-CN" altLang="en-US">
                        <a:noFill/>
                      </a:rPr>
                      <a:t> </a:t>
                    </a:r>
                  </a:p>
                </p:txBody>
              </p:sp>
            </mc:Fallback>
          </mc:AlternateContent>
        </p:grpSp>
        <p:cxnSp>
          <p:nvCxnSpPr>
            <p:cNvPr id="56" name="直接箭头连接符 55"/>
            <p:cNvCxnSpPr>
              <a:stCxn id="49" idx="3"/>
            </p:cNvCxnSpPr>
            <p:nvPr/>
          </p:nvCxnSpPr>
          <p:spPr bwMode="auto">
            <a:xfrm flipV="1">
              <a:off x="8208541" y="3787045"/>
              <a:ext cx="255204" cy="1072115"/>
            </a:xfrm>
            <a:prstGeom prst="straightConnector1">
              <a:avLst/>
            </a:prstGeom>
            <a:solidFill>
              <a:schemeClr val="accent1"/>
            </a:solidFill>
            <a:ln w="38100" cap="flat" cmpd="sng" algn="ctr">
              <a:solidFill>
                <a:srgbClr val="FF3300"/>
              </a:solidFill>
              <a:prstDash val="solid"/>
              <a:miter lim="800000"/>
              <a:headEnd type="none" w="med" len="med"/>
              <a:tailEnd type="arrow"/>
            </a:ln>
            <a:effectLst/>
          </p:spPr>
        </p:cxnSp>
        <p:pic>
          <p:nvPicPr>
            <p:cNvPr id="57" name="Picture 2"/>
            <p:cNvPicPr>
              <a:picLocks noChangeAspect="1" noChangeArrowheads="1"/>
            </p:cNvPicPr>
            <p:nvPr>
              <p:custDataLst>
                <p:tags r:id="rId35"/>
              </p:custDataLst>
            </p:nvPr>
          </p:nvPicPr>
          <p:blipFill rotWithShape="1">
            <a:blip r:embed="rId27" cstate="print">
              <a:extLst>
                <a:ext uri="{28A0092B-C50C-407E-A947-70E740481C1C}">
                  <a14:useLocalDpi xmlns:a14="http://schemas.microsoft.com/office/drawing/2010/main" val="0"/>
                </a:ext>
              </a:extLst>
            </a:blip>
            <a:srcRect l="12917" t="5716" r="12700" b="9752"/>
            <a:stretch>
              <a:fillRect/>
            </a:stretch>
          </p:blipFill>
          <p:spPr bwMode="auto">
            <a:xfrm>
              <a:off x="8286423" y="3432064"/>
              <a:ext cx="354644" cy="339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0" name="标题 19"/>
          <p:cNvSpPr>
            <a:spLocks noGrp="1"/>
          </p:cNvSpPr>
          <p:nvPr>
            <p:ph type="title"/>
            <p:custDataLst>
              <p:tags r:id="rId36"/>
            </p:custDataLst>
          </p:nvPr>
        </p:nvSpPr>
        <p:spPr/>
        <p:txBody>
          <a:bodyPr vert="horz" lIns="91440" tIns="45720" rIns="91440" bIns="45720" rtlCol="0" anchor="ctr">
            <a:normAutofit/>
          </a:bodyPr>
          <a:p>
            <a:pPr lvl="0" algn="l">
              <a:buClrTx/>
              <a:buSzTx/>
              <a:buFontTx/>
            </a:pPr>
            <a:r>
              <a:rPr lang="zh-CN" altLang="en-US" smtClean="0">
                <a:sym typeface="+mn-ea"/>
              </a:rPr>
              <a:t>从检测方法上分类</a:t>
            </a:r>
            <a:endParaRPr lang="zh-CN" altLang="en-US" smtClean="0">
              <a:sym typeface="+mn-ea"/>
            </a:endParaRPr>
          </a:p>
        </p:txBody>
      </p:sp>
    </p:spTree>
    <p:custDataLst>
      <p:tags r:id="rId37"/>
    </p:custData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内容占位符 2"/>
          <p:cNvSpPr>
            <a:spLocks noGrp="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r>
              <a:rPr lang="zh-CN" altLang="en-US" dirty="0">
                <a:solidFill>
                  <a:schemeClr val="tx1"/>
                </a:solidFill>
              </a:rPr>
              <a:t>基于</a:t>
            </a:r>
            <a:r>
              <a:rPr lang="en-US" altLang="zh-CN" dirty="0">
                <a:solidFill>
                  <a:schemeClr val="tx1"/>
                </a:solidFill>
              </a:rPr>
              <a:t>Cox</a:t>
            </a:r>
            <a:r>
              <a:rPr lang="zh-CN" altLang="en-US" dirty="0">
                <a:solidFill>
                  <a:schemeClr val="tx1"/>
                </a:solidFill>
              </a:rPr>
              <a:t>水印算法非盲水印系统</a:t>
            </a:r>
            <a:endParaRPr lang="en-US" altLang="zh-CN" dirty="0">
              <a:solidFill>
                <a:schemeClr val="tx1"/>
              </a:solidFill>
            </a:endParaRPr>
          </a:p>
          <a:p>
            <a:endParaRPr lang="en-US" altLang="zh-CN" dirty="0">
              <a:solidFill>
                <a:schemeClr val="tx1"/>
              </a:solidFill>
            </a:endParaRPr>
          </a:p>
          <a:p>
            <a:endParaRPr lang="en-US" altLang="zh-CN" dirty="0">
              <a:solidFill>
                <a:schemeClr val="tx1"/>
              </a:solidFill>
            </a:endParaRPr>
          </a:p>
        </p:txBody>
      </p:sp>
      <p:sp>
        <p:nvSpPr>
          <p:cNvPr id="14" name="页脚占位符 4"/>
          <p:cNvSpPr>
            <a:spLocks noGrp="1"/>
          </p:cNvSpPr>
          <p:nvPr>
            <p:custDataLst>
              <p:tags r:id="rId2"/>
            </p:custDataLst>
          </p:nvPr>
        </p:nvSpPr>
        <p:spPr>
          <a:xfrm>
            <a:off x="4165600" y="6248400"/>
            <a:ext cx="3860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ct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US" altLang="zh-CN">
                <a:solidFill>
                  <a:schemeClr val="tx1"/>
                </a:solidFill>
              </a:rPr>
              <a:t>Datahiding &amp; Digital Watermark</a:t>
            </a:r>
            <a:endParaRPr lang="en-US" altLang="zh-CN">
              <a:solidFill>
                <a:schemeClr val="tx1"/>
              </a:solidFill>
            </a:endParaRPr>
          </a:p>
        </p:txBody>
      </p:sp>
      <p:sp>
        <p:nvSpPr>
          <p:cNvPr id="13" name="灯片编号占位符 5"/>
          <p:cNvSpPr>
            <a:spLocks noGrp="1"/>
          </p:cNvSpPr>
          <p:nvPr>
            <p:custDataLst>
              <p:tags r:id="rId3"/>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defPPr>
              <a:defRPr lang="zh-CN"/>
            </a:defPPr>
            <a:lvl1pPr marL="0" algn="r"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fld id="{7DBE22A0-ED15-4374-AFB9-CCC6C7D2B433}" type="slidenum">
              <a:rPr lang="zh-CN" altLang="en-US" smtClean="0">
                <a:solidFill>
                  <a:schemeClr val="tx1"/>
                </a:solidFill>
              </a:rPr>
            </a:fld>
            <a:endParaRPr lang="zh-CN" altLang="en-US" smtClean="0">
              <a:solidFill>
                <a:schemeClr val="tx1"/>
              </a:solidFill>
            </a:endParaRPr>
          </a:p>
        </p:txBody>
      </p:sp>
      <p:grpSp>
        <p:nvGrpSpPr>
          <p:cNvPr id="12" name="组合 11"/>
          <p:cNvGrpSpPr/>
          <p:nvPr/>
        </p:nvGrpSpPr>
        <p:grpSpPr>
          <a:xfrm>
            <a:off x="1487488" y="1628800"/>
            <a:ext cx="9721080" cy="4607480"/>
            <a:chOff x="-36512" y="1628800"/>
            <a:chExt cx="9721080" cy="4607480"/>
          </a:xfrm>
        </p:grpSpPr>
        <p:cxnSp>
          <p:nvCxnSpPr>
            <p:cNvPr id="53" name="肘形连接符 52"/>
            <p:cNvCxnSpPr>
              <a:stCxn id="9" idx="3"/>
              <a:endCxn id="51" idx="2"/>
            </p:cNvCxnSpPr>
            <p:nvPr/>
          </p:nvCxnSpPr>
          <p:spPr bwMode="auto">
            <a:xfrm flipV="1">
              <a:off x="8632825" y="1997075"/>
              <a:ext cx="194945" cy="880745"/>
            </a:xfrm>
            <a:prstGeom prst="bentConnector2">
              <a:avLst/>
            </a:prstGeom>
            <a:solidFill>
              <a:schemeClr val="accent1"/>
            </a:solidFill>
            <a:ln w="12700" cap="flat" cmpd="sng" algn="ctr">
              <a:solidFill>
                <a:schemeClr val="tx1"/>
              </a:solidFill>
              <a:prstDash val="solid"/>
              <a:round/>
              <a:headEnd type="none" w="sm" len="sm"/>
              <a:tailEnd type="arrow"/>
            </a:ln>
            <a:effectLst/>
          </p:spPr>
        </p:cxnSp>
        <p:grpSp>
          <p:nvGrpSpPr>
            <p:cNvPr id="11" name="组合 10"/>
            <p:cNvGrpSpPr/>
            <p:nvPr/>
          </p:nvGrpSpPr>
          <p:grpSpPr>
            <a:xfrm>
              <a:off x="-36512" y="1628800"/>
              <a:ext cx="9721080" cy="4607480"/>
              <a:chOff x="-36512" y="1628800"/>
              <a:chExt cx="9721080" cy="4607480"/>
            </a:xfrm>
          </p:grpSpPr>
          <p:pic>
            <p:nvPicPr>
              <p:cNvPr id="7" name="Picture 2"/>
              <p:cNvPicPr>
                <a:picLocks noChangeAspect="1" noChangeArrowheads="1"/>
              </p:cNvPicPr>
              <p:nvPr>
                <p:custDataLst>
                  <p:tags r:id="rId4"/>
                </p:custDataLst>
              </p:nvPr>
            </p:nvPicPr>
            <p:blipFill>
              <a:blip r:embed="rId5" cstate="print">
                <a:extLst>
                  <a:ext uri="{28A0092B-C50C-407E-A947-70E740481C1C}">
                    <a14:useLocalDpi xmlns:a14="http://schemas.microsoft.com/office/drawing/2010/main" val="0"/>
                  </a:ext>
                </a:extLst>
              </a:blip>
              <a:stretch>
                <a:fillRect/>
              </a:stretch>
            </p:blipFill>
            <p:spPr bwMode="auto">
              <a:xfrm>
                <a:off x="-36512" y="2336438"/>
                <a:ext cx="1468755" cy="1245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custDataLst>
                  <p:tags r:id="rId6"/>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2411760" y="2336438"/>
                <a:ext cx="1468755" cy="1245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custDataLst>
                  <p:tags r:id="rId8"/>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164288" y="2255138"/>
                <a:ext cx="1468755" cy="1245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custDataLst>
                  <p:tags r:id="rId10"/>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4860032" y="2336438"/>
                <a:ext cx="1468755" cy="1245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15" name="肘形连接符 14"/>
              <p:cNvCxnSpPr>
                <a:stCxn id="7" idx="3"/>
                <a:endCxn id="8" idx="1"/>
              </p:cNvCxnSpPr>
              <p:nvPr/>
            </p:nvCxnSpPr>
            <p:spPr bwMode="auto">
              <a:xfrm>
                <a:off x="1432243" y="2959373"/>
                <a:ext cx="979517" cy="12700"/>
              </a:xfrm>
              <a:prstGeom prst="bentConnector3">
                <a:avLst/>
              </a:prstGeom>
              <a:solidFill>
                <a:schemeClr val="accent1"/>
              </a:solidFill>
              <a:ln w="12700" cap="flat" cmpd="sng" algn="ctr">
                <a:solidFill>
                  <a:schemeClr val="tx1"/>
                </a:solidFill>
                <a:prstDash val="solid"/>
                <a:round/>
                <a:headEnd type="none" w="sm" len="sm"/>
                <a:tailEnd type="arrow"/>
              </a:ln>
              <a:effectLst/>
            </p:spPr>
          </p:cxnSp>
          <p:cxnSp>
            <p:nvCxnSpPr>
              <p:cNvPr id="18" name="肘形连接符 17"/>
              <p:cNvCxnSpPr>
                <a:stCxn id="8" idx="3"/>
                <a:endCxn id="10" idx="1"/>
              </p:cNvCxnSpPr>
              <p:nvPr/>
            </p:nvCxnSpPr>
            <p:spPr bwMode="auto">
              <a:xfrm>
                <a:off x="3880515" y="2959373"/>
                <a:ext cx="979517" cy="12700"/>
              </a:xfrm>
              <a:prstGeom prst="bentConnector3">
                <a:avLst/>
              </a:prstGeom>
              <a:solidFill>
                <a:schemeClr val="accent1"/>
              </a:solidFill>
              <a:ln w="12700" cap="flat" cmpd="sng" algn="ctr">
                <a:solidFill>
                  <a:schemeClr val="tx1"/>
                </a:solidFill>
                <a:prstDash val="solid"/>
                <a:round/>
                <a:headEnd type="none" w="sm" len="sm"/>
                <a:tailEnd type="arrow"/>
              </a:ln>
              <a:effectLst/>
            </p:spPr>
          </p:cxnSp>
          <p:cxnSp>
            <p:nvCxnSpPr>
              <p:cNvPr id="21" name="肘形连接符 20"/>
              <p:cNvCxnSpPr>
                <a:stCxn id="10" idx="3"/>
                <a:endCxn id="9" idx="1"/>
              </p:cNvCxnSpPr>
              <p:nvPr/>
            </p:nvCxnSpPr>
            <p:spPr bwMode="auto">
              <a:xfrm flipV="1">
                <a:off x="6328787" y="2878073"/>
                <a:ext cx="835501" cy="81300"/>
              </a:xfrm>
              <a:prstGeom prst="bentConnector3">
                <a:avLst/>
              </a:prstGeom>
              <a:solidFill>
                <a:schemeClr val="accent1"/>
              </a:solidFill>
              <a:ln w="12700" cap="flat" cmpd="sng" algn="ctr">
                <a:solidFill>
                  <a:schemeClr val="tx1"/>
                </a:solidFill>
                <a:prstDash val="solid"/>
                <a:round/>
                <a:headEnd type="none" w="sm" len="sm"/>
                <a:tailEnd type="arrow"/>
              </a:ln>
              <a:effectLst/>
            </p:spPr>
          </p:cxnSp>
          <p:sp>
            <p:nvSpPr>
              <p:cNvPr id="26" name="TextBox 25"/>
              <p:cNvSpPr txBox="1"/>
              <p:nvPr>
                <p:custDataLst>
                  <p:tags r:id="rId11"/>
                </p:custDataLst>
              </p:nvPr>
            </p:nvSpPr>
            <p:spPr>
              <a:xfrm>
                <a:off x="1331640" y="2636912"/>
                <a:ext cx="1713894" cy="645160"/>
              </a:xfrm>
              <a:prstGeom prst="rect">
                <a:avLst/>
              </a:prstGeom>
              <a:noFill/>
            </p:spPr>
            <p:txBody>
              <a:bodyPr wrap="square" rtlCol="0">
                <a:normAutofit/>
              </a:bodyPr>
              <a:lstStyle/>
              <a:p>
                <a:r>
                  <a:rPr lang="en-US" altLang="zh-CN" sz="1800" dirty="0">
                    <a:solidFill>
                      <a:schemeClr val="tx1"/>
                    </a:solidFill>
                    <a:latin typeface="+mn-lt"/>
                    <a:ea typeface="+mn-ea"/>
                  </a:rPr>
                  <a:t>DCT(DFT</a:t>
                </a:r>
                <a:endParaRPr lang="en-US" altLang="zh-CN" sz="1800" dirty="0">
                  <a:solidFill>
                    <a:schemeClr val="tx1"/>
                  </a:solidFill>
                  <a:latin typeface="+mn-lt"/>
                  <a:ea typeface="+mn-ea"/>
                </a:endParaRPr>
              </a:p>
              <a:p>
                <a:r>
                  <a:rPr lang="en-US" altLang="zh-CN" sz="1800" dirty="0">
                    <a:solidFill>
                      <a:schemeClr val="tx1"/>
                    </a:solidFill>
                    <a:latin typeface="+mn-lt"/>
                    <a:ea typeface="+mn-ea"/>
                  </a:rPr>
                  <a:t>,DWT)</a:t>
                </a:r>
                <a:endParaRPr lang="en-US" altLang="zh-CN" sz="1800" dirty="0">
                  <a:solidFill>
                    <a:schemeClr val="tx1"/>
                  </a:solidFill>
                  <a:latin typeface="+mn-lt"/>
                  <a:ea typeface="+mn-ea"/>
                </a:endParaRPr>
              </a:p>
            </p:txBody>
          </p:sp>
          <p:sp>
            <p:nvSpPr>
              <p:cNvPr id="27" name="TextBox 26"/>
              <p:cNvSpPr txBox="1"/>
              <p:nvPr>
                <p:custDataLst>
                  <p:tags r:id="rId12"/>
                </p:custDataLst>
              </p:nvPr>
            </p:nvSpPr>
            <p:spPr>
              <a:xfrm>
                <a:off x="3794210" y="2648907"/>
                <a:ext cx="1713894" cy="368300"/>
              </a:xfrm>
              <a:prstGeom prst="rect">
                <a:avLst/>
              </a:prstGeom>
              <a:noFill/>
            </p:spPr>
            <p:txBody>
              <a:bodyPr wrap="square" rtlCol="0">
                <a:normAutofit/>
              </a:bodyPr>
              <a:lstStyle/>
              <a:p>
                <a:r>
                  <a:rPr lang="zh-CN" altLang="en-US" sz="1800" dirty="0">
                    <a:solidFill>
                      <a:schemeClr val="tx1"/>
                    </a:solidFill>
                    <a:latin typeface="+mn-lt"/>
                    <a:ea typeface="+mn-ea"/>
                  </a:rPr>
                  <a:t>关键系数</a:t>
                </a:r>
                <a:endParaRPr lang="zh-CN" altLang="en-US" sz="1800" dirty="0">
                  <a:solidFill>
                    <a:schemeClr val="tx1"/>
                  </a:solidFill>
                  <a:latin typeface="+mn-lt"/>
                  <a:ea typeface="+mn-ea"/>
                </a:endParaRPr>
              </a:p>
            </p:txBody>
          </p:sp>
          <p:sp>
            <p:nvSpPr>
              <p:cNvPr id="28" name="TextBox 27"/>
              <p:cNvSpPr txBox="1"/>
              <p:nvPr>
                <p:custDataLst>
                  <p:tags r:id="rId13"/>
                </p:custDataLst>
              </p:nvPr>
            </p:nvSpPr>
            <p:spPr>
              <a:xfrm>
                <a:off x="7164288" y="5867980"/>
                <a:ext cx="1713894" cy="368300"/>
              </a:xfrm>
              <a:prstGeom prst="rect">
                <a:avLst/>
              </a:prstGeom>
              <a:noFill/>
            </p:spPr>
            <p:txBody>
              <a:bodyPr wrap="square" rtlCol="0">
                <a:normAutofit/>
              </a:bodyPr>
              <a:lstStyle/>
              <a:p>
                <a:r>
                  <a:rPr lang="zh-CN" altLang="en-US" sz="1800" dirty="0">
                    <a:solidFill>
                      <a:schemeClr val="tx1"/>
                    </a:solidFill>
                    <a:latin typeface="+mn-lt"/>
                    <a:ea typeface="+mn-ea"/>
                  </a:rPr>
                  <a:t>原始水印</a:t>
                </a:r>
                <a:endParaRPr lang="zh-CN" altLang="en-US" sz="1800" dirty="0">
                  <a:solidFill>
                    <a:schemeClr val="tx1"/>
                  </a:solidFill>
                  <a:latin typeface="+mn-lt"/>
                  <a:ea typeface="+mn-ea"/>
                </a:endParaRPr>
              </a:p>
            </p:txBody>
          </p:sp>
          <p:sp>
            <p:nvSpPr>
              <p:cNvPr id="29" name="TextBox 28"/>
              <p:cNvSpPr txBox="1"/>
              <p:nvPr>
                <p:custDataLst>
                  <p:tags r:id="rId14"/>
                </p:custDataLst>
              </p:nvPr>
            </p:nvSpPr>
            <p:spPr>
              <a:xfrm>
                <a:off x="6156176" y="3502749"/>
                <a:ext cx="1713894" cy="368300"/>
              </a:xfrm>
              <a:prstGeom prst="rect">
                <a:avLst/>
              </a:prstGeom>
              <a:noFill/>
            </p:spPr>
            <p:txBody>
              <a:bodyPr wrap="square" rtlCol="0">
                <a:normAutofit/>
              </a:bodyPr>
              <a:lstStyle/>
              <a:p>
                <a:r>
                  <a:rPr lang="zh-CN" altLang="en-US" sz="1800" dirty="0">
                    <a:solidFill>
                      <a:schemeClr val="tx1"/>
                    </a:solidFill>
                    <a:latin typeface="+mn-lt"/>
                    <a:ea typeface="+mn-ea"/>
                  </a:rPr>
                  <a:t>恢复水印</a:t>
                </a:r>
                <a:endParaRPr lang="zh-CN" altLang="en-US" sz="1800" dirty="0">
                  <a:solidFill>
                    <a:schemeClr val="tx1"/>
                  </a:solidFill>
                  <a:latin typeface="+mn-lt"/>
                  <a:ea typeface="+mn-ea"/>
                </a:endParaRPr>
              </a:p>
            </p:txBody>
          </p:sp>
          <p:sp>
            <p:nvSpPr>
              <p:cNvPr id="20" name="TextBox 19"/>
              <p:cNvSpPr txBox="1"/>
              <p:nvPr>
                <p:custDataLst>
                  <p:tags r:id="rId15"/>
                </p:custDataLst>
              </p:nvPr>
            </p:nvSpPr>
            <p:spPr>
              <a:xfrm>
                <a:off x="0" y="5867980"/>
                <a:ext cx="1713894" cy="368300"/>
              </a:xfrm>
              <a:prstGeom prst="rect">
                <a:avLst/>
              </a:prstGeom>
              <a:noFill/>
            </p:spPr>
            <p:txBody>
              <a:bodyPr wrap="square" rtlCol="0">
                <a:normAutofit/>
              </a:bodyPr>
              <a:lstStyle/>
              <a:p>
                <a:r>
                  <a:rPr lang="zh-CN" altLang="en-US" sz="1800" dirty="0">
                    <a:solidFill>
                      <a:schemeClr val="tx1"/>
                    </a:solidFill>
                    <a:latin typeface="+mn-lt"/>
                    <a:ea typeface="+mn-ea"/>
                  </a:rPr>
                  <a:t>原始载体</a:t>
                </a:r>
                <a:endParaRPr lang="zh-CN" altLang="en-US" sz="1800" dirty="0">
                  <a:solidFill>
                    <a:schemeClr val="tx1"/>
                  </a:solidFill>
                  <a:latin typeface="+mn-lt"/>
                  <a:ea typeface="+mn-ea"/>
                </a:endParaRPr>
              </a:p>
            </p:txBody>
          </p:sp>
          <p:pic>
            <p:nvPicPr>
              <p:cNvPr id="22" name="Picture 2"/>
              <p:cNvPicPr>
                <a:picLocks noChangeAspect="1" noChangeArrowheads="1"/>
              </p:cNvPicPr>
              <p:nvPr>
                <p:custDataLst>
                  <p:tags r:id="rId16"/>
                </p:custDataLst>
              </p:nvPr>
            </p:nvPicPr>
            <p:blipFill>
              <a:blip r:embed="rId5" cstate="print">
                <a:extLst>
                  <a:ext uri="{28A0092B-C50C-407E-A947-70E740481C1C}">
                    <a14:useLocalDpi xmlns:a14="http://schemas.microsoft.com/office/drawing/2010/main" val="0"/>
                  </a:ext>
                </a:extLst>
              </a:blip>
              <a:stretch>
                <a:fillRect/>
              </a:stretch>
            </p:blipFill>
            <p:spPr bwMode="auto">
              <a:xfrm>
                <a:off x="6901" y="4581128"/>
                <a:ext cx="1468755" cy="1245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 name="Picture 2"/>
              <p:cNvPicPr>
                <a:picLocks noChangeAspect="1" noChangeArrowheads="1"/>
              </p:cNvPicPr>
              <p:nvPr>
                <p:custDataLst>
                  <p:tags r:id="rId17"/>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2383165" y="4581128"/>
                <a:ext cx="1468755" cy="1245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1" name="TextBox 30"/>
              <p:cNvSpPr txBox="1"/>
              <p:nvPr>
                <p:custDataLst>
                  <p:tags r:id="rId18"/>
                </p:custDataLst>
              </p:nvPr>
            </p:nvSpPr>
            <p:spPr>
              <a:xfrm>
                <a:off x="1403648" y="4869160"/>
                <a:ext cx="1713894" cy="645160"/>
              </a:xfrm>
              <a:prstGeom prst="rect">
                <a:avLst/>
              </a:prstGeom>
              <a:noFill/>
            </p:spPr>
            <p:txBody>
              <a:bodyPr wrap="square" rtlCol="0">
                <a:normAutofit/>
              </a:bodyPr>
              <a:lstStyle/>
              <a:p>
                <a:r>
                  <a:rPr lang="en-US" altLang="zh-CN" sz="1800" dirty="0">
                    <a:solidFill>
                      <a:schemeClr val="tx1"/>
                    </a:solidFill>
                    <a:latin typeface="+mn-lt"/>
                    <a:ea typeface="+mn-ea"/>
                  </a:rPr>
                  <a:t>DCT(DFT</a:t>
                </a:r>
                <a:endParaRPr lang="en-US" altLang="zh-CN" sz="1800" dirty="0">
                  <a:solidFill>
                    <a:schemeClr val="tx1"/>
                  </a:solidFill>
                  <a:latin typeface="+mn-lt"/>
                  <a:ea typeface="+mn-ea"/>
                </a:endParaRPr>
              </a:p>
              <a:p>
                <a:r>
                  <a:rPr lang="en-US" altLang="zh-CN" sz="1800" dirty="0">
                    <a:solidFill>
                      <a:schemeClr val="tx1"/>
                    </a:solidFill>
                    <a:latin typeface="+mn-lt"/>
                    <a:ea typeface="+mn-ea"/>
                  </a:rPr>
                  <a:t>,DWT)</a:t>
                </a:r>
                <a:endParaRPr lang="en-US" altLang="zh-CN" sz="1800" dirty="0">
                  <a:solidFill>
                    <a:schemeClr val="tx1"/>
                  </a:solidFill>
                  <a:latin typeface="+mn-lt"/>
                  <a:ea typeface="+mn-ea"/>
                </a:endParaRPr>
              </a:p>
            </p:txBody>
          </p:sp>
          <p:cxnSp>
            <p:nvCxnSpPr>
              <p:cNvPr id="17" name="肘形连接符 16"/>
              <p:cNvCxnSpPr>
                <a:stCxn id="22" idx="3"/>
                <a:endCxn id="30" idx="1"/>
              </p:cNvCxnSpPr>
              <p:nvPr/>
            </p:nvCxnSpPr>
            <p:spPr bwMode="auto">
              <a:xfrm>
                <a:off x="1475656" y="5204063"/>
                <a:ext cx="907509" cy="12700"/>
              </a:xfrm>
              <a:prstGeom prst="bentConnector3">
                <a:avLst/>
              </a:prstGeom>
              <a:solidFill>
                <a:schemeClr val="accent1"/>
              </a:solidFill>
              <a:ln w="12700" cap="flat" cmpd="sng" algn="ctr">
                <a:solidFill>
                  <a:schemeClr val="tx1"/>
                </a:solidFill>
                <a:prstDash val="solid"/>
                <a:round/>
                <a:headEnd type="none" w="sm" len="sm"/>
                <a:tailEnd type="arrow"/>
              </a:ln>
              <a:effectLst/>
            </p:spPr>
          </p:cxnSp>
          <p:pic>
            <p:nvPicPr>
              <p:cNvPr id="37" name="Picture 2"/>
              <p:cNvPicPr>
                <a:picLocks noChangeAspect="1" noChangeArrowheads="1"/>
              </p:cNvPicPr>
              <p:nvPr>
                <p:custDataLst>
                  <p:tags r:id="rId19"/>
                </p:custDataLst>
              </p:nvPr>
            </p:nvPicPr>
            <p:blipFill>
              <a:blip r:embed="rId7" cstate="print">
                <a:extLst>
                  <a:ext uri="{28A0092B-C50C-407E-A947-70E740481C1C}">
                    <a14:useLocalDpi xmlns:a14="http://schemas.microsoft.com/office/drawing/2010/main" val="0"/>
                  </a:ext>
                </a:extLst>
              </a:blip>
              <a:srcRect/>
              <a:stretch>
                <a:fillRect/>
              </a:stretch>
            </p:blipFill>
            <p:spPr bwMode="auto">
              <a:xfrm>
                <a:off x="4830019" y="4559394"/>
                <a:ext cx="1468755" cy="1245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 name="TextBox 37"/>
              <p:cNvSpPr txBox="1"/>
              <p:nvPr>
                <p:custDataLst>
                  <p:tags r:id="rId20"/>
                </p:custDataLst>
              </p:nvPr>
            </p:nvSpPr>
            <p:spPr>
              <a:xfrm>
                <a:off x="2411760" y="3851756"/>
                <a:ext cx="1713894" cy="368300"/>
              </a:xfrm>
              <a:prstGeom prst="rect">
                <a:avLst/>
              </a:prstGeom>
              <a:noFill/>
            </p:spPr>
            <p:txBody>
              <a:bodyPr wrap="square" rtlCol="0">
                <a:normAutofit/>
              </a:bodyPr>
              <a:lstStyle/>
              <a:p>
                <a:r>
                  <a:rPr lang="zh-CN" altLang="en-US" sz="1800" dirty="0">
                    <a:solidFill>
                      <a:schemeClr val="tx1"/>
                    </a:solidFill>
                    <a:latin typeface="+mn-lt"/>
                    <a:ea typeface="+mn-ea"/>
                  </a:rPr>
                  <a:t>关键系数位置</a:t>
                </a:r>
                <a:endParaRPr lang="zh-CN" altLang="en-US" sz="1800" dirty="0">
                  <a:solidFill>
                    <a:schemeClr val="tx1"/>
                  </a:solidFill>
                  <a:latin typeface="+mn-lt"/>
                  <a:ea typeface="+mn-ea"/>
                </a:endParaRPr>
              </a:p>
            </p:txBody>
          </p:sp>
          <p:cxnSp>
            <p:nvCxnSpPr>
              <p:cNvPr id="40" name="肘形连接符 39"/>
              <p:cNvCxnSpPr>
                <a:stCxn id="30" idx="3"/>
                <a:endCxn id="37" idx="1"/>
              </p:cNvCxnSpPr>
              <p:nvPr/>
            </p:nvCxnSpPr>
            <p:spPr bwMode="auto">
              <a:xfrm flipV="1">
                <a:off x="3851920" y="5182329"/>
                <a:ext cx="978099" cy="21734"/>
              </a:xfrm>
              <a:prstGeom prst="bentConnector3">
                <a:avLst/>
              </a:prstGeom>
              <a:solidFill>
                <a:schemeClr val="accent1"/>
              </a:solidFill>
              <a:ln w="12700" cap="flat" cmpd="sng" algn="ctr">
                <a:solidFill>
                  <a:schemeClr val="tx1"/>
                </a:solidFill>
                <a:prstDash val="solid"/>
                <a:round/>
                <a:headEnd type="none" w="sm" len="sm"/>
                <a:tailEnd type="arrow"/>
              </a:ln>
              <a:effectLst/>
            </p:spPr>
          </p:cxnSp>
          <p:cxnSp>
            <p:nvCxnSpPr>
              <p:cNvPr id="42" name="肘形连接符 41"/>
              <p:cNvCxnSpPr>
                <a:stCxn id="30" idx="0"/>
                <a:endCxn id="8" idx="2"/>
              </p:cNvCxnSpPr>
              <p:nvPr/>
            </p:nvCxnSpPr>
            <p:spPr bwMode="auto">
              <a:xfrm rot="5400000" flipH="1" flipV="1">
                <a:off x="2632430" y="4067421"/>
                <a:ext cx="998820" cy="28595"/>
              </a:xfrm>
              <a:prstGeom prst="bentConnector3">
                <a:avLst/>
              </a:prstGeom>
              <a:solidFill>
                <a:schemeClr val="accent1"/>
              </a:solidFill>
              <a:ln w="12700" cap="flat" cmpd="sng" algn="ctr">
                <a:solidFill>
                  <a:schemeClr val="tx1"/>
                </a:solidFill>
                <a:prstDash val="solid"/>
                <a:round/>
                <a:headEnd type="none" w="sm" len="sm"/>
                <a:tailEnd type="arrow"/>
              </a:ln>
              <a:effectLst/>
            </p:spPr>
          </p:cxnSp>
          <p:sp>
            <p:nvSpPr>
              <p:cNvPr id="43" name="TextBox 42"/>
              <p:cNvSpPr txBox="1"/>
              <p:nvPr>
                <p:custDataLst>
                  <p:tags r:id="rId21"/>
                </p:custDataLst>
              </p:nvPr>
            </p:nvSpPr>
            <p:spPr>
              <a:xfrm>
                <a:off x="0" y="3662631"/>
                <a:ext cx="1713894" cy="368300"/>
              </a:xfrm>
              <a:prstGeom prst="rect">
                <a:avLst/>
              </a:prstGeom>
              <a:noFill/>
            </p:spPr>
            <p:txBody>
              <a:bodyPr wrap="square" rtlCol="0">
                <a:normAutofit/>
              </a:bodyPr>
              <a:lstStyle/>
              <a:p>
                <a:r>
                  <a:rPr lang="zh-CN" altLang="en-US" sz="1800" dirty="0">
                    <a:solidFill>
                      <a:schemeClr val="tx1"/>
                    </a:solidFill>
                    <a:latin typeface="+mn-lt"/>
                    <a:ea typeface="+mn-ea"/>
                  </a:rPr>
                  <a:t>水印载体</a:t>
                </a:r>
                <a:endParaRPr lang="zh-CN" altLang="en-US" sz="1800" dirty="0">
                  <a:solidFill>
                    <a:schemeClr val="tx1"/>
                  </a:solidFill>
                  <a:latin typeface="+mn-lt"/>
                  <a:ea typeface="+mn-ea"/>
                </a:endParaRPr>
              </a:p>
            </p:txBody>
          </p:sp>
          <p:pic>
            <p:nvPicPr>
              <p:cNvPr id="45" name="Picture 2"/>
              <p:cNvPicPr>
                <a:picLocks noChangeAspect="1" noChangeArrowheads="1"/>
              </p:cNvPicPr>
              <p:nvPr>
                <p:custDataLst>
                  <p:tags r:id="rId22"/>
                </p:custDataLst>
              </p:nvPr>
            </p:nvPicPr>
            <p:blipFill>
              <a:blip r:embed="rId9" cstate="print">
                <a:extLst>
                  <a:ext uri="{28A0092B-C50C-407E-A947-70E740481C1C}">
                    <a14:useLocalDpi xmlns:a14="http://schemas.microsoft.com/office/drawing/2010/main" val="0"/>
                  </a:ext>
                </a:extLst>
              </a:blip>
              <a:srcRect/>
              <a:stretch>
                <a:fillRect/>
              </a:stretch>
            </p:blipFill>
            <p:spPr bwMode="auto">
              <a:xfrm>
                <a:off x="7157823" y="4593828"/>
                <a:ext cx="1468755" cy="1245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6" name="肘形连接符 45"/>
              <p:cNvCxnSpPr>
                <a:stCxn id="37" idx="3"/>
                <a:endCxn id="9" idx="1"/>
              </p:cNvCxnSpPr>
              <p:nvPr/>
            </p:nvCxnSpPr>
            <p:spPr bwMode="auto">
              <a:xfrm flipV="1">
                <a:off x="6298774" y="2878073"/>
                <a:ext cx="865514" cy="2304256"/>
              </a:xfrm>
              <a:prstGeom prst="bentConnector3">
                <a:avLst>
                  <a:gd name="adj1" fmla="val 50000"/>
                </a:avLst>
              </a:prstGeom>
              <a:solidFill>
                <a:schemeClr val="accent1"/>
              </a:solidFill>
              <a:ln w="12700" cap="flat" cmpd="sng" algn="ctr">
                <a:solidFill>
                  <a:schemeClr val="tx1"/>
                </a:solidFill>
                <a:prstDash val="solid"/>
                <a:round/>
                <a:headEnd type="none" w="sm" len="sm"/>
                <a:tailEnd type="arrow"/>
              </a:ln>
              <a:effectLst/>
            </p:spPr>
          </p:cxnSp>
          <p:sp>
            <p:nvSpPr>
              <p:cNvPr id="50" name="TextBox 49"/>
              <p:cNvSpPr txBox="1"/>
              <p:nvPr>
                <p:custDataLst>
                  <p:tags r:id="rId23"/>
                </p:custDataLst>
              </p:nvPr>
            </p:nvSpPr>
            <p:spPr>
              <a:xfrm>
                <a:off x="3715053" y="4841081"/>
                <a:ext cx="1713894" cy="368300"/>
              </a:xfrm>
              <a:prstGeom prst="rect">
                <a:avLst/>
              </a:prstGeom>
              <a:noFill/>
            </p:spPr>
            <p:txBody>
              <a:bodyPr wrap="square" rtlCol="0">
                <a:normAutofit/>
              </a:bodyPr>
              <a:lstStyle/>
              <a:p>
                <a:r>
                  <a:rPr lang="zh-CN" altLang="en-US" sz="1800" dirty="0">
                    <a:solidFill>
                      <a:schemeClr val="tx1"/>
                    </a:solidFill>
                    <a:latin typeface="+mn-lt"/>
                    <a:ea typeface="+mn-ea"/>
                  </a:rPr>
                  <a:t>关键系数</a:t>
                </a:r>
                <a:endParaRPr lang="zh-CN" altLang="en-US" sz="1800" dirty="0">
                  <a:solidFill>
                    <a:schemeClr val="tx1"/>
                  </a:solidFill>
                  <a:latin typeface="+mn-lt"/>
                  <a:ea typeface="+mn-ea"/>
                </a:endParaRPr>
              </a:p>
            </p:txBody>
          </p:sp>
          <p:sp>
            <p:nvSpPr>
              <p:cNvPr id="51" name="TextBox 50"/>
              <p:cNvSpPr txBox="1"/>
              <p:nvPr>
                <p:custDataLst>
                  <p:tags r:id="rId24"/>
                </p:custDataLst>
              </p:nvPr>
            </p:nvSpPr>
            <p:spPr>
              <a:xfrm>
                <a:off x="7970674" y="1628800"/>
                <a:ext cx="1713894" cy="368300"/>
              </a:xfrm>
              <a:prstGeom prst="rect">
                <a:avLst/>
              </a:prstGeom>
              <a:noFill/>
            </p:spPr>
            <p:txBody>
              <a:bodyPr wrap="square" rtlCol="0">
                <a:normAutofit/>
              </a:bodyPr>
              <a:lstStyle/>
              <a:p>
                <a:r>
                  <a:rPr lang="zh-CN" altLang="en-US" sz="1800" dirty="0">
                    <a:solidFill>
                      <a:schemeClr val="tx1"/>
                    </a:solidFill>
                    <a:latin typeface="+mn-lt"/>
                    <a:ea typeface="+mn-ea"/>
                  </a:rPr>
                  <a:t>判决结果</a:t>
                </a:r>
                <a:endParaRPr lang="zh-CN" altLang="en-US" sz="1800" dirty="0">
                  <a:solidFill>
                    <a:schemeClr val="tx1"/>
                  </a:solidFill>
                  <a:latin typeface="+mn-lt"/>
                  <a:ea typeface="+mn-ea"/>
                </a:endParaRPr>
              </a:p>
            </p:txBody>
          </p:sp>
          <p:cxnSp>
            <p:nvCxnSpPr>
              <p:cNvPr id="56" name="肘形连接符 55"/>
              <p:cNvCxnSpPr>
                <a:stCxn id="45" idx="3"/>
              </p:cNvCxnSpPr>
              <p:nvPr/>
            </p:nvCxnSpPr>
            <p:spPr bwMode="auto">
              <a:xfrm flipV="1">
                <a:off x="8626578" y="1998132"/>
                <a:ext cx="201043" cy="3218631"/>
              </a:xfrm>
              <a:prstGeom prst="bentConnector2">
                <a:avLst/>
              </a:prstGeom>
              <a:solidFill>
                <a:schemeClr val="accent1"/>
              </a:solidFill>
              <a:ln w="12700" cap="flat" cmpd="sng" algn="ctr">
                <a:solidFill>
                  <a:schemeClr val="tx1"/>
                </a:solidFill>
                <a:prstDash val="solid"/>
                <a:round/>
                <a:headEnd type="none" w="sm" len="sm"/>
                <a:tailEnd type="arrow"/>
              </a:ln>
              <a:effectLst/>
            </p:spPr>
          </p:cxnSp>
          <p:sp>
            <p:nvSpPr>
              <p:cNvPr id="57" name="TextBox 56"/>
              <p:cNvSpPr txBox="1"/>
              <p:nvPr>
                <p:custDataLst>
                  <p:tags r:id="rId25"/>
                </p:custDataLst>
              </p:nvPr>
            </p:nvSpPr>
            <p:spPr>
              <a:xfrm>
                <a:off x="7380312" y="3645024"/>
                <a:ext cx="1713894" cy="922020"/>
              </a:xfrm>
              <a:prstGeom prst="rect">
                <a:avLst/>
              </a:prstGeom>
              <a:noFill/>
            </p:spPr>
            <p:txBody>
              <a:bodyPr wrap="square" rtlCol="0">
                <a:normAutofit/>
              </a:bodyPr>
              <a:lstStyle/>
              <a:p>
                <a:r>
                  <a:rPr lang="zh-CN" altLang="en-US" sz="1800" dirty="0">
                    <a:solidFill>
                      <a:schemeClr val="tx1"/>
                    </a:solidFill>
                    <a:latin typeface="+mn-lt"/>
                    <a:ea typeface="+mn-ea"/>
                  </a:rPr>
                  <a:t>根据提取所得水印与原始水印相关性判决</a:t>
                </a:r>
                <a:endParaRPr lang="zh-CN" altLang="en-US" sz="1800" dirty="0">
                  <a:solidFill>
                    <a:schemeClr val="tx1"/>
                  </a:solidFill>
                  <a:latin typeface="+mn-lt"/>
                  <a:ea typeface="+mn-ea"/>
                </a:endParaRPr>
              </a:p>
            </p:txBody>
          </p:sp>
        </p:grpSp>
      </p:grpSp>
      <p:sp>
        <p:nvSpPr>
          <p:cNvPr id="25" name="标题 24"/>
          <p:cNvSpPr>
            <a:spLocks noGrp="1"/>
          </p:cNvSpPr>
          <p:nvPr>
            <p:ph type="title"/>
            <p:custDataLst>
              <p:tags r:id="rId26"/>
            </p:custDataLst>
          </p:nvPr>
        </p:nvSpPr>
        <p:spPr/>
        <p:txBody>
          <a:bodyPr vert="horz" lIns="91440" tIns="45720" rIns="91440" bIns="45720" rtlCol="0" anchor="ctr">
            <a:normAutofit/>
          </a:bodyPr>
          <a:p>
            <a:pPr lvl="0" algn="l">
              <a:buClrTx/>
              <a:buSzTx/>
              <a:buFontTx/>
            </a:pPr>
            <a:r>
              <a:rPr lang="zh-CN" altLang="en-US" smtClean="0">
                <a:sym typeface="+mn-ea"/>
              </a:rPr>
              <a:t>从检测方法上分类</a:t>
            </a:r>
            <a:endParaRPr lang="zh-CN" altLang="en-US" smtClean="0">
              <a:sym typeface="+mn-ea"/>
            </a:endParaRPr>
          </a:p>
        </p:txBody>
      </p:sp>
    </p:spTree>
    <p:custDataLst>
      <p:tags r:id="rId27"/>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lnSpc>
                <a:spcPct val="90000"/>
              </a:lnSpc>
            </a:pPr>
            <a:r>
              <a:rPr lang="zh-CN" altLang="en-US" sz="2800" dirty="0">
                <a:solidFill>
                  <a:schemeClr val="tx1"/>
                </a:solidFill>
              </a:rPr>
              <a:t>健壮性数字水印</a:t>
            </a:r>
            <a:endParaRPr lang="zh-CN" altLang="en-US" sz="2800" dirty="0">
              <a:solidFill>
                <a:schemeClr val="tx1"/>
              </a:solidFill>
            </a:endParaRPr>
          </a:p>
          <a:p>
            <a:pPr lvl="1" eaLnBrk="1" hangingPunct="1">
              <a:lnSpc>
                <a:spcPct val="90000"/>
              </a:lnSpc>
            </a:pPr>
            <a:r>
              <a:rPr lang="zh-CN" altLang="en-US" sz="2400" dirty="0">
                <a:solidFill>
                  <a:schemeClr val="tx1"/>
                </a:solidFill>
              </a:rPr>
              <a:t>要求水印能够经受各种常用的操作。</a:t>
            </a:r>
            <a:endParaRPr lang="zh-CN" altLang="en-US" sz="2400" dirty="0">
              <a:solidFill>
                <a:schemeClr val="tx1"/>
              </a:solidFill>
            </a:endParaRPr>
          </a:p>
          <a:p>
            <a:pPr lvl="1" eaLnBrk="1" hangingPunct="1">
              <a:lnSpc>
                <a:spcPct val="90000"/>
              </a:lnSpc>
            </a:pPr>
            <a:r>
              <a:rPr lang="zh-CN" altLang="en-US" sz="2400" dirty="0">
                <a:solidFill>
                  <a:schemeClr val="tx1"/>
                </a:solidFill>
              </a:rPr>
              <a:t>只要载体信号没有被破坏到不可使用的程度，都应该能够检测出水印信息。 </a:t>
            </a:r>
            <a:endParaRPr lang="zh-CN" altLang="en-US" sz="2400" dirty="0">
              <a:solidFill>
                <a:schemeClr val="tx1"/>
              </a:solidFill>
            </a:endParaRPr>
          </a:p>
          <a:p>
            <a:pPr eaLnBrk="1" hangingPunct="1">
              <a:lnSpc>
                <a:spcPct val="90000"/>
              </a:lnSpc>
            </a:pPr>
            <a:r>
              <a:rPr lang="zh-CN" altLang="en-US" sz="2800" dirty="0">
                <a:solidFill>
                  <a:schemeClr val="tx1"/>
                </a:solidFill>
              </a:rPr>
              <a:t>脆弱性数字水印（完全脆弱性/半脆弱性）</a:t>
            </a:r>
            <a:endParaRPr lang="en-US" altLang="zh-CN" sz="2800" dirty="0">
              <a:solidFill>
                <a:schemeClr val="tx1"/>
              </a:solidFill>
            </a:endParaRPr>
          </a:p>
          <a:p>
            <a:pPr lvl="1" eaLnBrk="1" hangingPunct="1">
              <a:lnSpc>
                <a:spcPct val="90000"/>
              </a:lnSpc>
            </a:pPr>
            <a:r>
              <a:rPr lang="zh-CN" altLang="en-US" sz="2400" dirty="0">
                <a:solidFill>
                  <a:schemeClr val="tx1"/>
                </a:solidFill>
              </a:rPr>
              <a:t>要求水印对载体的变化很敏感，根据水印的状态来判断数据是否被篡改过</a:t>
            </a:r>
            <a:endParaRPr lang="zh-CN" altLang="en-US" sz="2400" dirty="0">
              <a:solidFill>
                <a:schemeClr val="tx1"/>
              </a:solidFill>
            </a:endParaRPr>
          </a:p>
          <a:p>
            <a:pPr lvl="1" eaLnBrk="1" hangingPunct="1">
              <a:lnSpc>
                <a:spcPct val="90000"/>
              </a:lnSpc>
            </a:pPr>
            <a:r>
              <a:rPr lang="zh-CN" altLang="en-US" sz="2400" dirty="0">
                <a:solidFill>
                  <a:schemeClr val="tx1"/>
                </a:solidFill>
              </a:rPr>
              <a:t>特点：载体数据经过很微小的处理后，水印就会被改变或毁掉。</a:t>
            </a:r>
            <a:endParaRPr lang="zh-CN" altLang="en-US" sz="2400" dirty="0">
              <a:solidFill>
                <a:schemeClr val="tx1"/>
              </a:solidFill>
            </a:endParaRPr>
          </a:p>
          <a:p>
            <a:pPr lvl="1" eaLnBrk="1" hangingPunct="1">
              <a:lnSpc>
                <a:spcPct val="90000"/>
              </a:lnSpc>
            </a:pPr>
            <a:r>
              <a:rPr lang="zh-CN" altLang="en-US" sz="2400" dirty="0">
                <a:solidFill>
                  <a:schemeClr val="tx1"/>
                </a:solidFill>
              </a:rPr>
              <a:t>主要用于完整性保护。</a:t>
            </a:r>
            <a:endParaRPr lang="zh-CN" altLang="en-US" sz="2400" dirty="0">
              <a:solidFill>
                <a:schemeClr val="tx1"/>
              </a:solidFill>
            </a:endParaRPr>
          </a:p>
          <a:p>
            <a:pPr lvl="1" eaLnBrk="1" hangingPunct="1">
              <a:lnSpc>
                <a:spcPct val="90000"/>
              </a:lnSpc>
            </a:pPr>
            <a:r>
              <a:rPr lang="zh-CN" altLang="en-US" sz="2400" dirty="0">
                <a:solidFill>
                  <a:schemeClr val="tx1"/>
                </a:solidFill>
              </a:rPr>
              <a:t>与稳健性水印的要求相反。</a:t>
            </a:r>
            <a:endParaRPr lang="zh-CN" altLang="en-US" sz="2400" dirty="0">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A4EA24A3-A5F4-4DBE-A7A9-031CE0B24B9E}"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从稳健性上分类</a:t>
            </a:r>
            <a:endParaRPr lang="zh-CN" altLang="en-US" smtClean="0">
              <a:sym typeface="+mn-ea"/>
            </a:endParaRPr>
          </a:p>
        </p:txBody>
      </p:sp>
    </p:spTree>
    <p:custDataLst>
      <p:tags r:id="rId4"/>
    </p:custData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Grp="1" noChangeAspect="1" noChangeArrowheads="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4750435" y="2169795"/>
            <a:ext cx="360045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3" name="Picture 4"/>
          <p:cNvPicPr>
            <a:picLocks noGrp="1" noChangeAspect="1" noChangeArrowheads="1"/>
          </p:cNvPicPr>
          <p:nvPr>
            <p:custDataLst>
              <p:tags r:id="rId3"/>
            </p:custDataLst>
          </p:nvPr>
        </p:nvPicPr>
        <p:blipFill>
          <a:blip r:embed="rId4">
            <a:extLst>
              <a:ext uri="{28A0092B-C50C-407E-A947-70E740481C1C}">
                <a14:useLocalDpi xmlns:a14="http://schemas.microsoft.com/office/drawing/2010/main" val="0"/>
              </a:ext>
            </a:extLst>
          </a:blip>
          <a:stretch>
            <a:fillRect/>
          </a:stretch>
        </p:blipFill>
        <p:spPr>
          <a:xfrm>
            <a:off x="9448800" y="3465830"/>
            <a:ext cx="12192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2" name="灯片编号占位符 6"/>
          <p:cNvSpPr>
            <a:spLocks noGrp="1"/>
          </p:cNvSpPr>
          <p:nvPr>
            <p:custDataLst>
              <p:tags r:id="rId5"/>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EBDD21F7-182E-4795-9745-4AC9B0AC97F0}"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26630" name="Text Box 5"/>
          <p:cNvSpPr txBox="1">
            <a:spLocks noChangeArrowheads="1"/>
          </p:cNvSpPr>
          <p:nvPr>
            <p:custDataLst>
              <p:tags r:id="rId6"/>
            </p:custDataLst>
          </p:nvPr>
        </p:nvSpPr>
        <p:spPr bwMode="auto">
          <a:xfrm>
            <a:off x="3831591" y="5610225"/>
            <a:ext cx="2922270" cy="645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000" rIns="18000">
            <a:normAutofit fontScale="90000"/>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lang="zh-CN" altLang="en-US" sz="1800">
                <a:solidFill>
                  <a:schemeClr val="tx1"/>
                </a:solidFill>
                <a:latin typeface="+mn-lt"/>
                <a:ea typeface="+mn-ea"/>
              </a:rPr>
              <a:t> 放大和旋转后的含水印图像 </a:t>
            </a:r>
            <a:endParaRPr lang="zh-CN" altLang="en-US" sz="1800">
              <a:solidFill>
                <a:schemeClr val="tx1"/>
              </a:solidFill>
              <a:latin typeface="+mn-lt"/>
              <a:ea typeface="+mn-ea"/>
            </a:endParaRPr>
          </a:p>
          <a:p>
            <a:pPr algn="just"/>
            <a:r>
              <a:rPr lang="zh-CN" altLang="en-US" sz="1800">
                <a:solidFill>
                  <a:schemeClr val="tx1"/>
                </a:solidFill>
                <a:latin typeface="+mn-lt"/>
                <a:ea typeface="+mn-ea"/>
              </a:rPr>
              <a:t>（</a:t>
            </a:r>
            <a:r>
              <a:rPr lang="en-US" altLang="zh-CN" sz="1800">
                <a:solidFill>
                  <a:schemeClr val="tx1"/>
                </a:solidFill>
                <a:latin typeface="+mn-lt"/>
                <a:ea typeface="+mn-ea"/>
              </a:rPr>
              <a:t>size=280×280, q =2</a:t>
            </a:r>
            <a:r>
              <a:rPr lang="zh-CN" altLang="en-US" sz="1800">
                <a:solidFill>
                  <a:schemeClr val="tx1"/>
                </a:solidFill>
                <a:latin typeface="+mn-lt"/>
                <a:ea typeface="+mn-ea"/>
              </a:rPr>
              <a:t>度）</a:t>
            </a:r>
            <a:endParaRPr lang="zh-CN" altLang="en-US" sz="1800">
              <a:solidFill>
                <a:schemeClr val="tx1"/>
              </a:solidFill>
              <a:latin typeface="+mn-lt"/>
              <a:ea typeface="+mn-ea"/>
            </a:endParaRPr>
          </a:p>
        </p:txBody>
      </p:sp>
      <p:sp>
        <p:nvSpPr>
          <p:cNvPr id="26631" name="Text Box 6"/>
          <p:cNvSpPr txBox="1">
            <a:spLocks noChangeArrowheads="1"/>
          </p:cNvSpPr>
          <p:nvPr>
            <p:custDataLst>
              <p:tags r:id="rId7"/>
            </p:custDataLst>
          </p:nvPr>
        </p:nvSpPr>
        <p:spPr bwMode="auto">
          <a:xfrm>
            <a:off x="7886383" y="5516563"/>
            <a:ext cx="127381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000" rIns="18000">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lang="zh-CN" altLang="en-US" sz="1800">
                <a:solidFill>
                  <a:schemeClr val="tx1"/>
                </a:solidFill>
                <a:latin typeface="+mn-lt"/>
                <a:ea typeface="+mn-ea"/>
              </a:rPr>
              <a:t>提取的水印</a:t>
            </a:r>
            <a:r>
              <a:rPr lang="zh-CN" altLang="en-US">
                <a:solidFill>
                  <a:schemeClr val="tx1"/>
                </a:solidFill>
                <a:latin typeface="+mn-lt"/>
                <a:ea typeface="+mn-ea"/>
              </a:rPr>
              <a:t> </a:t>
            </a:r>
            <a:endParaRPr lang="zh-CN" altLang="en-US">
              <a:solidFill>
                <a:schemeClr val="tx1"/>
              </a:solidFill>
              <a:latin typeface="+mn-lt"/>
              <a:ea typeface="+mn-ea"/>
            </a:endParaRPr>
          </a:p>
        </p:txBody>
      </p:sp>
      <p:sp>
        <p:nvSpPr>
          <p:cNvPr id="7" name="标题 6"/>
          <p:cNvSpPr>
            <a:spLocks noGrp="1"/>
          </p:cNvSpPr>
          <p:nvPr>
            <p:ph type="title"/>
            <p:custDataLst>
              <p:tags r:id="rId8"/>
            </p:custDataLst>
          </p:nvPr>
        </p:nvSpPr>
        <p:spPr/>
        <p:txBody>
          <a:bodyPr vert="horz" lIns="91440" tIns="45720" rIns="91440" bIns="45720" rtlCol="0" anchor="ctr">
            <a:normAutofit/>
          </a:bodyPr>
          <a:p>
            <a:pPr lvl="0" algn="l">
              <a:buClrTx/>
              <a:buSzTx/>
              <a:buFontTx/>
            </a:pPr>
            <a:r>
              <a:rPr lang="zh-CN" altLang="en-US" smtClean="0">
                <a:sym typeface="+mn-ea"/>
              </a:rPr>
              <a:t>健壮性水印例</a:t>
            </a:r>
            <a:endParaRPr lang="zh-CN" altLang="en-US" smtClean="0">
              <a:sym typeface="+mn-ea"/>
            </a:endParaRPr>
          </a:p>
        </p:txBody>
      </p:sp>
    </p:spTree>
    <p:custDataLst>
      <p:tags r:id="rId9"/>
    </p:custData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endParaRPr lang="zh-CN" altLang="en-US">
              <a:solidFill>
                <a:schemeClr val="tx1"/>
              </a:solidFill>
            </a:endParaRPr>
          </a:p>
          <a:p>
            <a:pPr eaLnBrk="1" hangingPunct="1"/>
            <a:endParaRPr lang="zh-CN" altLang="en-US">
              <a:solidFill>
                <a:schemeClr val="tx1"/>
              </a:solidFill>
            </a:endParaRPr>
          </a:p>
          <a:p>
            <a:pPr eaLnBrk="1" hangingPunct="1"/>
            <a:endParaRPr lang="zh-CN" altLang="en-US">
              <a:solidFill>
                <a:schemeClr val="tx1"/>
              </a:solidFill>
            </a:endParaRPr>
          </a:p>
          <a:p>
            <a:pPr eaLnBrk="1" hangingPunct="1"/>
            <a:endParaRPr lang="zh-CN" altLang="en-US">
              <a:solidFill>
                <a:schemeClr val="tx1"/>
              </a:solidFill>
            </a:endParaRPr>
          </a:p>
          <a:p>
            <a:pPr eaLnBrk="1" hangingPunct="1"/>
            <a:endParaRPr lang="zh-CN" altLang="en-US">
              <a:solidFill>
                <a:schemeClr val="tx1"/>
              </a:solidFill>
            </a:endParaRPr>
          </a:p>
          <a:p>
            <a:pPr eaLnBrk="1" hangingPunct="1"/>
            <a:endParaRPr lang="zh-CN" altLang="en-US">
              <a:solidFill>
                <a:schemeClr val="tx1"/>
              </a:solidFill>
            </a:endParaRPr>
          </a:p>
          <a:p>
            <a:pPr eaLnBrk="1" hangingPunct="1"/>
            <a:r>
              <a:rPr lang="zh-CN" altLang="en-US">
                <a:solidFill>
                  <a:schemeClr val="tx1"/>
                </a:solidFill>
              </a:rPr>
              <a:t>水印仍能正确提取</a:t>
            </a:r>
            <a:endParaRPr lang="zh-CN" altLang="en-US">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F5045D2B-A26A-48A8-9EB3-2DA52E62A4F6}"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27653" name="Rectangle 4"/>
          <p:cNvSpPr>
            <a:spLocks noChangeArrowheads="1"/>
          </p:cNvSpPr>
          <p:nvPr/>
        </p:nvSpPr>
        <p:spPr bwMode="auto">
          <a:xfrm>
            <a:off x="1524000" y="592138"/>
            <a:ext cx="162560"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spAutoFit/>
          </a:bodyPr>
          <a:lstStyle/>
          <a:p>
            <a:endParaRPr lang="zh-CN" altLang="en-US" sz="1800">
              <a:latin typeface="+mn-lt"/>
              <a:ea typeface="+mn-ea"/>
            </a:endParaRPr>
          </a:p>
        </p:txBody>
      </p:sp>
      <p:pic>
        <p:nvPicPr>
          <p:cNvPr id="27654" name="Picture 5" descr="LENA256"/>
          <p:cNvPicPr>
            <a:picLocks noChangeAspect="1" noChangeArrowheads="1"/>
          </p:cNvPicPr>
          <p:nvPr>
            <p:custDataLst>
              <p:tags r:id="rId3"/>
            </p:custDataLst>
          </p:nvPr>
        </p:nvPicPr>
        <p:blipFill>
          <a:blip r:embed="rId4">
            <a:extLst>
              <a:ext uri="{28A0092B-C50C-407E-A947-70E740481C1C}">
                <a14:useLocalDpi xmlns:a14="http://schemas.microsoft.com/office/drawing/2010/main" val="0"/>
              </a:ext>
            </a:extLst>
          </a:blip>
          <a:srcRect/>
          <a:stretch>
            <a:fillRect/>
          </a:stretch>
        </p:blipFill>
        <p:spPr bwMode="auto">
          <a:xfrm>
            <a:off x="3287713" y="2060575"/>
            <a:ext cx="1962150" cy="201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5" name="Rectangle 6"/>
          <p:cNvSpPr>
            <a:spLocks noChangeArrowheads="1"/>
          </p:cNvSpPr>
          <p:nvPr>
            <p:custDataLst>
              <p:tags r:id="rId5"/>
            </p:custDataLst>
          </p:nvPr>
        </p:nvSpPr>
        <p:spPr bwMode="auto">
          <a:xfrm>
            <a:off x="1524000" y="2215674"/>
            <a:ext cx="264160" cy="275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spAutoFit/>
          </a:bodyPr>
          <a:lstStyle/>
          <a:p>
            <a:pPr algn="l"/>
            <a:r>
              <a:rPr lang="zh-CN" altLang="en-US" sz="1200">
                <a:latin typeface="宋体" panose="02010600030101010101" pitchFamily="2" charset="-122"/>
              </a:rPr>
              <a:t>   </a:t>
            </a:r>
            <a:endParaRPr lang="zh-CN" altLang="en-US" sz="1800">
              <a:latin typeface="Times New Roman" panose="02020603050405020304" pitchFamily="18" charset="0"/>
            </a:endParaRPr>
          </a:p>
        </p:txBody>
      </p:sp>
      <p:pic>
        <p:nvPicPr>
          <p:cNvPr id="27656" name="Picture 7" descr="lena21"/>
          <p:cNvPicPr>
            <a:picLocks noChangeAspect="1" noChangeArrowheads="1"/>
          </p:cNvPicPr>
          <p:nvPr>
            <p:custDataLst>
              <p:tags r:id="rId6"/>
            </p:custDataLst>
          </p:nvPr>
        </p:nvPicPr>
        <p:blipFill>
          <a:blip r:embed="rId7">
            <a:extLst>
              <a:ext uri="{28A0092B-C50C-407E-A947-70E740481C1C}">
                <a14:useLocalDpi xmlns:a14="http://schemas.microsoft.com/office/drawing/2010/main" val="0"/>
              </a:ext>
            </a:extLst>
          </a:blip>
          <a:srcRect/>
          <a:stretch>
            <a:fillRect/>
          </a:stretch>
        </p:blipFill>
        <p:spPr bwMode="auto">
          <a:xfrm>
            <a:off x="5808663" y="2060575"/>
            <a:ext cx="1933575" cy="1944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7" name="Rectangle 8"/>
          <p:cNvSpPr>
            <a:spLocks noChangeArrowheads="1"/>
          </p:cNvSpPr>
          <p:nvPr>
            <p:custDataLst>
              <p:tags r:id="rId8"/>
            </p:custDataLst>
          </p:nvPr>
        </p:nvSpPr>
        <p:spPr bwMode="auto">
          <a:xfrm>
            <a:off x="1524000" y="3915886"/>
            <a:ext cx="264160" cy="2755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000" rIns="18000" anchor="ctr">
            <a:spAutoFit/>
          </a:bodyPr>
          <a:lstStyle/>
          <a:p>
            <a:pPr algn="l"/>
            <a:r>
              <a:rPr lang="zh-CN" altLang="en-US" sz="1200">
                <a:latin typeface="宋体" panose="02010600030101010101" pitchFamily="2" charset="-122"/>
              </a:rPr>
              <a:t>   </a:t>
            </a:r>
            <a:endParaRPr lang="zh-CN" altLang="en-US" sz="1800">
              <a:latin typeface="Times New Roman" panose="02020603050405020304" pitchFamily="18" charset="0"/>
            </a:endParaRPr>
          </a:p>
        </p:txBody>
      </p:sp>
      <p:pic>
        <p:nvPicPr>
          <p:cNvPr id="27658" name="Picture 9" descr="lenanew10"/>
          <p:cNvPicPr>
            <a:picLocks noChangeAspect="1" noChangeArrowheads="1"/>
          </p:cNvPicPr>
          <p:nvPr>
            <p:custDataLst>
              <p:tags r:id="rId9"/>
            </p:custDataLst>
          </p:nvPr>
        </p:nvPicPr>
        <p:blipFill>
          <a:blip r:embed="rId10">
            <a:extLst>
              <a:ext uri="{28A0092B-C50C-407E-A947-70E740481C1C}">
                <a14:useLocalDpi xmlns:a14="http://schemas.microsoft.com/office/drawing/2010/main" val="0"/>
              </a:ext>
            </a:extLst>
          </a:blip>
          <a:srcRect/>
          <a:stretch>
            <a:fillRect/>
          </a:stretch>
        </p:blipFill>
        <p:spPr bwMode="auto">
          <a:xfrm>
            <a:off x="8183563" y="2060575"/>
            <a:ext cx="1803400" cy="1871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9" name="Rectangle 10"/>
          <p:cNvSpPr>
            <a:spLocks noChangeArrowheads="1"/>
          </p:cNvSpPr>
          <p:nvPr>
            <p:custDataLst>
              <p:tags r:id="rId11"/>
            </p:custDataLst>
          </p:nvPr>
        </p:nvSpPr>
        <p:spPr bwMode="auto">
          <a:xfrm>
            <a:off x="3648075" y="4364832"/>
            <a:ext cx="572198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000" rIns="18000" anchor="ctr">
            <a:normAutofit fontScale="90000"/>
          </a:bodyPr>
          <a:lstStyle/>
          <a:p>
            <a:pPr indent="266700"/>
            <a:r>
              <a:rPr lang="zh-CN" altLang="en-US" sz="1800">
                <a:solidFill>
                  <a:schemeClr val="tx1"/>
                </a:solidFill>
                <a:latin typeface="+mn-lt"/>
                <a:ea typeface="+mn-ea"/>
              </a:rPr>
              <a:t>原始图像          嵌入水印后图像     打印扫描后的图像</a:t>
            </a:r>
            <a:endParaRPr lang="zh-CN" altLang="en-US" sz="1800">
              <a:solidFill>
                <a:schemeClr val="tx1"/>
              </a:solidFill>
              <a:latin typeface="+mn-lt"/>
              <a:ea typeface="+mn-ea"/>
            </a:endParaRPr>
          </a:p>
        </p:txBody>
      </p:sp>
      <p:sp>
        <p:nvSpPr>
          <p:cNvPr id="6" name="标题 5"/>
          <p:cNvSpPr>
            <a:spLocks noGrp="1"/>
          </p:cNvSpPr>
          <p:nvPr>
            <p:ph type="title"/>
            <p:custDataLst>
              <p:tags r:id="rId12"/>
            </p:custDataLst>
          </p:nvPr>
        </p:nvSpPr>
        <p:spPr/>
        <p:txBody>
          <a:bodyPr vert="horz" lIns="91440" tIns="45720" rIns="91440" bIns="45720" rtlCol="0" anchor="ctr">
            <a:normAutofit/>
          </a:bodyPr>
          <a:p>
            <a:pPr lvl="0" algn="l">
              <a:buClrTx/>
              <a:buSzTx/>
              <a:buFontTx/>
            </a:pPr>
            <a:r>
              <a:rPr lang="zh-CN" altLang="en-US" smtClean="0">
                <a:sym typeface="+mn-ea"/>
              </a:rPr>
              <a:t>健壮性水印例</a:t>
            </a:r>
            <a:endParaRPr lang="zh-CN" altLang="en-US" smtClean="0">
              <a:sym typeface="+mn-ea"/>
            </a:endParaRPr>
          </a:p>
        </p:txBody>
      </p:sp>
    </p:spTree>
    <p:custDataLst>
      <p:tags r:id="rId13"/>
    </p:custDataLst>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p:cNvSpPr>
            <a:spLocks noGrp="1"/>
          </p:cNvSpPr>
          <p:nvPr>
            <p:custDataLst>
              <p:tags r:id="rId1"/>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114ECD02-4BF6-4956-B834-998A0243ECA9}"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pic>
        <p:nvPicPr>
          <p:cNvPr id="28676" name="Picture 3"/>
          <p:cNvPicPr>
            <a:picLocks noChangeAspect="1" noChangeArrowheads="1"/>
          </p:cNvPicPr>
          <p:nvPr>
            <p:custDataLst>
              <p:tags r:id="rId2"/>
            </p:custDataLst>
          </p:nvPr>
        </p:nvPicPr>
        <p:blipFill>
          <a:blip r:embed="rId3" cstate="print">
            <a:extLst>
              <a:ext uri="{28A0092B-C50C-407E-A947-70E740481C1C}">
                <a14:useLocalDpi xmlns:a14="http://schemas.microsoft.com/office/drawing/2010/main" val="0"/>
              </a:ext>
            </a:extLst>
          </a:blip>
          <a:srcRect/>
          <a:stretch>
            <a:fillRect/>
          </a:stretch>
        </p:blipFill>
        <p:spPr bwMode="auto">
          <a:xfrm>
            <a:off x="2788893" y="2302669"/>
            <a:ext cx="1436687"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4"/>
          <p:cNvPicPr>
            <a:picLocks noChangeAspect="1" noChangeArrowheads="1"/>
          </p:cNvPicPr>
          <p:nvPr>
            <p:custDataLst>
              <p:tags r:id="rId4"/>
            </p:custDataLst>
          </p:nvPr>
        </p:nvPicPr>
        <p:blipFill>
          <a:blip r:embed="rId3" cstate="print">
            <a:extLst>
              <a:ext uri="{28A0092B-C50C-407E-A947-70E740481C1C}">
                <a14:useLocalDpi xmlns:a14="http://schemas.microsoft.com/office/drawing/2010/main" val="0"/>
              </a:ext>
            </a:extLst>
          </a:blip>
          <a:srcRect/>
          <a:stretch>
            <a:fillRect/>
          </a:stretch>
        </p:blipFill>
        <p:spPr bwMode="auto">
          <a:xfrm>
            <a:off x="4803329" y="2302669"/>
            <a:ext cx="1436687" cy="1436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Rectangle 5"/>
          <p:cNvSpPr>
            <a:spLocks noChangeArrowheads="1"/>
          </p:cNvSpPr>
          <p:nvPr/>
        </p:nvSpPr>
        <p:spPr bwMode="auto">
          <a:xfrm>
            <a:off x="3573463" y="3429000"/>
            <a:ext cx="206692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spAutoFit/>
          </a:bodyPr>
          <a:lstStyle/>
          <a:p>
            <a:endParaRPr lang="zh-CN" altLang="en-US" sz="1800">
              <a:latin typeface="+mn-lt"/>
              <a:ea typeface="+mn-ea"/>
            </a:endParaRPr>
          </a:p>
        </p:txBody>
      </p:sp>
      <p:sp>
        <p:nvSpPr>
          <p:cNvPr id="28680" name="Rectangle 7"/>
          <p:cNvSpPr>
            <a:spLocks noChangeArrowheads="1"/>
          </p:cNvSpPr>
          <p:nvPr>
            <p:custDataLst>
              <p:tags r:id="rId5"/>
            </p:custDataLst>
          </p:nvPr>
        </p:nvSpPr>
        <p:spPr bwMode="auto">
          <a:xfrm>
            <a:off x="9199563" y="3429000"/>
            <a:ext cx="342900" cy="228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nchor="ctr"/>
          <a:lstStyle/>
          <a:p>
            <a:pPr algn="just"/>
            <a:r>
              <a:rPr lang="zh-CN" altLang="en-US" sz="1200">
                <a:solidFill>
                  <a:srgbClr val="000000"/>
                </a:solidFill>
                <a:latin typeface="Times New Roman" panose="02020603050405020304" pitchFamily="18" charset="0"/>
                <a:cs typeface="Times New Roman" panose="02020603050405020304" pitchFamily="18" charset="0"/>
              </a:rPr>
              <a:t> </a:t>
            </a:r>
            <a:endParaRPr lang="zh-CN" altLang="en-US" sz="1200">
              <a:solidFill>
                <a:srgbClr val="000000"/>
              </a:solidFill>
              <a:latin typeface="宋体" panose="02010600030101010101" pitchFamily="2" charset="-122"/>
              <a:cs typeface="Times New Roman" panose="02020603050405020304" pitchFamily="18" charset="0"/>
            </a:endParaRPr>
          </a:p>
          <a:p>
            <a:pPr algn="just" eaLnBrk="0" hangingPunct="0"/>
            <a:endParaRPr lang="zh-CN" altLang="en-US" sz="1800">
              <a:latin typeface="Times New Roman" panose="02020603050405020304" pitchFamily="18" charset="0"/>
            </a:endParaRPr>
          </a:p>
        </p:txBody>
      </p:sp>
      <p:sp>
        <p:nvSpPr>
          <p:cNvPr id="28681" name="Rectangle 8"/>
          <p:cNvSpPr>
            <a:spLocks noChangeArrowheads="1"/>
          </p:cNvSpPr>
          <p:nvPr>
            <p:custDataLst>
              <p:tags r:id="rId6"/>
            </p:custDataLst>
          </p:nvPr>
        </p:nvSpPr>
        <p:spPr bwMode="auto">
          <a:xfrm>
            <a:off x="3505200" y="5718175"/>
            <a:ext cx="2189163"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nchor="ctr"/>
          <a:lstStyle/>
          <a:p>
            <a:pPr algn="just"/>
            <a:r>
              <a:rPr lang="zh-CN" altLang="en-US" sz="1200">
                <a:solidFill>
                  <a:srgbClr val="000000"/>
                </a:solidFill>
                <a:latin typeface="Times New Roman" panose="02020603050405020304" pitchFamily="18" charset="0"/>
                <a:cs typeface="Times New Roman" panose="02020603050405020304" pitchFamily="18" charset="0"/>
              </a:rPr>
              <a:t> </a:t>
            </a:r>
            <a:endParaRPr lang="zh-CN" altLang="en-US" sz="1200">
              <a:solidFill>
                <a:srgbClr val="000000"/>
              </a:solidFill>
              <a:latin typeface="宋体" panose="02010600030101010101" pitchFamily="2" charset="-122"/>
              <a:cs typeface="Times New Roman" panose="02020603050405020304" pitchFamily="18" charset="0"/>
            </a:endParaRPr>
          </a:p>
          <a:p>
            <a:pPr algn="just" eaLnBrk="0" hangingPunct="0"/>
            <a:endParaRPr lang="zh-CN" altLang="en-US" sz="1800">
              <a:latin typeface="Times New Roman" panose="02020603050405020304" pitchFamily="18" charset="0"/>
            </a:endParaRPr>
          </a:p>
        </p:txBody>
      </p:sp>
      <p:sp>
        <p:nvSpPr>
          <p:cNvPr id="28682" name="Text Box 9"/>
          <p:cNvSpPr txBox="1">
            <a:spLocks noChangeArrowheads="1"/>
          </p:cNvSpPr>
          <p:nvPr>
            <p:custDataLst>
              <p:tags r:id="rId7"/>
            </p:custDataLst>
          </p:nvPr>
        </p:nvSpPr>
        <p:spPr bwMode="auto">
          <a:xfrm>
            <a:off x="2897342" y="3856152"/>
            <a:ext cx="125476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000" rIns="18000">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lang="zh-CN" altLang="en-US" dirty="0">
                <a:solidFill>
                  <a:schemeClr val="tx1"/>
                </a:solidFill>
                <a:latin typeface="+mn-lt"/>
                <a:ea typeface="+mn-ea"/>
              </a:rPr>
              <a:t>原始图像</a:t>
            </a:r>
            <a:endParaRPr lang="zh-CN" altLang="en-US" dirty="0">
              <a:solidFill>
                <a:schemeClr val="tx1"/>
              </a:solidFill>
              <a:latin typeface="+mn-lt"/>
              <a:ea typeface="+mn-ea"/>
            </a:endParaRPr>
          </a:p>
        </p:txBody>
      </p:sp>
      <p:sp>
        <p:nvSpPr>
          <p:cNvPr id="28683" name="Text Box 10"/>
          <p:cNvSpPr txBox="1">
            <a:spLocks noChangeArrowheads="1"/>
          </p:cNvSpPr>
          <p:nvPr>
            <p:custDataLst>
              <p:tags r:id="rId8"/>
            </p:custDataLst>
          </p:nvPr>
        </p:nvSpPr>
        <p:spPr bwMode="auto">
          <a:xfrm>
            <a:off x="4727531" y="3830637"/>
            <a:ext cx="155956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000" rIns="18000">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lang="zh-CN" altLang="en-US" dirty="0">
                <a:solidFill>
                  <a:schemeClr val="tx1"/>
                </a:solidFill>
                <a:latin typeface="+mn-lt"/>
                <a:ea typeface="+mn-ea"/>
              </a:rPr>
              <a:t>含水印图像</a:t>
            </a:r>
            <a:endParaRPr lang="zh-CN" altLang="en-US" dirty="0">
              <a:solidFill>
                <a:schemeClr val="tx1"/>
              </a:solidFill>
              <a:latin typeface="+mn-lt"/>
              <a:ea typeface="+mn-ea"/>
            </a:endParaRPr>
          </a:p>
        </p:txBody>
      </p:sp>
      <p:pic>
        <p:nvPicPr>
          <p:cNvPr id="12" name="Picture 3"/>
          <p:cNvPicPr>
            <a:picLocks noChangeAspect="1" noChangeArrowheads="1"/>
          </p:cNvPicPr>
          <p:nvPr>
            <p:custDataLst>
              <p:tags r:id="rId9"/>
            </p:custDataLst>
          </p:nvPr>
        </p:nvPicPr>
        <p:blipFill>
          <a:blip r:embed="rId10" cstate="print">
            <a:extLst>
              <a:ext uri="{28A0092B-C50C-407E-A947-70E740481C1C}">
                <a14:useLocalDpi xmlns:a14="http://schemas.microsoft.com/office/drawing/2010/main" val="0"/>
              </a:ext>
            </a:extLst>
          </a:blip>
          <a:srcRect/>
          <a:stretch>
            <a:fillRect/>
          </a:stretch>
        </p:blipFill>
        <p:spPr bwMode="auto">
          <a:xfrm>
            <a:off x="6897039" y="2318081"/>
            <a:ext cx="1524394" cy="1453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ext Box 10"/>
          <p:cNvSpPr txBox="1">
            <a:spLocks noChangeArrowheads="1"/>
          </p:cNvSpPr>
          <p:nvPr>
            <p:custDataLst>
              <p:tags r:id="rId11"/>
            </p:custDataLst>
          </p:nvPr>
        </p:nvSpPr>
        <p:spPr bwMode="auto">
          <a:xfrm>
            <a:off x="6697698" y="3887788"/>
            <a:ext cx="216916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8000" rIns="18000">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algn="just"/>
            <a:r>
              <a:rPr lang="zh-CN" altLang="en-US" dirty="0">
                <a:solidFill>
                  <a:schemeClr val="tx1"/>
                </a:solidFill>
                <a:latin typeface="+mn-lt"/>
                <a:ea typeface="+mn-ea"/>
              </a:rPr>
              <a:t>受攻击水印图像</a:t>
            </a:r>
            <a:endParaRPr lang="zh-CN" altLang="en-US" dirty="0">
              <a:solidFill>
                <a:schemeClr val="tx1"/>
              </a:solidFill>
              <a:latin typeface="+mn-lt"/>
              <a:ea typeface="+mn-ea"/>
            </a:endParaRPr>
          </a:p>
        </p:txBody>
      </p:sp>
      <p:graphicFrame>
        <p:nvGraphicFramePr>
          <p:cNvPr id="14" name="Object 3"/>
          <p:cNvGraphicFramePr>
            <a:graphicFrameLocks noChangeAspect="1"/>
          </p:cNvGraphicFramePr>
          <p:nvPr>
            <p:custDataLst>
              <p:tags r:id="rId12"/>
            </p:custDataLst>
          </p:nvPr>
        </p:nvGraphicFramePr>
        <p:xfrm>
          <a:off x="3125788" y="4376699"/>
          <a:ext cx="2514600" cy="2439988"/>
        </p:xfrm>
        <a:graphic>
          <a:graphicData uri="http://schemas.openxmlformats.org/presentationml/2006/ole">
            <mc:AlternateContent xmlns:mc="http://schemas.openxmlformats.org/markup-compatibility/2006">
              <mc:Choice xmlns:v="urn:schemas-microsoft-com:vml" Requires="v">
                <p:oleObj spid="_x0000_s9372" name="" r:id="rId13" imgW="4124325" imgH="3267075" progId="PBrush">
                  <p:embed/>
                </p:oleObj>
              </mc:Choice>
              <mc:Fallback>
                <p:oleObj name="" r:id="rId13" imgW="4124325" imgH="3267075" progId="PBrush">
                  <p:embed/>
                  <p:pic>
                    <p:nvPicPr>
                      <p:cNvPr id="0" name="图片 936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25788" y="4376699"/>
                        <a:ext cx="2514600" cy="243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5" name="Object 4"/>
          <p:cNvGraphicFramePr>
            <a:graphicFrameLocks noChangeAspect="1"/>
          </p:cNvGraphicFramePr>
          <p:nvPr>
            <p:custDataLst>
              <p:tags r:id="rId15"/>
            </p:custDataLst>
          </p:nvPr>
        </p:nvGraphicFramePr>
        <p:xfrm>
          <a:off x="6096000" y="4367433"/>
          <a:ext cx="2414588" cy="2438400"/>
        </p:xfrm>
        <a:graphic>
          <a:graphicData uri="http://schemas.openxmlformats.org/presentationml/2006/ole">
            <mc:AlternateContent xmlns:mc="http://schemas.openxmlformats.org/markup-compatibility/2006">
              <mc:Choice xmlns:v="urn:schemas-microsoft-com:vml" Requires="v">
                <p:oleObj spid="_x0000_s9373" name="" r:id="rId16" imgW="4143375" imgH="3267075" progId="PBrush">
                  <p:embed/>
                </p:oleObj>
              </mc:Choice>
              <mc:Fallback>
                <p:oleObj name="" r:id="rId16" imgW="4143375" imgH="3267075" progId="PBrush">
                  <p:embed/>
                  <p:pic>
                    <p:nvPicPr>
                      <p:cNvPr id="0" name="图片 936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96000" y="4367433"/>
                        <a:ext cx="2414588"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8"/>
          <p:cNvSpPr>
            <a:spLocks noChangeArrowheads="1"/>
          </p:cNvSpPr>
          <p:nvPr>
            <p:custDataLst>
              <p:tags r:id="rId18"/>
            </p:custDataLst>
          </p:nvPr>
        </p:nvSpPr>
        <p:spPr bwMode="auto">
          <a:xfrm>
            <a:off x="2017365" y="5029200"/>
            <a:ext cx="1342331"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p>
            <a:r>
              <a:rPr lang="zh-CN" altLang="en-US" sz="1800" dirty="0">
                <a:solidFill>
                  <a:schemeClr val="dk1"/>
                </a:solidFill>
                <a:latin typeface="+mn-lt"/>
                <a:ea typeface="+mn-ea"/>
                <a:cs typeface="Times New Roman" panose="02020603050405020304" pitchFamily="18" charset="0"/>
              </a:rPr>
              <a:t>篡改检测</a:t>
            </a:r>
            <a:endParaRPr lang="en-US" altLang="zh-CN" sz="1800" dirty="0">
              <a:solidFill>
                <a:schemeClr val="dk1"/>
              </a:solidFill>
              <a:latin typeface="+mn-lt"/>
              <a:ea typeface="+mn-ea"/>
              <a:cs typeface="Times New Roman" panose="02020603050405020304" pitchFamily="18" charset="0"/>
            </a:endParaRPr>
          </a:p>
          <a:p>
            <a:r>
              <a:rPr lang="zh-CN" altLang="en-US" sz="1800" dirty="0">
                <a:solidFill>
                  <a:schemeClr val="dk1"/>
                </a:solidFill>
                <a:latin typeface="+mn-lt"/>
                <a:ea typeface="+mn-ea"/>
                <a:cs typeface="Times New Roman" panose="02020603050405020304" pitchFamily="18" charset="0"/>
              </a:rPr>
              <a:t>第一层</a:t>
            </a:r>
            <a:endParaRPr lang="zh-CN" altLang="en-US" sz="1800" dirty="0">
              <a:solidFill>
                <a:schemeClr val="dk1"/>
              </a:solidFill>
              <a:latin typeface="+mn-lt"/>
              <a:ea typeface="+mn-ea"/>
              <a:cs typeface="Times New Roman" panose="02020603050405020304" pitchFamily="18" charset="0"/>
            </a:endParaRPr>
          </a:p>
          <a:p>
            <a:pPr eaLnBrk="0" hangingPunct="0"/>
            <a:endParaRPr lang="zh-CN" altLang="en-US" sz="1800" dirty="0">
              <a:solidFill>
                <a:schemeClr val="dk1"/>
              </a:solidFill>
              <a:latin typeface="+mn-lt"/>
              <a:ea typeface="+mn-ea"/>
              <a:cs typeface="Times New Roman" panose="02020603050405020304" pitchFamily="18" charset="0"/>
            </a:endParaRPr>
          </a:p>
        </p:txBody>
      </p:sp>
      <p:sp>
        <p:nvSpPr>
          <p:cNvPr id="17" name="Rectangle 8"/>
          <p:cNvSpPr>
            <a:spLocks noChangeArrowheads="1"/>
          </p:cNvSpPr>
          <p:nvPr>
            <p:custDataLst>
              <p:tags r:id="rId19"/>
            </p:custDataLst>
          </p:nvPr>
        </p:nvSpPr>
        <p:spPr bwMode="auto">
          <a:xfrm>
            <a:off x="8714109" y="5085184"/>
            <a:ext cx="1342331" cy="639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8000" rIns="18000"/>
          <a:lstStyle/>
          <a:p>
            <a:r>
              <a:rPr lang="zh-CN" altLang="en-US" sz="1800" dirty="0">
                <a:solidFill>
                  <a:schemeClr val="dk1"/>
                </a:solidFill>
                <a:latin typeface="+mn-lt"/>
                <a:ea typeface="+mn-ea"/>
                <a:cs typeface="Times New Roman" panose="02020603050405020304" pitchFamily="18" charset="0"/>
              </a:rPr>
              <a:t>篡改检测</a:t>
            </a:r>
            <a:endParaRPr lang="en-US" altLang="zh-CN" sz="1800" dirty="0">
              <a:solidFill>
                <a:schemeClr val="dk1"/>
              </a:solidFill>
              <a:latin typeface="+mn-lt"/>
              <a:ea typeface="+mn-ea"/>
              <a:cs typeface="Times New Roman" panose="02020603050405020304" pitchFamily="18" charset="0"/>
            </a:endParaRPr>
          </a:p>
          <a:p>
            <a:r>
              <a:rPr lang="zh-CN" altLang="en-US" sz="1800" dirty="0">
                <a:solidFill>
                  <a:schemeClr val="dk1"/>
                </a:solidFill>
                <a:latin typeface="+mn-lt"/>
                <a:ea typeface="+mn-ea"/>
                <a:cs typeface="Times New Roman" panose="02020603050405020304" pitchFamily="18" charset="0"/>
              </a:rPr>
              <a:t>第二层</a:t>
            </a:r>
            <a:endParaRPr lang="zh-CN" altLang="en-US" sz="1800" dirty="0">
              <a:solidFill>
                <a:schemeClr val="dk1"/>
              </a:solidFill>
              <a:latin typeface="+mn-lt"/>
              <a:ea typeface="+mn-ea"/>
              <a:cs typeface="Times New Roman" panose="02020603050405020304" pitchFamily="18" charset="0"/>
            </a:endParaRPr>
          </a:p>
          <a:p>
            <a:pPr eaLnBrk="0" hangingPunct="0"/>
            <a:endParaRPr lang="zh-CN" altLang="en-US" sz="1800" dirty="0">
              <a:solidFill>
                <a:schemeClr val="dk1"/>
              </a:solidFill>
              <a:latin typeface="+mn-lt"/>
              <a:ea typeface="+mn-ea"/>
              <a:cs typeface="Times New Roman" panose="02020603050405020304" pitchFamily="18" charset="0"/>
            </a:endParaRPr>
          </a:p>
        </p:txBody>
      </p:sp>
      <p:sp>
        <p:nvSpPr>
          <p:cNvPr id="7" name="标题 6"/>
          <p:cNvSpPr>
            <a:spLocks noGrp="1"/>
          </p:cNvSpPr>
          <p:nvPr>
            <p:ph type="title"/>
            <p:custDataLst>
              <p:tags r:id="rId20"/>
            </p:custDataLst>
          </p:nvPr>
        </p:nvSpPr>
        <p:spPr/>
        <p:txBody>
          <a:bodyPr vert="horz" lIns="91440" tIns="45720" rIns="91440" bIns="45720" rtlCol="0" anchor="ctr">
            <a:normAutofit/>
          </a:bodyPr>
          <a:p>
            <a:pPr lvl="0" algn="l">
              <a:buClrTx/>
              <a:buSzTx/>
              <a:buFontTx/>
            </a:pPr>
            <a:r>
              <a:rPr lang="zh-CN" altLang="en-US" smtClean="0">
                <a:sym typeface="+mn-ea"/>
              </a:rPr>
              <a:t>半脆弱水印例</a:t>
            </a:r>
            <a:endParaRPr lang="zh-CN" altLang="en-US" smtClean="0">
              <a:sym typeface="+mn-ea"/>
            </a:endParaRPr>
          </a:p>
        </p:txBody>
      </p:sp>
    </p:spTree>
    <p:custDataLst>
      <p:tags r:id="rId21"/>
    </p:custData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a:spLocks noGrp="1" noChangeArrowheads="1"/>
          </p:cNvSpPr>
          <p:nvPr>
            <p:custDataLst>
              <p:tags r:id="rId1"/>
            </p:custDataLst>
          </p:nvPr>
        </p:nvSpPr>
        <p:spPr>
          <a:xfrm>
            <a:off x="1826684" y="1827213"/>
            <a:ext cx="9751483" cy="4114800"/>
          </a:xfrm>
          <a:prstGeom prst="rect">
            <a:avLst/>
          </a:prstGeom>
          <a:noFill/>
          <a:ln>
            <a:noFill/>
          </a:ln>
        </p:spPr>
        <p:txBody>
          <a:bodyPr vert="horz" wrap="square" lIns="91440" tIns="45720" rIns="91440" bIns="45720" numCol="1" anchor="t" anchorCtr="0" compatLnSpc="1">
            <a:normAutofit/>
          </a:bodyPr>
          <a:lstStyle>
            <a:lvl1pPr marL="342900" indent="-342900" algn="l" rtl="0" eaLnBrk="0" fontAlgn="base" hangingPunct="0">
              <a:spcBef>
                <a:spcPct val="20000"/>
              </a:spcBef>
              <a:spcAft>
                <a:spcPct val="0"/>
              </a:spcAft>
              <a:buClr>
                <a:schemeClr val="tx2"/>
              </a:buClr>
              <a:buSzPct val="70000"/>
              <a:buFont typeface="Wingdings" panose="05000000000000000000"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anose="05000000000000000000"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anose="05000000000000000000"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anose="05000000000000000000"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5pPr>
            <a:lvl6pPr marL="25146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6pPr>
            <a:lvl7pPr marL="29718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7pPr>
            <a:lvl8pPr marL="34290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8pPr>
            <a:lvl9pPr marL="3886200" indent="-228600" algn="l" rtl="0" eaLnBrk="1" fontAlgn="base" hangingPunct="1">
              <a:spcBef>
                <a:spcPct val="20000"/>
              </a:spcBef>
              <a:spcAft>
                <a:spcPct val="0"/>
              </a:spcAft>
              <a:buClr>
                <a:schemeClr val="tx2"/>
              </a:buClr>
              <a:buSzPct val="60000"/>
              <a:buFont typeface="Wingdings" panose="05000000000000000000" pitchFamily="2" charset="2"/>
              <a:buChar char="¡"/>
              <a:defRPr sz="1900">
                <a:solidFill>
                  <a:schemeClr val="tx1"/>
                </a:solidFill>
                <a:latin typeface="+mn-lt"/>
                <a:ea typeface="+mn-ea"/>
              </a:defRPr>
            </a:lvl9pPr>
          </a:lstStyle>
          <a:p>
            <a:pPr eaLnBrk="1" hangingPunct="1"/>
            <a:r>
              <a:rPr lang="zh-CN" altLang="en-US">
                <a:solidFill>
                  <a:schemeClr val="tx1"/>
                </a:solidFill>
              </a:rPr>
              <a:t>水印容量、可感知性、健壮性三者之间的平衡</a:t>
            </a:r>
            <a:endParaRPr lang="zh-CN" altLang="en-US">
              <a:solidFill>
                <a:schemeClr val="tx1"/>
              </a:solidFill>
            </a:endParaRPr>
          </a:p>
        </p:txBody>
      </p:sp>
      <p:sp>
        <p:nvSpPr>
          <p:cNvPr id="2" name="灯片编号占位符 5"/>
          <p:cNvSpPr>
            <a:spLocks noGrp="1"/>
          </p:cNvSpPr>
          <p:nvPr>
            <p:custDataLst>
              <p:tags r:id="rId2"/>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16105C69-3BE7-4938-B3FC-9B6ACD034C41}"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sp>
        <p:nvSpPr>
          <p:cNvPr id="6" name="标题 5"/>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数字水印的性能评价</a:t>
            </a:r>
            <a:endParaRPr lang="zh-CN" altLang="en-US" smtClean="0">
              <a:sym typeface="+mn-ea"/>
            </a:endParaRPr>
          </a:p>
        </p:txBody>
      </p:sp>
    </p:spTree>
    <p:custDataLst>
      <p:tags r:id="rId4"/>
    </p:custData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5"/>
          <p:cNvSpPr>
            <a:spLocks noGrp="1"/>
          </p:cNvSpPr>
          <p:nvPr>
            <p:custDataLst>
              <p:tags r:id="rId1"/>
            </p:custDataLst>
          </p:nvPr>
        </p:nvSpPr>
        <p:spPr>
          <a:xfrm>
            <a:off x="8737600" y="6248400"/>
            <a:ext cx="2844800" cy="457200"/>
          </a:xfrm>
          <a:prstGeom prst="rect">
            <a:avLst/>
          </a:prstGeom>
          <a:noFill/>
          <a:ln w="9525">
            <a:noFill/>
            <a:miter lim="800000"/>
          </a:ln>
          <a:effectLst/>
        </p:spPr>
        <p:txBody>
          <a:bodyPr vert="horz" wrap="square" lIns="91440" tIns="45720" rIns="91440" bIns="45720" numCol="1" anchor="b" anchorCtr="0" compatLnSpc="1">
            <a:normAutofit/>
          </a:bodyPr>
          <a:lstStyle>
            <a:lvl1pPr eaLnBrk="0" hangingPunct="0">
              <a:defRPr kumimoji="1" sz="2400">
                <a:solidFill>
                  <a:schemeClr val="tx1"/>
                </a:solidFill>
                <a:latin typeface="Tahoma" panose="020B0604030504040204" pitchFamily="34" charset="0"/>
                <a:ea typeface="宋体" panose="02010600030101010101" pitchFamily="2" charset="-122"/>
              </a:defRPr>
            </a:lvl1pPr>
            <a:lvl2pPr marL="742950" indent="-285750" eaLnBrk="0" hangingPunct="0">
              <a:defRPr kumimoji="1" sz="2400">
                <a:solidFill>
                  <a:schemeClr val="tx1"/>
                </a:solidFill>
                <a:latin typeface="Tahoma" panose="020B0604030504040204" pitchFamily="34" charset="0"/>
                <a:ea typeface="宋体" panose="02010600030101010101" pitchFamily="2" charset="-122"/>
              </a:defRPr>
            </a:lvl2pPr>
            <a:lvl3pPr marL="1143000" indent="-228600" eaLnBrk="0" hangingPunct="0">
              <a:defRPr kumimoji="1" sz="2400">
                <a:solidFill>
                  <a:schemeClr val="tx1"/>
                </a:solidFill>
                <a:latin typeface="Tahoma" panose="020B0604030504040204" pitchFamily="34" charset="0"/>
                <a:ea typeface="宋体" panose="02010600030101010101" pitchFamily="2" charset="-122"/>
              </a:defRPr>
            </a:lvl3pPr>
            <a:lvl4pPr marL="1600200" indent="-228600" eaLnBrk="0" hangingPunct="0">
              <a:defRPr kumimoji="1" sz="2400">
                <a:solidFill>
                  <a:schemeClr val="tx1"/>
                </a:solidFill>
                <a:latin typeface="Tahoma" panose="020B0604030504040204" pitchFamily="34" charset="0"/>
                <a:ea typeface="宋体" panose="02010600030101010101" pitchFamily="2" charset="-122"/>
              </a:defRPr>
            </a:lvl4pPr>
            <a:lvl5pPr marL="2057400" indent="-228600" eaLnBrk="0" hangingPunct="0">
              <a:defRPr kumimoji="1" sz="2400">
                <a:solidFill>
                  <a:schemeClr val="tx1"/>
                </a:solidFill>
                <a:latin typeface="Tahoma" panose="020B0604030504040204" pitchFamily="34" charset="0"/>
                <a:ea typeface="宋体" panose="02010600030101010101" pitchFamily="2" charset="-122"/>
              </a:defRPr>
            </a:lvl5pPr>
            <a:lvl6pPr marL="25146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6pPr>
            <a:lvl7pPr marL="29718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7pPr>
            <a:lvl8pPr marL="34290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8pPr>
            <a:lvl9pPr marL="3886200" indent="-228600" algn="ctr" eaLnBrk="0" fontAlgn="base" hangingPunct="0">
              <a:spcBef>
                <a:spcPct val="0"/>
              </a:spcBef>
              <a:spcAft>
                <a:spcPct val="0"/>
              </a:spcAft>
              <a:defRPr kumimoji="1" sz="2400">
                <a:solidFill>
                  <a:schemeClr val="tx1"/>
                </a:solidFill>
                <a:latin typeface="Tahoma" panose="020B0604030504040204" pitchFamily="34" charset="0"/>
                <a:ea typeface="宋体" panose="02010600030101010101" pitchFamily="2" charset="-122"/>
              </a:defRPr>
            </a:lvl9pPr>
          </a:lstStyle>
          <a:p>
            <a:pPr eaLnBrk="1" hangingPunct="1"/>
            <a:fld id="{C796A114-4FCA-4748-B262-751A608DAF19}" type="slidenum">
              <a:rPr kumimoji="0" lang="zh-CN" altLang="en-US" sz="1400" smtClean="0">
                <a:solidFill>
                  <a:schemeClr val="tx1"/>
                </a:solidFill>
                <a:latin typeface="+mn-lt"/>
                <a:ea typeface="+mn-ea"/>
              </a:rPr>
            </a:fld>
            <a:endParaRPr kumimoji="0" lang="zh-CN" altLang="en-US" sz="1400" smtClean="0">
              <a:solidFill>
                <a:schemeClr val="tx1"/>
              </a:solidFill>
              <a:latin typeface="+mn-lt"/>
              <a:ea typeface="+mn-ea"/>
            </a:endParaRPr>
          </a:p>
        </p:txBody>
      </p:sp>
      <p:graphicFrame>
        <p:nvGraphicFramePr>
          <p:cNvPr id="42042" name="Group 58"/>
          <p:cNvGraphicFramePr>
            <a:graphicFrameLocks noGrp="1"/>
          </p:cNvGraphicFramePr>
          <p:nvPr>
            <p:custDataLst>
              <p:tags r:id="rId2"/>
            </p:custDataLst>
          </p:nvPr>
        </p:nvGraphicFramePr>
        <p:xfrm>
          <a:off x="2092960" y="1700213"/>
          <a:ext cx="8545195" cy="4858385"/>
        </p:xfrm>
        <a:graphic>
          <a:graphicData uri="http://schemas.openxmlformats.org/drawingml/2006/table">
            <a:tbl>
              <a:tblPr/>
              <a:tblGrid>
                <a:gridCol w="1807210"/>
                <a:gridCol w="3286125"/>
                <a:gridCol w="3451860"/>
              </a:tblGrid>
              <a:tr h="6534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endParaRPr kumimoji="1" lang="zh-CN" altLang="en-US" sz="2800" b="0" i="0" u="none" strike="noStrike" cap="none" normalizeH="0" baseline="0" dirty="0">
                        <a:ln>
                          <a:noFill/>
                        </a:ln>
                        <a:solidFill>
                          <a:schemeClr val="tx1"/>
                        </a:solidFill>
                        <a:effectLst/>
                      </a:endParaRPr>
                    </a:p>
                  </a:txBody>
                  <a:tcPr marL="91437" marR="91437" marT="45718" marB="4571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800" b="0" i="0" u="none" strike="noStrike" cap="none" normalizeH="0" baseline="0" dirty="0">
                          <a:ln>
                            <a:noFill/>
                          </a:ln>
                          <a:solidFill>
                            <a:schemeClr val="tx1"/>
                          </a:solidFill>
                          <a:effectLst/>
                        </a:rPr>
                        <a:t>隐写术</a:t>
                      </a:r>
                      <a:endParaRPr kumimoji="1" lang="zh-CN" altLang="en-US" sz="28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800" b="0" i="0" u="none" strike="noStrike" cap="none" normalizeH="0" baseline="0" dirty="0">
                          <a:ln>
                            <a:noFill/>
                          </a:ln>
                          <a:solidFill>
                            <a:schemeClr val="tx1"/>
                          </a:solidFill>
                          <a:effectLst/>
                        </a:rPr>
                        <a:t>数字水印</a:t>
                      </a:r>
                      <a:endParaRPr kumimoji="1" lang="zh-CN" altLang="en-US" sz="28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5341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用途</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用于保密通信</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用于版权标识</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8704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前提</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一般不知有信息隐藏</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可以公布有水印存在</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45847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主要攻击</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隐写分析</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对水印的非授权删除</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55562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主要考核</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透明性</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稳健性</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822960">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安全性含义</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不显著改变载体对象统计特性</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能够抵抗恶意攻击</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122745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zh-CN" altLang="en-US" sz="2400" b="0" i="0" u="none" strike="noStrike" cap="none" normalizeH="0" baseline="0" dirty="0">
                          <a:ln>
                            <a:noFill/>
                          </a:ln>
                          <a:solidFill>
                            <a:schemeClr val="tx1"/>
                          </a:solidFill>
                          <a:effectLst/>
                        </a:rPr>
                        <a:t>载体（作品）和信息</a:t>
                      </a:r>
                      <a:endParaRPr kumimoji="1" lang="zh-CN" altLang="en-US" sz="2400" b="0" i="0" u="none" strike="noStrike" cap="none" normalizeH="0" baseline="0" dirty="0">
                        <a:ln>
                          <a:noFill/>
                        </a:ln>
                        <a:solidFill>
                          <a:schemeClr val="tx1"/>
                        </a:solidFill>
                        <a:effectLst/>
                      </a:endParaRPr>
                    </a:p>
                  </a:txBody>
                  <a:tcPr marL="91437" marR="91437" marT="45718" marB="45718"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400" b="0" i="0" u="none" strike="noStrike" cap="none" normalizeH="0" baseline="0" dirty="0">
                          <a:ln>
                            <a:noFill/>
                          </a:ln>
                          <a:solidFill>
                            <a:schemeClr val="tx1"/>
                          </a:solidFill>
                          <a:effectLst/>
                        </a:rPr>
                        <a:t>1</a:t>
                      </a:r>
                      <a:r>
                        <a:rPr kumimoji="1" lang="zh-CN" altLang="en-US" sz="2400" b="0" i="0" u="none" strike="noStrike" cap="none" normalizeH="0" baseline="0" dirty="0">
                          <a:ln>
                            <a:noFill/>
                          </a:ln>
                          <a:solidFill>
                            <a:schemeClr val="tx1"/>
                          </a:solidFill>
                          <a:effectLst/>
                        </a:rPr>
                        <a:t>、信息与载体无关</a:t>
                      </a:r>
                      <a:endParaRPr kumimoji="1" lang="en-US" altLang="zh-CN" sz="2400" b="0" i="0" u="none" strike="noStrike" cap="none" normalizeH="0" baseline="0" dirty="0">
                        <a:ln>
                          <a:noFill/>
                        </a:ln>
                        <a:solidFill>
                          <a:schemeClr val="tx1"/>
                        </a:solidFill>
                        <a:effectLst/>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400" b="0" i="0" u="none" strike="noStrike" cap="none" normalizeH="0" baseline="0" dirty="0">
                          <a:ln>
                            <a:noFill/>
                          </a:ln>
                          <a:solidFill>
                            <a:schemeClr val="tx1"/>
                          </a:solidFill>
                          <a:effectLst/>
                        </a:rPr>
                        <a:t>2</a:t>
                      </a:r>
                      <a:r>
                        <a:rPr kumimoji="1" lang="zh-CN" altLang="en-US" sz="2400" b="0" i="0" u="none" strike="noStrike" cap="none" normalizeH="0" baseline="0" dirty="0">
                          <a:ln>
                            <a:noFill/>
                          </a:ln>
                          <a:solidFill>
                            <a:schemeClr val="tx1"/>
                          </a:solidFill>
                          <a:effectLst/>
                        </a:rPr>
                        <a:t>、载体可选</a:t>
                      </a:r>
                      <a:endParaRPr kumimoji="1" lang="en-US" altLang="zh-CN"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400" b="0" i="0" u="none" strike="noStrike" cap="none" normalizeH="0" baseline="0" dirty="0">
                          <a:ln>
                            <a:noFill/>
                          </a:ln>
                          <a:solidFill>
                            <a:schemeClr val="tx1"/>
                          </a:solidFill>
                          <a:effectLst/>
                        </a:rPr>
                        <a:t>1</a:t>
                      </a:r>
                      <a:r>
                        <a:rPr kumimoji="1" lang="zh-CN" altLang="en-US" sz="2400" b="0" i="0" u="none" strike="noStrike" cap="none" normalizeH="0" baseline="0" dirty="0">
                          <a:ln>
                            <a:noFill/>
                          </a:ln>
                          <a:solidFill>
                            <a:schemeClr val="tx1"/>
                          </a:solidFill>
                          <a:effectLst/>
                        </a:rPr>
                        <a:t>、水印与作品相关</a:t>
                      </a:r>
                      <a:endParaRPr kumimoji="1" lang="en-US" altLang="zh-CN" sz="2400" b="0" i="0" u="none" strike="noStrike" cap="none" normalizeH="0" baseline="0" dirty="0">
                        <a:ln>
                          <a:noFill/>
                        </a:ln>
                        <a:solidFill>
                          <a:schemeClr val="tx1"/>
                        </a:solidFill>
                        <a:effectLst/>
                      </a:endParaRPr>
                    </a:p>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pPr>
                      <a:r>
                        <a:rPr kumimoji="1" lang="en-US" altLang="zh-CN" sz="2400" b="0" i="0" u="none" strike="noStrike" cap="none" normalizeH="0" baseline="0" dirty="0">
                          <a:ln>
                            <a:noFill/>
                          </a:ln>
                          <a:solidFill>
                            <a:schemeClr val="tx1"/>
                          </a:solidFill>
                          <a:effectLst/>
                        </a:rPr>
                        <a:t>2</a:t>
                      </a:r>
                      <a:r>
                        <a:rPr kumimoji="1" lang="zh-CN" altLang="en-US" sz="2400" b="0" i="0" u="none" strike="noStrike" cap="none" normalizeH="0" baseline="0" dirty="0">
                          <a:ln>
                            <a:noFill/>
                          </a:ln>
                          <a:solidFill>
                            <a:schemeClr val="tx1"/>
                          </a:solidFill>
                          <a:effectLst/>
                        </a:rPr>
                        <a:t>、作品不可选</a:t>
                      </a:r>
                      <a:endParaRPr kumimoji="1" lang="en-US" altLang="zh-CN" sz="2400" b="0" i="0" u="none" strike="noStrike" cap="none" normalizeH="0" baseline="0" dirty="0">
                        <a:ln>
                          <a:noFill/>
                        </a:ln>
                        <a:solidFill>
                          <a:schemeClr val="tx1"/>
                        </a:solidFill>
                        <a:effectLst/>
                      </a:endParaRPr>
                    </a:p>
                  </a:txBody>
                  <a:tcPr marL="91437" marR="91437" marT="45718" marB="45718"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4" name="标题 3"/>
          <p:cNvSpPr>
            <a:spLocks noGrp="1"/>
          </p:cNvSpPr>
          <p:nvPr>
            <p:ph type="title"/>
            <p:custDataLst>
              <p:tags r:id="rId3"/>
            </p:custDataLst>
          </p:nvPr>
        </p:nvSpPr>
        <p:spPr/>
        <p:txBody>
          <a:bodyPr vert="horz" lIns="91440" tIns="45720" rIns="91440" bIns="45720" rtlCol="0" anchor="ctr">
            <a:normAutofit/>
          </a:bodyPr>
          <a:p>
            <a:pPr lvl="0" algn="l">
              <a:buClrTx/>
              <a:buSzTx/>
              <a:buFontTx/>
            </a:pPr>
            <a:r>
              <a:rPr lang="zh-CN" altLang="en-US" smtClean="0">
                <a:sym typeface="+mn-ea"/>
              </a:rPr>
              <a:t>隐写术与数字水印的区别</a:t>
            </a:r>
            <a:endParaRPr lang="zh-CN" altLang="en-US" smtClean="0">
              <a:sym typeface="+mn-ea"/>
            </a:endParaRPr>
          </a:p>
        </p:txBody>
      </p:sp>
    </p:spTree>
    <p:custDataLst>
      <p:tags r:id="rId4"/>
    </p:custDataLst>
  </p:cSld>
  <p:clrMapOvr>
    <a:masterClrMapping/>
  </p:clrMapOvr>
  <p:transition/>
</p:sld>
</file>

<file path=ppt/tags/tag1.xml><?xml version="1.0" encoding="utf-8"?>
<p:tagLst xmlns:p="http://schemas.openxmlformats.org/presentationml/2006/main">
  <p:tag name="LayoutZOrder" val="2"/>
  <p:tag name="KSO_WM_UNIT_ID" val="_1**"/>
  <p:tag name="KSO_WM_BEAUTIFY_FLAG" val="#wm#"/>
  <p:tag name="KSO_WM_TAG_VERSION" val="3.0"/>
  <p:tag name="KSO_WM_UNIT_LAYERLEVEL" val="1"/>
  <p:tag name="KSO_WM_TEMPLATE_CATEGORY" val="custom"/>
  <p:tag name="KSO_WM_TEMPLATE_USER_THEME" val="1"/>
</p:tagLst>
</file>

<file path=ppt/tags/tag2.xml><?xml version="1.0" encoding="utf-8"?>
<p:tagLst xmlns:p="http://schemas.openxmlformats.org/presentationml/2006/main">
  <p:tag name="LayoutZOrder" val="3"/>
  <p:tag name="KSO_WM_UNIT_ID" val="_1**"/>
  <p:tag name="KSO_WM_BEAUTIFY_FLAG" val="#wm#"/>
  <p:tag name="KSO_WM_TAG_VERSION" val="3.0"/>
  <p:tag name="KSO_WM_UNIT_LAYERLEVEL" val="1"/>
  <p:tag name="KSO_WM_TEMPLATE_CATEGORY" val="custom"/>
  <p:tag name="KSO_WM_TEMPLATE_USER_THEME" val="1"/>
</p:tagLst>
</file>

<file path=ppt/tags/tag3.xml><?xml version="1.0" encoding="utf-8"?>
<p:tagLst xmlns:p="http://schemas.openxmlformats.org/presentationml/2006/main">
  <p:tag name="LayoutZOrder" val="4"/>
  <p:tag name="KSO_WM_UNIT_ID" val="_1**"/>
  <p:tag name="KSO_WM_BEAUTIFY_FLAG" val="#wm#"/>
  <p:tag name="KSO_WM_TAG_VERSION" val="3.0"/>
  <p:tag name="KSO_WM_UNIT_LAYERLEVEL" val="1"/>
  <p:tag name="KSO_WM_TEMPLATE_CATEGORY" val="custom"/>
  <p:tag name="KSO_WM_TEMPLATE_USER_THEME" val="1"/>
</p:tagLst>
</file>

<file path=ppt/tags/tag4.xml><?xml version="1.0" encoding="utf-8"?>
<p:tagLst xmlns:p="http://schemas.openxmlformats.org/presentationml/2006/main">
  <p:tag name="KSO_WM_UNIT_TYPE" val="i"/>
  <p:tag name="KSO_WM_UNIT_INDEX" val="3"/>
  <p:tag name="KSO_WM_BEAUTIFY_FLAG" val="#wm#"/>
  <p:tag name="KSO_WM_TAG_VERSION" val="3.0"/>
  <p:tag name="LayoutZOrder" val="5"/>
  <p:tag name="KSO_WM_UNIT_ID" val="_1**"/>
  <p:tag name="KSO_WM_UNIT_LAYERLEVEL" val="1"/>
  <p:tag name="KSO_WM_TEMPLATE_CATEGORY" val="custom"/>
  <p:tag name="KSO_WM_TEMPLATE_USER_THEME" val="1"/>
</p:tagLst>
</file>

<file path=ppt/tags/tag5.xml><?xml version="1.0" encoding="utf-8"?>
<p:tagLst xmlns:p="http://schemas.openxmlformats.org/presentationml/2006/main">
  <p:tag name="KSO_WM_UNIT_TYPE" val="i"/>
  <p:tag name="KSO_WM_UNIT_INDEX" val="1"/>
  <p:tag name="KSO_WM_BEAUTIFY_FLAG" val="#wm#"/>
  <p:tag name="KSO_WM_TAG_VERSION" val="3.0"/>
  <p:tag name="LayoutZOrder" val="6"/>
  <p:tag name="KSO_WM_UNIT_ID" val="_1**"/>
  <p:tag name="KSO_WM_UNIT_LAYERLEVEL" val="1"/>
  <p:tag name="KSO_WM_TEMPLATE_CATEGORY" val="custom"/>
  <p:tag name="KSO_WM_TEMPLATE_USER_THEME" val="1"/>
</p:tagLst>
</file>

<file path=ppt/tags/tag6.xml><?xml version="1.0" encoding="utf-8"?>
<p:tagLst xmlns:p="http://schemas.openxmlformats.org/presentationml/2006/main">
  <p:tag name="KSO_WM_UNIT_TYPE" val="i"/>
  <p:tag name="KSO_WM_UNIT_INDEX" val="4"/>
  <p:tag name="KSO_WM_BEAUTIFY_FLAG" val="#wm#"/>
  <p:tag name="KSO_WM_TAG_VERSION" val="3.0"/>
  <p:tag name="LayoutZOrder" val="7"/>
  <p:tag name="KSO_WM_UNIT_ID" val="_1**"/>
  <p:tag name="KSO_WM_UNIT_LAYERLEVEL" val="1"/>
  <p:tag name="KSO_WM_TEMPLATE_CATEGORY" val="custom"/>
  <p:tag name="KSO_WM_TEMPLATE_USER_THEME" val="1"/>
</p:tagLst>
</file>

<file path=ppt/tags/tag7.xml><?xml version="1.0" encoding="utf-8"?>
<p:tagLst xmlns:p="http://schemas.openxmlformats.org/presentationml/2006/main">
  <p:tag name="KSO_WM_UNIT_TYPE" val="i"/>
  <p:tag name="KSO_WM_UNIT_INDEX" val="5"/>
  <p:tag name="KSO_WM_BEAUTIFY_FLAG" val="#wm#"/>
  <p:tag name="KSO_WM_TAG_VERSION" val="3.0"/>
  <p:tag name="LayoutZOrder" val="8"/>
  <p:tag name="KSO_WM_UNIT_ID" val="_1**"/>
  <p:tag name="KSO_WM_UNIT_LAYERLEVEL" val="1"/>
  <p:tag name="KSO_WM_TEMPLATE_CATEGORY" val="custom"/>
  <p:tag name="KSO_WM_TEMPLATE_USER_THEME" val="1"/>
</p:tagLst>
</file>

<file path=ppt/tags/tag8.xml><?xml version="1.0" encoding="utf-8"?>
<p:tagLst xmlns:p="http://schemas.openxmlformats.org/presentationml/2006/main">
  <p:tag name="KSO_WM_UNIT_TYPE" val="i"/>
  <p:tag name="KSO_WM_UNIT_INDEX" val="6"/>
  <p:tag name="KSO_WM_BEAUTIFY_FLAG" val="#wm#"/>
  <p:tag name="KSO_WM_TAG_VERSION" val="3.0"/>
  <p:tag name="LayoutZOrder" val="9"/>
  <p:tag name="KSO_WM_UNIT_ID" val="_1**"/>
  <p:tag name="KSO_WM_UNIT_LAYERLEVEL" val="1"/>
  <p:tag name="KSO_WM_TEMPLATE_CATEGORY" val="custom"/>
  <p:tag name="KSO_WM_TEMPLATE_USER_THEME" val="1"/>
</p:tagLst>
</file>

<file path=ppt/tags/tag9.xml><?xml version="1.0" encoding="utf-8"?>
<p:tagLst xmlns:p="http://schemas.openxmlformats.org/presentationml/2006/main">
  <p:tag name="KSO_WM_UNIT_TYPE" val="i"/>
  <p:tag name="KSO_WM_UNIT_INDEX" val="2"/>
  <p:tag name="KSO_WM_BEAUTIFY_FLAG" val="#wm#"/>
  <p:tag name="KSO_WM_TAG_VERSION" val="3.0"/>
  <p:tag name="LayoutZOrder" val="11"/>
  <p:tag name="KSO_WM_UNIT_ID" val="_1**"/>
  <p:tag name="KSO_WM_UNIT_LAYERLEVEL" val="1"/>
  <p:tag name="KSO_WM_TEMPLATE_CATEGORY" val="custom"/>
  <p:tag name="KSO_WM_TEMPLATE_USER_THEME" val="1"/>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 name="KSO_WM_TEMPLATE_CATEGORY" val="custom"/>
  <p:tag name="KSO_WM_TEMPLATE_USER_THEME"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80"/>
  <p:tag name="KSO_WM_UNIT_TYPE" val="b"/>
  <p:tag name="KSO_WM_UNIT_INDEX" val="1"/>
  <p:tag name="KSO_WM_TEMPLATE_CATEGORY" val="custom"/>
  <p:tag name="KSO_WM_TEMPLATE_USER_THEME"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 name="KSO_WM_TEMPLATE_CATEGORY" val="custom"/>
  <p:tag name="KSO_WM_TEMPLATE_USER_THEME" val="1"/>
</p:tagLst>
</file>

<file path=ppt/tags/tag13.xml><?xml version="1.0" encoding="utf-8"?>
<p:tagLst xmlns:p="http://schemas.openxmlformats.org/presentationml/2006/main">
  <p:tag name="KSO_WM_UNIT_TYPE" val="f"/>
  <p:tag name="KSO_WM_UNIT_INDEX" val="1"/>
  <p:tag name="KSO_WM_UNIT_ID" val="_2*f*1"/>
  <p:tag name="KSO_WM_BEAUTIFY_FLAG" val="#wm#"/>
  <p:tag name="KSO_WM_TAG_VERSION" val="3.0"/>
  <p:tag name="KSO_WM_UNIT_LAYERLEVEL" val="1"/>
  <p:tag name="KSO_WM_TEMPLATE_CATEGORY" val="custom"/>
  <p:tag name="KSO_WM_TEMPLATE_USER_THEME" val="1"/>
</p:tagLst>
</file>

<file path=ppt/tags/tag14.xml><?xml version="1.0" encoding="utf-8"?>
<p:tagLst xmlns:p="http://schemas.openxmlformats.org/presentationml/2006/main">
  <p:tag name="KSO_WM_UNIT_ID" val="_2**"/>
  <p:tag name="KSO_WM_BEAUTIFY_FLAG" val="#wm#"/>
  <p:tag name="KSO_WM_TAG_VERSION" val="3.0"/>
  <p:tag name="KSO_WM_UNIT_LAYERLEVEL" val="1"/>
  <p:tag name="KSO_WM_TEMPLATE_CATEGORY" val="custom"/>
  <p:tag name="KSO_WM_TEMPLATE_USER_THEME" val="1"/>
</p:tagLst>
</file>

<file path=ppt/tags/tag15.xml><?xml version="1.0" encoding="utf-8"?>
<p:tagLst xmlns:p="http://schemas.openxmlformats.org/presentationml/2006/main">
  <p:tag name="KSO_WM_UNIT_TYPE" val="a"/>
  <p:tag name="KSO_WM_UNIT_INDEX" val="1"/>
  <p:tag name="KSO_WM_UNIT_ID" val="_2*a*1"/>
  <p:tag name="KSO_WM_BEAUTIFY_FLAG" val="#wm#"/>
  <p:tag name="KSO_WM_TAG_VERSION" val="3.0"/>
  <p:tag name="KSO_WM_UNIT_LAYERLEVEL" val="1"/>
  <p:tag name="KSO_WM_TEMPLATE_CATEGORY" val="custom"/>
  <p:tag name="KSO_WM_TEMPLATE_USER_THEME"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 name="KSO_WM_TEMPLATE_CATEGORY" val="custom"/>
  <p:tag name="KSO_WM_TEMPLATE_USER_THEME"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 name="KSO_WM_TEMPLATE_CATEGORY" val="custom"/>
  <p:tag name="KSO_WM_TEMPLATE_USER_THEME" val="1"/>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TEMPLATE_CATEGORY" val="custom"/>
  <p:tag name="KSO_WM_TEMPLATE_USER_THEME" val="1"/>
</p:tagLst>
</file>

<file path=ppt/tags/tag23.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 name="KSO_WM_TEMPLATE_CATEGORY" val="custom"/>
  <p:tag name="KSO_WM_TEMPLATE_USER_THEME" val="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PRESET_TEXT" val="单击此处编辑副标题"/>
  <p:tag name="KSO_WM_UNIT_NOCLEAR" val="0"/>
  <p:tag name="KSO_WM_UNIT_TYPE" val="b"/>
  <p:tag name="KSO_WM_UNIT_INDEX" val="1"/>
  <p:tag name="KSO_WM_UNIT_ISCONTENTSTITLE" val="0"/>
  <p:tag name="KSO_WM_UNIT_ISNUMDGMTITLE" val="0"/>
  <p:tag name="KSO_WM_TEMPLATE_CATEGORY" val="custom"/>
  <p:tag name="KSO_WM_TEMPLATE_USER_THEME" val="1"/>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 name="KSO_WM_TEMPLATE_CATEGORY" val="custom"/>
  <p:tag name="KSO_WM_TEMPLATE_USER_THEME" val="1"/>
</p:tagLst>
</file>

<file path=ppt/tags/tag26.xml><?xml version="1.0" encoding="utf-8"?>
<p:tagLst xmlns:p="http://schemas.openxmlformats.org/presentationml/2006/main">
  <p:tag name="KSO_WM_UNIT_TYPE" val="f"/>
  <p:tag name="KSO_WM_UNIT_INDEX" val="1"/>
  <p:tag name="KSO_WM_UNIT_ID" val="_5*f*1"/>
  <p:tag name="KSO_WM_BEAUTIFY_FLAG" val="#wm#"/>
  <p:tag name="KSO_WM_TAG_VERSION" val="3.0"/>
  <p:tag name="KSO_WM_UNIT_LAYERLEVEL" val="1"/>
  <p:tag name="KSO_WM_TEMPLATE_CATEGORY" val="custom"/>
  <p:tag name="KSO_WM_TEMPLATE_USER_THEME" val="1"/>
</p:tagLst>
</file>

<file path=ppt/tags/tag27.xml><?xml version="1.0" encoding="utf-8"?>
<p:tagLst xmlns:p="http://schemas.openxmlformats.org/presentationml/2006/main">
  <p:tag name="KSO_WM_UNIT_TYPE" val="f"/>
  <p:tag name="KSO_WM_UNIT_INDEX" val="2"/>
  <p:tag name="KSO_WM_UNIT_ID" val="_5*f*2"/>
  <p:tag name="KSO_WM_BEAUTIFY_FLAG" val="#wm#"/>
  <p:tag name="KSO_WM_TAG_VERSION" val="3.0"/>
  <p:tag name="KSO_WM_UNIT_LAYERLEVEL" val="1"/>
  <p:tag name="KSO_WM_TEMPLATE_CATEGORY" val="custom"/>
  <p:tag name="KSO_WM_TEMPLATE_USER_THEME" val="1"/>
</p:tagLst>
</file>

<file path=ppt/tags/tag28.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29.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30.xml><?xml version="1.0" encoding="utf-8"?>
<p:tagLst xmlns:p="http://schemas.openxmlformats.org/presentationml/2006/main">
  <p:tag name="KSO_WM_UNIT_ID" val="_5**"/>
  <p:tag name="KSO_WM_BEAUTIFY_FLAG" val="#wm#"/>
  <p:tag name="KSO_WM_TAG_VERSION" val="3.0"/>
  <p:tag name="KSO_WM_UNIT_LAYERLEVEL" val="1"/>
  <p:tag name="KSO_WM_TEMPLATE_CATEGORY" val="custom"/>
  <p:tag name="KSO_WM_TEMPLATE_USER_THEME" val="1"/>
</p:tagLst>
</file>

<file path=ppt/tags/tag31.xml><?xml version="1.0" encoding="utf-8"?>
<p:tagLst xmlns:p="http://schemas.openxmlformats.org/presentationml/2006/main">
  <p:tag name="KSO_WM_UNIT_TYPE" val="a"/>
  <p:tag name="KSO_WM_UNIT_INDEX" val="1"/>
  <p:tag name="KSO_WM_UNIT_ID" val="_5*a*1"/>
  <p:tag name="KSO_WM_BEAUTIFY_FLAG" val="#wm#"/>
  <p:tag name="KSO_WM_TAG_VERSION" val="3.0"/>
  <p:tag name="KSO_WM_UNIT_LAYERLEVEL" val="1"/>
  <p:tag name="KSO_WM_TEMPLATE_CATEGORY" val="custom"/>
  <p:tag name="KSO_WM_TEMPLATE_USER_THEME" val="1"/>
</p:tagLst>
</file>

<file path=ppt/tags/tag32.xml><?xml version="1.0" encoding="utf-8"?>
<p:tagLst xmlns:p="http://schemas.openxmlformats.org/presentationml/2006/main">
  <p:tag name="KSO_WM_UNIT_TYPE" val="f"/>
  <p:tag name="KSO_WM_UNIT_INDEX" val="1"/>
  <p:tag name="KSO_WM_UNIT_ID" val="_6*f*1"/>
  <p:tag name="KSO_WM_BEAUTIFY_FLAG" val="#wm#"/>
  <p:tag name="KSO_WM_TAG_VERSION" val="3.0"/>
  <p:tag name="KSO_WM_UNIT_LAYERLEVEL" val="1"/>
  <p:tag name="KSO_WM_TEMPLATE_CATEGORY" val="custom"/>
  <p:tag name="KSO_WM_TEMPLATE_USER_THEME" val="1"/>
</p:tagLst>
</file>

<file path=ppt/tags/tag33.xml><?xml version="1.0" encoding="utf-8"?>
<p:tagLst xmlns:p="http://schemas.openxmlformats.org/presentationml/2006/main">
  <p:tag name="KSO_WM_UNIT_TYPE" val="f"/>
  <p:tag name="KSO_WM_UNIT_INDEX" val="2"/>
  <p:tag name="KSO_WM_UNIT_ID" val="_6*f*2"/>
  <p:tag name="KSO_WM_BEAUTIFY_FLAG" val="#wm#"/>
  <p:tag name="KSO_WM_TAG_VERSION" val="3.0"/>
  <p:tag name="KSO_WM_UNIT_LAYERLEVEL" val="1"/>
  <p:tag name="KSO_WM_TEMPLATE_CATEGORY" val="custom"/>
  <p:tag name="KSO_WM_TEMPLATE_USER_THEME" val="1"/>
</p:tagLst>
</file>

<file path=ppt/tags/tag34.xml><?xml version="1.0" encoding="utf-8"?>
<p:tagLst xmlns:p="http://schemas.openxmlformats.org/presentationml/2006/main">
  <p:tag name="KSO_WM_UNIT_TYPE" val="f"/>
  <p:tag name="KSO_WM_UNIT_INDEX" val="3"/>
  <p:tag name="KSO_WM_UNIT_ID" val="_6*f*3"/>
  <p:tag name="KSO_WM_BEAUTIFY_FLAG" val="#wm#"/>
  <p:tag name="KSO_WM_TAG_VERSION" val="3.0"/>
  <p:tag name="KSO_WM_UNIT_LAYERLEVEL" val="1"/>
  <p:tag name="KSO_WM_TEMPLATE_CATEGORY" val="custom"/>
  <p:tag name="KSO_WM_TEMPLATE_USER_THEME" val="1"/>
</p:tagLst>
</file>

<file path=ppt/tags/tag35.xml><?xml version="1.0" encoding="utf-8"?>
<p:tagLst xmlns:p="http://schemas.openxmlformats.org/presentationml/2006/main">
  <p:tag name="KSO_WM_UNIT_TYPE" val="f"/>
  <p:tag name="KSO_WM_UNIT_INDEX" val="4"/>
  <p:tag name="KSO_WM_UNIT_ID" val="_6*f*4"/>
  <p:tag name="KSO_WM_BEAUTIFY_FLAG" val="#wm#"/>
  <p:tag name="KSO_WM_TAG_VERSION" val="3.0"/>
  <p:tag name="KSO_WM_UNIT_LAYERLEVEL" val="1"/>
  <p:tag name="KSO_WM_TEMPLATE_CATEGORY" val="custom"/>
  <p:tag name="KSO_WM_TEMPLATE_USER_THEME" val="1"/>
</p:tagLst>
</file>

<file path=ppt/tags/tag36.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37.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38.xml><?xml version="1.0" encoding="utf-8"?>
<p:tagLst xmlns:p="http://schemas.openxmlformats.org/presentationml/2006/main">
  <p:tag name="KSO_WM_UNIT_ID" val="_6**"/>
  <p:tag name="KSO_WM_BEAUTIFY_FLAG" val="#wm#"/>
  <p:tag name="KSO_WM_TAG_VERSION" val="3.0"/>
  <p:tag name="KSO_WM_UNIT_LAYERLEVEL" val="1"/>
  <p:tag name="KSO_WM_TEMPLATE_CATEGORY" val="custom"/>
  <p:tag name="KSO_WM_TEMPLATE_USER_THEME" val="1"/>
</p:tagLst>
</file>

<file path=ppt/tags/tag39.xml><?xml version="1.0" encoding="utf-8"?>
<p:tagLst xmlns:p="http://schemas.openxmlformats.org/presentationml/2006/main">
  <p:tag name="KSO_WM_UNIT_TYPE" val="a"/>
  <p:tag name="KSO_WM_UNIT_INDEX" val="1"/>
  <p:tag name="KSO_WM_UNIT_ID" val="_6*a*1"/>
  <p:tag name="KSO_WM_BEAUTIFY_FLAG" val="#wm#"/>
  <p:tag name="KSO_WM_TAG_VERSION" val="3.0"/>
  <p:tag name="KSO_WM_UNIT_LAYERLEVEL" val="1"/>
  <p:tag name="KSO_WM_TEMPLATE_CATEGORY" val="custom"/>
  <p:tag name="KSO_WM_TEMPLATE_USER_THEME" val="1"/>
</p:tagLst>
</file>

<file path=ppt/tags/tag40.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41.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42.xml><?xml version="1.0" encoding="utf-8"?>
<p:tagLst xmlns:p="http://schemas.openxmlformats.org/presentationml/2006/main">
  <p:tag name="KSO_WM_UNIT_ID" val="_7**"/>
  <p:tag name="KSO_WM_BEAUTIFY_FLAG" val="#wm#"/>
  <p:tag name="KSO_WM_TAG_VERSION" val="3.0"/>
  <p:tag name="KSO_WM_UNIT_LAYERLEVEL" val="1"/>
  <p:tag name="KSO_WM_TEMPLATE_CATEGORY" val="custom"/>
  <p:tag name="KSO_WM_TEMPLATE_USER_THEME" val="1"/>
</p:tagLst>
</file>

<file path=ppt/tags/tag43.xml><?xml version="1.0" encoding="utf-8"?>
<p:tagLst xmlns:p="http://schemas.openxmlformats.org/presentationml/2006/main">
  <p:tag name="KSO_WM_UNIT_TYPE" val="a"/>
  <p:tag name="KSO_WM_UNIT_INDEX" val="1"/>
  <p:tag name="KSO_WM_UNIT_ID" val="_7*a*1"/>
  <p:tag name="KSO_WM_BEAUTIFY_FLAG" val="#wm#"/>
  <p:tag name="KSO_WM_TAG_VERSION" val="3.0"/>
  <p:tag name="KSO_WM_UNIT_LAYERLEVEL" val="1"/>
  <p:tag name="KSO_WM_TEMPLATE_CATEGORY" val="custom"/>
  <p:tag name="KSO_WM_TEMPLATE_USER_THEME" val="1"/>
</p:tagLst>
</file>

<file path=ppt/tags/tag44.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45.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46.xml><?xml version="1.0" encoding="utf-8"?>
<p:tagLst xmlns:p="http://schemas.openxmlformats.org/presentationml/2006/main">
  <p:tag name="KSO_WM_UNIT_ID" val="_8**"/>
  <p:tag name="KSO_WM_BEAUTIFY_FLAG" val="#wm#"/>
  <p:tag name="KSO_WM_TAG_VERSION" val="3.0"/>
  <p:tag name="KSO_WM_UNIT_LAYERLEVEL" val="1"/>
  <p:tag name="KSO_WM_TEMPLATE_CATEGORY" val="custom"/>
  <p:tag name="KSO_WM_TEMPLATE_USER_THEME" val="1"/>
</p:tagLst>
</file>

<file path=ppt/tags/tag47.xml><?xml version="1.0" encoding="utf-8"?>
<p:tagLst xmlns:p="http://schemas.openxmlformats.org/presentationml/2006/main">
  <p:tag name="KSO_WM_UNIT_TYPE" val="f"/>
  <p:tag name="KSO_WM_UNIT_INDEX" val="1"/>
  <p:tag name="KSO_WM_UNIT_ID" val="_9*f*1"/>
  <p:tag name="KSO_WM_BEAUTIFY_FLAG" val="#wm#"/>
  <p:tag name="KSO_WM_TAG_VERSION" val="3.0"/>
  <p:tag name="KSO_WM_UNIT_LAYERLEVEL" val="1"/>
  <p:tag name="KSO_WM_TEMPLATE_CATEGORY" val="custom"/>
  <p:tag name="KSO_WM_TEMPLATE_USER_THEME" val="1"/>
</p:tagLst>
</file>

<file path=ppt/tags/tag48.xml><?xml version="1.0" encoding="utf-8"?>
<p:tagLst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49.xml><?xml version="1.0" encoding="utf-8"?>
<p:tagLst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50.xml><?xml version="1.0" encoding="utf-8"?>
<p:tagLst xmlns:p="http://schemas.openxmlformats.org/presentationml/2006/main">
  <p:tag name="KSO_WM_UNIT_ID" val="_9**"/>
  <p:tag name="KSO_WM_BEAUTIFY_FLAG" val="#wm#"/>
  <p:tag name="KSO_WM_TAG_VERSION" val="3.0"/>
  <p:tag name="KSO_WM_UNIT_LAYERLEVEL" val="1"/>
  <p:tag name="KSO_WM_TEMPLATE_CATEGORY" val="custom"/>
  <p:tag name="KSO_WM_TEMPLATE_USER_THEME" val="1"/>
</p:tagLst>
</file>

<file path=ppt/tags/tag51.xml><?xml version="1.0" encoding="utf-8"?>
<p:tagLst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52.xml><?xml version="1.0" encoding="utf-8"?>
<p:tagLst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53.xml><?xml version="1.0" encoding="utf-8"?>
<p:tagLst xmlns:p="http://schemas.openxmlformats.org/presentationml/2006/main">
  <p:tag name="KSO_WM_UNIT_ID" val="_10**"/>
  <p:tag name="KSO_WM_BEAUTIFY_FLAG" val="#wm#"/>
  <p:tag name="KSO_WM_TAG_VERSION" val="3.0"/>
  <p:tag name="KSO_WM_UNIT_LAYERLEVEL" val="1"/>
  <p:tag name="KSO_WM_TEMPLATE_CATEGORY" val="custom"/>
  <p:tag name="KSO_WM_TEMPLATE_USER_THEME" val="1"/>
</p:tagLst>
</file>

<file path=ppt/tags/tag54.xml><?xml version="1.0" encoding="utf-8"?>
<p:tagLst xmlns:p="http://schemas.openxmlformats.org/presentationml/2006/main">
  <p:tag name="KSO_WM_UNIT_TYPE" val="f"/>
  <p:tag name="KSO_WM_UNIT_INDEX" val="1"/>
  <p:tag name="KSO_WM_UNIT_ID" val="_10*f*1"/>
  <p:tag name="KSO_WM_BEAUTIFY_FLAG" val="#wm#"/>
  <p:tag name="KSO_WM_TAG_VERSION" val="3.0"/>
  <p:tag name="KSO_WM_UNIT_LAYERLEVEL" val="1"/>
  <p:tag name="KSO_WM_TEMPLATE_CATEGORY" val="custom"/>
  <p:tag name="KSO_WM_TEMPLATE_USER_THEME" val="1"/>
</p:tagLst>
</file>

<file path=ppt/tags/tag55.xml><?xml version="1.0" encoding="utf-8"?>
<p:tagLst xmlns:p="http://schemas.openxmlformats.org/presentationml/2006/main">
  <p:tag name="KSO_WM_UNIT_TYPE" val="a"/>
  <p:tag name="KSO_WM_UNIT_INDEX" val="1"/>
  <p:tag name="KSO_WM_UNIT_ID" val="_10*a*1"/>
  <p:tag name="KSO_WM_BEAUTIFY_FLAG" val="#wm#"/>
  <p:tag name="KSO_WM_TAG_VERSION" val="3.0"/>
  <p:tag name="KSO_WM_UNIT_LAYERLEVEL" val="1"/>
  <p:tag name="KSO_WM_TEMPLATE_CATEGORY" val="custom"/>
  <p:tag name="KSO_WM_TEMPLATE_USER_THEME" val="1"/>
</p:tagLst>
</file>

<file path=ppt/tags/tag56.xml><?xml version="1.0" encoding="utf-8"?>
<p:tagLst xmlns:p="http://schemas.openxmlformats.org/presentationml/2006/main">
  <p:tag name="LayoutZOrder" val="2"/>
  <p:tag name="KSO_WM_UNIT_ID" val="_11**"/>
  <p:tag name="KSO_WM_BEAUTIFY_FLAG" val="#wm#"/>
  <p:tag name="KSO_WM_TAG_VERSION" val="3.0"/>
  <p:tag name="KSO_WM_UNIT_LAYERLEVEL" val="1"/>
  <p:tag name="KSO_WM_TEMPLATE_CATEGORY" val="custom"/>
  <p:tag name="KSO_WM_TEMPLATE_USER_THEME" val="1"/>
</p:tagLst>
</file>

<file path=ppt/tags/tag57.xml><?xml version="1.0" encoding="utf-8"?>
<p:tagLst xmlns:p="http://schemas.openxmlformats.org/presentationml/2006/main">
  <p:tag name="LayoutZOrder" val="3"/>
  <p:tag name="KSO_WM_UNIT_ID" val="_11**"/>
  <p:tag name="KSO_WM_BEAUTIFY_FLAG" val="#wm#"/>
  <p:tag name="KSO_WM_TAG_VERSION" val="3.0"/>
  <p:tag name="KSO_WM_UNIT_LAYERLEVEL" val="1"/>
  <p:tag name="KSO_WM_TEMPLATE_CATEGORY" val="custom"/>
  <p:tag name="KSO_WM_TEMPLATE_USER_THEME" val="1"/>
</p:tagLst>
</file>

<file path=ppt/tags/tag58.xml><?xml version="1.0" encoding="utf-8"?>
<p:tagLst xmlns:p="http://schemas.openxmlformats.org/presentationml/2006/main">
  <p:tag name="LayoutZOrder" val="4"/>
  <p:tag name="KSO_WM_UNIT_ID" val="_11**"/>
  <p:tag name="KSO_WM_BEAUTIFY_FLAG" val="#wm#"/>
  <p:tag name="KSO_WM_TAG_VERSION" val="3.0"/>
  <p:tag name="KSO_WM_UNIT_LAYERLEVEL" val="1"/>
  <p:tag name="KSO_WM_TEMPLATE_CATEGORY" val="custom"/>
  <p:tag name="KSO_WM_TEMPLATE_USER_THEME" val="1"/>
</p:tagLst>
</file>

<file path=ppt/tags/tag59.xml><?xml version="1.0" encoding="utf-8"?>
<p:tagLst xmlns:p="http://schemas.openxmlformats.org/presentationml/2006/main">
  <p:tag name="KSO_WM_UNIT_TYPE" val="i"/>
  <p:tag name="KSO_WM_UNIT_INDEX" val="3"/>
  <p:tag name="KSO_WM_BEAUTIFY_FLAG" val="#wm#"/>
  <p:tag name="KSO_WM_TAG_VERSION" val="3.0"/>
  <p:tag name="LayoutZOrder" val="5"/>
  <p:tag name="KSO_WM_UNIT_ID" val="_11**"/>
  <p:tag name="KSO_WM_UNIT_LAYERLEVEL" val="1"/>
  <p:tag name="KSO_WM_TEMPLATE_CATEGORY" val="custom"/>
  <p:tag name="KSO_WM_TEMPLATE_USER_THEME" val="1"/>
</p:tagLst>
</file>

<file path=ppt/tags/tag60.xml><?xml version="1.0" encoding="utf-8"?>
<p:tagLst xmlns:p="http://schemas.openxmlformats.org/presentationml/2006/main">
  <p:tag name="KSO_WM_UNIT_TYPE" val="i"/>
  <p:tag name="KSO_WM_UNIT_INDEX" val="1"/>
  <p:tag name="KSO_WM_BEAUTIFY_FLAG" val="#wm#"/>
  <p:tag name="KSO_WM_TAG_VERSION" val="3.0"/>
  <p:tag name="LayoutZOrder" val="6"/>
  <p:tag name="KSO_WM_UNIT_ID" val="_11**"/>
  <p:tag name="KSO_WM_UNIT_LAYERLEVEL" val="1"/>
  <p:tag name="KSO_WM_TEMPLATE_CATEGORY" val="custom"/>
  <p:tag name="KSO_WM_TEMPLATE_USER_THEME" val="1"/>
</p:tagLst>
</file>

<file path=ppt/tags/tag61.xml><?xml version="1.0" encoding="utf-8"?>
<p:tagLst xmlns:p="http://schemas.openxmlformats.org/presentationml/2006/main">
  <p:tag name="KSO_WM_UNIT_TYPE" val="i"/>
  <p:tag name="KSO_WM_UNIT_INDEX" val="4"/>
  <p:tag name="KSO_WM_BEAUTIFY_FLAG" val="#wm#"/>
  <p:tag name="KSO_WM_TAG_VERSION" val="3.0"/>
  <p:tag name="LayoutZOrder" val="7"/>
  <p:tag name="KSO_WM_UNIT_ID" val="_11**"/>
  <p:tag name="KSO_WM_UNIT_LAYERLEVEL" val="1"/>
  <p:tag name="KSO_WM_TEMPLATE_CATEGORY" val="custom"/>
  <p:tag name="KSO_WM_TEMPLATE_USER_THEME" val="1"/>
</p:tagLst>
</file>

<file path=ppt/tags/tag62.xml><?xml version="1.0" encoding="utf-8"?>
<p:tagLst xmlns:p="http://schemas.openxmlformats.org/presentationml/2006/main">
  <p:tag name="KSO_WM_UNIT_TYPE" val="i"/>
  <p:tag name="KSO_WM_UNIT_INDEX" val="5"/>
  <p:tag name="KSO_WM_BEAUTIFY_FLAG" val="#wm#"/>
  <p:tag name="KSO_WM_TAG_VERSION" val="3.0"/>
  <p:tag name="LayoutZOrder" val="8"/>
  <p:tag name="KSO_WM_UNIT_ID" val="_11**"/>
  <p:tag name="KSO_WM_UNIT_LAYERLEVEL" val="1"/>
  <p:tag name="KSO_WM_TEMPLATE_CATEGORY" val="custom"/>
  <p:tag name="KSO_WM_TEMPLATE_USER_THEME" val="1"/>
</p:tagLst>
</file>

<file path=ppt/tags/tag63.xml><?xml version="1.0" encoding="utf-8"?>
<p:tagLst xmlns:p="http://schemas.openxmlformats.org/presentationml/2006/main">
  <p:tag name="KSO_WM_UNIT_TYPE" val="i"/>
  <p:tag name="KSO_WM_UNIT_INDEX" val="6"/>
  <p:tag name="KSO_WM_BEAUTIFY_FLAG" val="#wm#"/>
  <p:tag name="KSO_WM_TAG_VERSION" val="3.0"/>
  <p:tag name="LayoutZOrder" val="9"/>
  <p:tag name="KSO_WM_UNIT_ID" val="_11**"/>
  <p:tag name="KSO_WM_UNIT_LAYERLEVEL" val="1"/>
  <p:tag name="KSO_WM_TEMPLATE_CATEGORY" val="custom"/>
  <p:tag name="KSO_WM_TEMPLATE_USER_THEME" val="1"/>
</p:tagLst>
</file>

<file path=ppt/tags/tag64.xml><?xml version="1.0" encoding="utf-8"?>
<p:tagLst xmlns:p="http://schemas.openxmlformats.org/presentationml/2006/main">
  <p:tag name="KSO_WM_UNIT_TYPE" val="i"/>
  <p:tag name="KSO_WM_UNIT_INDEX" val="2"/>
  <p:tag name="KSO_WM_BEAUTIFY_FLAG" val="#wm#"/>
  <p:tag name="KSO_WM_TAG_VERSION" val="3.0"/>
  <p:tag name="LayoutZOrder" val="11"/>
  <p:tag name="KSO_WM_UNIT_ID" val="_11**"/>
  <p:tag name="KSO_WM_UNIT_LAYERLEVEL" val="1"/>
  <p:tag name="KSO_WM_TEMPLATE_CATEGORY" val="custom"/>
  <p:tag name="KSO_WM_TEMPLATE_USER_THEME" val="1"/>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 name="KSO_WM_TEMPLATE_CATEGORY" val="custom"/>
  <p:tag name="KSO_WM_TEMPLATE_USER_THEME" val="1"/>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 name="KSO_WM_TEMPLATE_CATEGORY" val="custom"/>
  <p:tag name="KSO_WM_TEMPLATE_USER_THEME" val="1"/>
</p:tagLst>
</file>

<file path=ppt/tags/tag67.xml><?xml version="1.0" encoding="utf-8"?>
<p:tagLst xmlns:p="http://schemas.openxmlformats.org/presentationml/2006/main">
  <p:tag name="KSO_WM_UNIT_TYPE" val="i"/>
  <p:tag name="KSO_WM_UNIT_INDEX" val="1"/>
  <p:tag name="KSO_WM_BEAUTIFY_FLAG" val="#wm#"/>
  <p:tag name="KSO_WM_TAG_VERSION" val="3.0"/>
  <p:tag name="KSO_WM_UNIT_ID" val="_0*i*1"/>
  <p:tag name="KSO_WM_UNIT_LAYERLEVEL" val="1"/>
  <p:tag name="KSO_WM_TEMPLATE_CATEGORY" val="custom"/>
  <p:tag name="KSO_WM_TEMPLATE_USER_THEME" val="1"/>
</p:tagLst>
</file>

<file path=ppt/tags/tag68.xml><?xml version="1.0" encoding="utf-8"?>
<p:tagLst xmlns:p="http://schemas.openxmlformats.org/presentationml/2006/main">
  <p:tag name="KSO_WM_UNIT_TYPE" val="i"/>
  <p:tag name="KSO_WM_UNIT_INDEX" val="2"/>
  <p:tag name="KSO_WM_BEAUTIFY_FLAG" val="#wm#"/>
  <p:tag name="KSO_WM_TAG_VERSION" val="3.0"/>
  <p:tag name="KSO_WM_UNIT_ID" val="_0*i*2"/>
  <p:tag name="KSO_WM_UNIT_LAYERLEVEL" val="1"/>
  <p:tag name="KSO_WM_TEMPLATE_CATEGORY" val="custom"/>
  <p:tag name="KSO_WM_TEMPLATE_USER_THEME" val="1"/>
</p:tagLst>
</file>

<file path=ppt/tags/tag69.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70.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71.xml><?xml version="1.0" encoding="utf-8"?>
<p:tagLst xmlns:p="http://schemas.openxmlformats.org/presentationml/2006/main">
  <p:tag name="KSO_WM_UNIT_ID" val="_0**"/>
  <p:tag name="KSO_WM_BEAUTIFY_FLAG" val="#wm#"/>
  <p:tag name="KSO_WM_TAG_VERSION" val="3.0"/>
  <p:tag name="KSO_WM_UNIT_LAYERLEVEL" val="1"/>
  <p:tag name="KSO_WM_TEMPLATE_CATEGORY" val="custom"/>
  <p:tag name="KSO_WM_TEMPLATE_USER_THEME" val="1"/>
</p:tagLst>
</file>

<file path=ppt/tags/tag72.xml><?xml version="1.0" encoding="utf-8"?>
<p:tagLst xmlns:p="http://schemas.openxmlformats.org/presentationml/2006/main">
  <p:tag name="KSO_WM_UNIT_TYPE" val="f"/>
  <p:tag name="KSO_WM_UNIT_INDEX" val="1"/>
  <p:tag name="KSO_WM_UNIT_ID" val="_0*f*1"/>
  <p:tag name="KSO_WM_BEAUTIFY_FLAG" val="#wm#"/>
  <p:tag name="KSO_WM_TAG_VERSION" val="3.0"/>
  <p:tag name="KSO_WM_UNIT_LAYERLEVEL" val="1"/>
  <p:tag name="KSO_WM_TEMPLATE_CATEGORY" val="custom"/>
  <p:tag name="KSO_WM_TEMPLATE_USER_THEME" val="1"/>
</p:tagLst>
</file>

<file path=ppt/tags/tag73.xml><?xml version="1.0" encoding="utf-8"?>
<p:tagLst xmlns:p="http://schemas.openxmlformats.org/presentationml/2006/main">
  <p:tag name="KSO_WM_UNIT_TYPE" val="a"/>
  <p:tag name="KSO_WM_UNIT_INDEX" val="1"/>
  <p:tag name="KSO_WM_UNIT_ID" val="_0*a*1"/>
  <p:tag name="KSO_WM_BEAUTIFY_FLAG" val="#wm#"/>
  <p:tag name="KSO_WM_TAG_VERSION" val="3.0"/>
  <p:tag name="KSO_WM_UNIT_LAYERLEVEL" val="1"/>
  <p:tag name="KSO_WM_TEMPLATE_CATEGORY" val="custom"/>
  <p:tag name="KSO_WM_TEMPLATE_USER_THEME" val="1"/>
</p:tagLst>
</file>

<file path=ppt/tags/tag74.xml><?xml version="1.0" encoding="utf-8"?>
<p:tagLst xmlns:p="http://schemas.openxmlformats.org/presentationml/2006/main">
  <p:tag name="KSO_WM_UNIT_TYPE" val="a"/>
  <p:tag name="KSO_WM_UNIT_INDEX" val="1"/>
  <p:tag name="KSO_WM_UNIT_SUBTYPE" val=""/>
  <p:tag name="KSO_WM_UNIT_PRESET_TEXT" val="单击此处&#10;添加文档标题"/>
  <p:tag name="KSO_WM_UNIT_ID" val="custom_1*a*1"/>
  <p:tag name="KSO_WM_BEAUTIFY_FLAG" val="#wm#"/>
  <p:tag name="KSO_WM_TAG_VERSION" val="3.0"/>
  <p:tag name="KSO_WM_UNIT_LAYERLEVEL" val="1"/>
  <p:tag name="KSO_WM_TEMPLATE_CATEGORY" val="custom"/>
  <p:tag name="KSO_WM_TEMPLATE_USER_THEME" val="1"/>
</p:tagLst>
</file>

<file path=ppt/tags/tag75.xml><?xml version="1.0" encoding="utf-8"?>
<p:tagLst xmlns:p="http://schemas.openxmlformats.org/presentationml/2006/main">
  <p:tag name="KSO_WM_SLIDE_TYPE" val="title"/>
  <p:tag name="KSO_WM_TEMPLATE_THUMBS_INDEX" val="1、9"/>
  <p:tag name="KSO_WM_BEAUTIFY_FLAG" val="#wm#"/>
  <p:tag name="KSO_WM_TEMPLATE_CATEGORY" val="custom"/>
  <p:tag name="KSO_WM_TEMPLATE_USER_THEME" val="1"/>
  <p:tag name="KSO_WM_SLIDE_INDEX" val="1"/>
  <p:tag name="KSO_WM_SLIDE_ID" val="custom_1"/>
  <p:tag name="KSO_WM_SLIDE_LAYOUT" val="a_b_f"/>
  <p:tag name="KSO_WM_SLIDE_LAYOUT_CNT" val="1_1_1"/>
</p:tagLst>
</file>

<file path=ppt/tags/tag76.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77.xml><?xml version="1.0" encoding="utf-8"?>
<p:tagLst xmlns:p="http://schemas.openxmlformats.org/presentationml/2006/main">
  <p:tag name="KSO_WM_UNIT_INDEX" val="3"/>
  <p:tag name="KSO_WM_UNIT_TYPE" val="k"/>
  <p:tag name="KSO_WM_BEAUTIFY_FLAG" val="#wm#"/>
</p:tagLst>
</file>

<file path=ppt/tags/tag78.xml><?xml version="1.0" encoding="utf-8"?>
<p:tagLst xmlns:p="http://schemas.openxmlformats.org/presentationml/2006/main">
  <p:tag name="KSO_WM_UNIT_INDEX" val="5"/>
  <p:tag name="KSO_WM_UNIT_TYPE" val="k"/>
  <p:tag name="KSO_WM_BEAUTIFY_FLAG" val="#wm#"/>
</p:tagLst>
</file>

<file path=ppt/tags/tag79.xml><?xml version="1.0" encoding="utf-8"?>
<p:tagLst xmlns:p="http://schemas.openxmlformats.org/presentationml/2006/main">
  <p:tag name="KSO_WM_UNIT_INDEX" val="1"/>
  <p:tag name="KSO_WM_UNIT_TYPE" val="a"/>
  <p:tag name="KSO_WM_BEAUTIFY_FLAG" val="#wm#"/>
</p:tagLst>
</file>

<file path=ppt/tags/tag8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81.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82.xml><?xml version="1.0" encoding="utf-8"?>
<p:tagLst xmlns:p="http://schemas.openxmlformats.org/presentationml/2006/main">
  <p:tag name="KSO_WM_UNIT_INDEX" val="3"/>
  <p:tag name="KSO_WM_UNIT_TYPE" val="k"/>
  <p:tag name="KSO_WM_BEAUTIFY_FLAG" val="#wm#"/>
</p:tagLst>
</file>

<file path=ppt/tags/tag83.xml><?xml version="1.0" encoding="utf-8"?>
<p:tagLst xmlns:p="http://schemas.openxmlformats.org/presentationml/2006/main">
  <p:tag name="KSO_WM_UNIT_INDEX" val="5"/>
  <p:tag name="KSO_WM_UNIT_TYPE" val="k"/>
  <p:tag name="KSO_WM_BEAUTIFY_FLAG" val="#wm#"/>
</p:tagLst>
</file>

<file path=ppt/tags/tag84.xml><?xml version="1.0" encoding="utf-8"?>
<p:tagLst xmlns:p="http://schemas.openxmlformats.org/presentationml/2006/main">
  <p:tag name="KSO_WM_UNIT_INDEX" val="1"/>
  <p:tag name="KSO_WM_UNIT_TYPE" val="a"/>
  <p:tag name="KSO_WM_BEAUTIFY_FLAG" val="#wm#"/>
</p:tagLst>
</file>

<file path=ppt/tags/tag85.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86.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87.xml><?xml version="1.0" encoding="utf-8"?>
<p:tagLst xmlns:p="http://schemas.openxmlformats.org/presentationml/2006/main">
  <p:tag name="KSO_WM_UNIT_INDEX" val="3"/>
  <p:tag name="KSO_WM_UNIT_TYPE" val="k"/>
  <p:tag name="KSO_WM_BEAUTIFY_FLAG" val="#wm#"/>
</p:tagLst>
</file>

<file path=ppt/tags/tag88.xml><?xml version="1.0" encoding="utf-8"?>
<p:tagLst xmlns:p="http://schemas.openxmlformats.org/presentationml/2006/main">
  <p:tag name="KSO_WM_UNIT_INDEX" val="5"/>
  <p:tag name="KSO_WM_UNIT_TYPE" val="k"/>
  <p:tag name="KSO_WM_BEAUTIFY_FLAG" val="#wm#"/>
</p:tagLst>
</file>

<file path=ppt/tags/tag89.xml><?xml version="1.0" encoding="utf-8"?>
<p:tagLst xmlns:p="http://schemas.openxmlformats.org/presentationml/2006/main">
  <p:tag name="KSO_WM_UNIT_PLACING_PICTURE_USER_VIEWPORT" val="{&quot;height&quot;:2321,&quot;width&quot;:8300}"/>
  <p:tag name="KSO_WM_UNIT_INDEX" val="6"/>
  <p:tag name="KSO_WM_UNIT_TYPE" val="d"/>
  <p:tag name="KSO_WM_BEAUTIFY_FLAG" val="#wm#"/>
</p:tagLst>
</file>

<file path=ppt/tags/tag90.xml><?xml version="1.0" encoding="utf-8"?>
<p:tagLst xmlns:p="http://schemas.openxmlformats.org/presentationml/2006/main">
  <p:tag name="KSO_WM_UNIT_INDEX" val="1"/>
  <p:tag name="KSO_WM_UNIT_TYPE" val="a"/>
  <p:tag name="KSO_WM_BEAUTIFY_FLAG" val="#wm#"/>
</p:tagLst>
</file>

<file path=ppt/tags/tag91.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92.xml><?xml version="1.0" encoding="utf-8"?>
<p:tagLst xmlns:p="http://schemas.openxmlformats.org/presentationml/2006/main">
  <p:tag name="KSO_WM_UNIT_INDEX" val="1"/>
  <p:tag name="KSO_WM_UNIT_TYPE" val="k"/>
  <p:tag name="KSO_WM_BEAUTIFY_FLAG" val="#wm#"/>
</p:tagLst>
</file>

<file path=ppt/tags/tag93.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94.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95.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96.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97.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98.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99.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00.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101.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02.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03.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04.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05.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06.xml><?xml version="1.0" encoding="utf-8"?>
<p:tagLst xmlns:p="http://schemas.openxmlformats.org/presentationml/2006/main">
  <p:tag name="KSO_WM_UNIT_INDEX" val="17"/>
  <p:tag name="KSO_WM_UNIT_TYPE" val="k"/>
  <p:tag name="KSO_WM_BEAUTIFY_FLAG" val="#wm#"/>
</p:tagLst>
</file>

<file path=ppt/tags/tag107.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108.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09.xml><?xml version="1.0" encoding="utf-8"?>
<p:tagLst xmlns:p="http://schemas.openxmlformats.org/presentationml/2006/main">
  <p:tag name="KSO_WM_UNIT_INDEX" val="3"/>
  <p:tag name="KSO_WM_UNIT_TYPE" val="k"/>
  <p:tag name="KSO_WM_BEAUTIFY_FLAG" val="#wm#"/>
</p:tagLst>
</file>

<file path=ppt/tags/tag110.xml><?xml version="1.0" encoding="utf-8"?>
<p:tagLst xmlns:p="http://schemas.openxmlformats.org/presentationml/2006/main">
  <p:tag name="KSO_WM_UNIT_INDEX" val="5"/>
  <p:tag name="KSO_WM_UNIT_TYPE" val="k"/>
  <p:tag name="KSO_WM_BEAUTIFY_FLAG" val="#wm#"/>
</p:tagLst>
</file>

<file path=ppt/tags/tag111.xml><?xml version="1.0" encoding="utf-8"?>
<p:tagLst xmlns:p="http://schemas.openxmlformats.org/presentationml/2006/main">
  <p:tag name="KSO_WM_UNIT_INDEX" val="1"/>
  <p:tag name="KSO_WM_UNIT_TYPE" val="a"/>
  <p:tag name="KSO_WM_BEAUTIFY_FLAG" val="#wm#"/>
</p:tagLst>
</file>

<file path=ppt/tags/tag11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11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14.xml><?xml version="1.0" encoding="utf-8"?>
<p:tagLst xmlns:p="http://schemas.openxmlformats.org/presentationml/2006/main">
  <p:tag name="KSO_WM_UNIT_INDEX" val="3"/>
  <p:tag name="KSO_WM_UNIT_TYPE" val="k"/>
  <p:tag name="KSO_WM_BEAUTIFY_FLAG" val="#wm#"/>
</p:tagLst>
</file>

<file path=ppt/tags/tag115.xml><?xml version="1.0" encoding="utf-8"?>
<p:tagLst xmlns:p="http://schemas.openxmlformats.org/presentationml/2006/main">
  <p:tag name="KSO_WM_UNIT_INDEX" val="4"/>
  <p:tag name="KSO_WM_UNIT_TYPE" val="d"/>
  <p:tag name="KSO_WM_BEAUTIFY_FLAG" val="#wm#"/>
</p:tagLst>
</file>

<file path=ppt/tags/tag116.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17.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18.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19.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20.xml><?xml version="1.0" encoding="utf-8"?>
<p:tagLst xmlns:p="http://schemas.openxmlformats.org/presentationml/2006/main">
  <p:tag name="KSO_WM_UNIT_INDEX" val="7"/>
  <p:tag name="KSO_WM_UNIT_TYPE" val="β"/>
  <p:tag name="KSO_WM_BEAUTIFY_FLAG" val="#wm#"/>
</p:tagLst>
</file>

<file path=ppt/tags/tag121.xml><?xml version="1.0" encoding="utf-8"?>
<p:tagLst xmlns:p="http://schemas.openxmlformats.org/presentationml/2006/main">
  <p:tag name="KSO_WM_UNIT_INDEX" val="1"/>
  <p:tag name="KSO_WM_UNIT_TYPE" val="a"/>
  <p:tag name="KSO_WM_BEAUTIFY_FLAG" val="#wm#"/>
</p:tagLst>
</file>

<file path=ppt/tags/tag12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12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24.xml><?xml version="1.0" encoding="utf-8"?>
<p:tagLst xmlns:p="http://schemas.openxmlformats.org/presentationml/2006/main">
  <p:tag name="KSO_WM_UNIT_INDEX" val="3"/>
  <p:tag name="KSO_WM_UNIT_TYPE" val="k"/>
  <p:tag name="KSO_WM_BEAUTIFY_FLAG" val="#wm#"/>
</p:tagLst>
</file>

<file path=ppt/tags/tag125.xml><?xml version="1.0" encoding="utf-8"?>
<p:tagLst xmlns:p="http://schemas.openxmlformats.org/presentationml/2006/main">
  <p:tag name="KSO_WM_UNIT_INDEX" val="4"/>
  <p:tag name="KSO_WM_UNIT_TYPE" val="d"/>
  <p:tag name="KSO_WM_BEAUTIFY_FLAG" val="#wm#"/>
</p:tagLst>
</file>

<file path=ppt/tags/tag126.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27.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28.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29.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30.xml><?xml version="1.0" encoding="utf-8"?>
<p:tagLst xmlns:p="http://schemas.openxmlformats.org/presentationml/2006/main">
  <p:tag name="KSO_WM_UNIT_INDEX" val="7"/>
  <p:tag name="KSO_WM_UNIT_TYPE" val="d"/>
  <p:tag name="KSO_WM_BEAUTIFY_FLAG" val="#wm#"/>
</p:tagLst>
</file>

<file path=ppt/tags/tag131.xml><?xml version="1.0" encoding="utf-8"?>
<p:tagLst xmlns:p="http://schemas.openxmlformats.org/presentationml/2006/main">
  <p:tag name="KSO_WM_UNIT_INDEX" val="8"/>
  <p:tag name="KSO_WM_UNIT_TYPE" val="d"/>
  <p:tag name="KSO_WM_BEAUTIFY_FLAG" val="#wm#"/>
</p:tagLst>
</file>

<file path=ppt/tags/tag132.xml><?xml version="1.0" encoding="utf-8"?>
<p:tagLst xmlns:p="http://schemas.openxmlformats.org/presentationml/2006/main">
  <p:tag name="KSO_WM_UNIT_INDEX" val="9"/>
  <p:tag name="KSO_WM_UNIT_TYPE" val="d"/>
  <p:tag name="KSO_WM_BEAUTIFY_FLAG" val="#wm#"/>
</p:tagLst>
</file>

<file path=ppt/tags/tag133.xml><?xml version="1.0" encoding="utf-8"?>
<p:tagLst xmlns:p="http://schemas.openxmlformats.org/presentationml/2006/main">
  <p:tag name="KSO_WM_UNIT_INDEX" val="10"/>
  <p:tag name="KSO_WM_UNIT_TYPE" val="d"/>
  <p:tag name="KSO_WM_BEAUTIFY_FLAG" val="#wm#"/>
</p:tagLst>
</file>

<file path=ppt/tags/tag134.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35.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36.xml><?xml version="1.0" encoding="utf-8"?>
<p:tagLst xmlns:p="http://schemas.openxmlformats.org/presentationml/2006/main">
  <p:tag name="KSO_WM_UNIT_INDEX" val="12"/>
  <p:tag name="KSO_WM_UNIT_TYPE" val="d"/>
  <p:tag name="KSO_WM_BEAUTIFY_FLAG" val="#wm#"/>
</p:tagLst>
</file>

<file path=ppt/tags/tag137.xml><?xml version="1.0" encoding="utf-8"?>
<p:tagLst xmlns:p="http://schemas.openxmlformats.org/presentationml/2006/main">
  <p:tag name="KSO_WM_UNIT_INDEX" val="14"/>
  <p:tag name="KSO_WM_UNIT_TYPE" val="k"/>
  <p:tag name="KSO_WM_BEAUTIFY_FLAG" val="#wm#"/>
</p:tagLst>
</file>

<file path=ppt/tags/tag138.xml><?xml version="1.0" encoding="utf-8"?>
<p:tagLst xmlns:p="http://schemas.openxmlformats.org/presentationml/2006/main">
  <p:tag name="KSO_WM_UNIT_INDEX" val="1"/>
  <p:tag name="KSO_WM_UNIT_TYPE" val="a"/>
  <p:tag name="KSO_WM_BEAUTIFY_FLAG" val="#wm#"/>
</p:tagLst>
</file>

<file path=ppt/tags/tag139.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14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41.xml><?xml version="1.0" encoding="utf-8"?>
<p:tagLst xmlns:p="http://schemas.openxmlformats.org/presentationml/2006/main">
  <p:tag name="KSO_WM_UNIT_INDEX" val="3"/>
  <p:tag name="KSO_WM_UNIT_TYPE" val="k"/>
  <p:tag name="KSO_WM_BEAUTIFY_FLAG" val="#wm#"/>
</p:tagLst>
</file>

<file path=ppt/tags/tag142.xml><?xml version="1.0" encoding="utf-8"?>
<p:tagLst xmlns:p="http://schemas.openxmlformats.org/presentationml/2006/main">
  <p:tag name="KSO_WM_UNIT_INDEX" val="4"/>
  <p:tag name="KSO_WM_UNIT_TYPE" val="d"/>
  <p:tag name="KSO_WM_BEAUTIFY_FLAG" val="#wm#"/>
</p:tagLst>
</file>

<file path=ppt/tags/tag143.xml><?xml version="1.0" encoding="utf-8"?>
<p:tagLst xmlns:p="http://schemas.openxmlformats.org/presentationml/2006/main">
  <p:tag name="KSO_WM_UNIT_INDEX" val="5"/>
  <p:tag name="KSO_WM_UNIT_TYPE" val="d"/>
  <p:tag name="KSO_WM_BEAUTIFY_FLAG" val="#wm#"/>
</p:tagLst>
</file>

<file path=ppt/tags/tag144.xml><?xml version="1.0" encoding="utf-8"?>
<p:tagLst xmlns:p="http://schemas.openxmlformats.org/presentationml/2006/main">
  <p:tag name="KSO_WM_UNIT_INDEX" val="6"/>
  <p:tag name="KSO_WM_UNIT_TYPE" val="d"/>
  <p:tag name="KSO_WM_BEAUTIFY_FLAG" val="#wm#"/>
</p:tagLst>
</file>

<file path=ppt/tags/tag145.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46.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47.xml><?xml version="1.0" encoding="utf-8"?>
<p:tagLst xmlns:p="http://schemas.openxmlformats.org/presentationml/2006/main">
  <p:tag name="KSO_WM_UNIT_INDEX" val="8"/>
  <p:tag name="KSO_WM_UNIT_TYPE" val="d"/>
  <p:tag name="KSO_WM_BEAUTIFY_FLAG" val="#wm#"/>
</p:tagLst>
</file>

<file path=ppt/tags/tag148.xml><?xml version="1.0" encoding="utf-8"?>
<p:tagLst xmlns:p="http://schemas.openxmlformats.org/presentationml/2006/main">
  <p:tag name="KSO_WM_UNIT_INDEX" val="9"/>
  <p:tag name="KSO_WM_UNIT_TYPE" val="d"/>
  <p:tag name="KSO_WM_BEAUTIFY_FLAG" val="#wm#"/>
</p:tagLst>
</file>

<file path=ppt/tags/tag149.xml><?xml version="1.0" encoding="utf-8"?>
<p:tagLst xmlns:p="http://schemas.openxmlformats.org/presentationml/2006/main">
  <p:tag name="KSO_WM_UNIT_INDEX" val="10"/>
  <p:tag name="KSO_WM_UNIT_TYPE" val="d"/>
  <p:tag name="KSO_WM_BEAUTIFY_FLAG" val="#wm#"/>
</p:tagLst>
</file>

<file path=ppt/tags/tag150.xml><?xml version="1.0" encoding="utf-8"?>
<p:tagLst xmlns:p="http://schemas.openxmlformats.org/presentationml/2006/main">
  <p:tag name="KSO_WM_UNIT_INDEX" val="11"/>
  <p:tag name="KSO_WM_UNIT_TYPE" val="d"/>
  <p:tag name="KSO_WM_BEAUTIFY_FLAG" val="#wm#"/>
</p:tagLst>
</file>

<file path=ppt/tags/tag151.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52.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153.xml><?xml version="1.0" encoding="utf-8"?>
<p:tagLst xmlns:p="http://schemas.openxmlformats.org/presentationml/2006/main">
  <p:tag name="KSO_WM_UNIT_INDEX" val="13"/>
  <p:tag name="KSO_WM_UNIT_TYPE" val="d"/>
  <p:tag name="KSO_WM_BEAUTIFY_FLAG" val="#wm#"/>
</p:tagLst>
</file>

<file path=ppt/tags/tag154.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55.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156.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57.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58.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59.xml><?xml version="1.0" encoding="utf-8"?>
<p:tagLst xmlns:p="http://schemas.openxmlformats.org/presentationml/2006/main">
  <p:tag name="KSO_WM_UNIT_INDEX" val="16"/>
  <p:tag name="KSO_WM_UNIT_TEXT_SUBTYPE" val="a"/>
  <p:tag name="KSO_WM_UNIT_SUBTYPE" val="a"/>
  <p:tag name="KSO_WM_UNIT_TYPE" val="f"/>
  <p:tag name="KSO_WM_BEAUTIFY_FLAG" val="#wm#"/>
</p:tagLst>
</file>

<file path=ppt/tags/tag160.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161.xml><?xml version="1.0" encoding="utf-8"?>
<p:tagLst xmlns:p="http://schemas.openxmlformats.org/presentationml/2006/main">
  <p:tag name="KSO_WM_UNIT_INDEX" val="1"/>
  <p:tag name="KSO_WM_UNIT_TYPE" val="a"/>
  <p:tag name="KSO_WM_BEAUTIFY_FLAG" val="#wm#"/>
</p:tagLst>
</file>

<file path=ppt/tags/tag16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16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64.xml><?xml version="1.0" encoding="utf-8"?>
<p:tagLst xmlns:p="http://schemas.openxmlformats.org/presentationml/2006/main">
  <p:tag name="KSO_WM_UNIT_INDEX" val="3"/>
  <p:tag name="KSO_WM_UNIT_TYPE" val="k"/>
  <p:tag name="KSO_WM_BEAUTIFY_FLAG" val="#wm#"/>
</p:tagLst>
</file>

<file path=ppt/tags/tag165.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166.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167.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168.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169.xml><?xml version="1.0" encoding="utf-8"?>
<p:tagLst xmlns:p="http://schemas.openxmlformats.org/presentationml/2006/main">
  <p:tag name="KSO_WM_UNIT_INDEX" val="8"/>
  <p:tag name="KSO_WM_UNIT_TYPE" val="d"/>
  <p:tag name="KSO_WM_BEAUTIFY_FLAG" val="#wm#"/>
</p:tagLst>
</file>

<file path=ppt/tags/tag170.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171.xml><?xml version="1.0" encoding="utf-8"?>
<p:tagLst xmlns:p="http://schemas.openxmlformats.org/presentationml/2006/main">
  <p:tag name="KSO_WM_UNIT_INDEX" val="10"/>
  <p:tag name="KSO_WM_UNIT_TYPE" val="d"/>
  <p:tag name="KSO_WM_BEAUTIFY_FLAG" val="#wm#"/>
</p:tagLst>
</file>

<file path=ppt/tags/tag172.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173.xml><?xml version="1.0" encoding="utf-8"?>
<p:tagLst xmlns:p="http://schemas.openxmlformats.org/presentationml/2006/main">
  <p:tag name="KSO_WM_UNIT_INDEX" val="12"/>
  <p:tag name="KSO_WM_UNIT_TYPE" val="d"/>
  <p:tag name="KSO_WM_BEAUTIFY_FLAG" val="#wm#"/>
</p:tagLst>
</file>

<file path=ppt/tags/tag174.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175.xml><?xml version="1.0" encoding="utf-8"?>
<p:tagLst xmlns:p="http://schemas.openxmlformats.org/presentationml/2006/main">
  <p:tag name="KSO_WM_UNIT_INDEX" val="14"/>
  <p:tag name="KSO_WM_UNIT_TYPE" val="d"/>
  <p:tag name="KSO_WM_BEAUTIFY_FLAG" val="#wm#"/>
</p:tagLst>
</file>

<file path=ppt/tags/tag176.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177.xml><?xml version="1.0" encoding="utf-8"?>
<p:tagLst xmlns:p="http://schemas.openxmlformats.org/presentationml/2006/main">
  <p:tag name="KSO_WM_UNIT_INDEX" val="16"/>
  <p:tag name="KSO_WM_UNIT_TYPE" val="d"/>
  <p:tag name="KSO_WM_BEAUTIFY_FLAG" val="#wm#"/>
</p:tagLst>
</file>

<file path=ppt/tags/tag178.xml><?xml version="1.0" encoding="utf-8"?>
<p:tagLst xmlns:p="http://schemas.openxmlformats.org/presentationml/2006/main">
  <p:tag name="KSO_WM_UNIT_INDEX" val="17"/>
  <p:tag name="KSO_WM_UNIT_TYPE" val="d"/>
  <p:tag name="KSO_WM_BEAUTIFY_FLAG" val="#wm#"/>
</p:tagLst>
</file>

<file path=ppt/tags/tag179.xml><?xml version="1.0" encoding="utf-8"?>
<p:tagLst xmlns:p="http://schemas.openxmlformats.org/presentationml/2006/main">
  <p:tag name="KSO_WM_UNIT_INDEX" val="18"/>
  <p:tag name="KSO_WM_UNIT_TYPE" val="d"/>
  <p:tag name="KSO_WM_BEAUTIFY_FLAG" val="#wm#"/>
</p:tagLst>
</file>

<file path=ppt/tags/tag180.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81.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182.xml><?xml version="1.0" encoding="utf-8"?>
<p:tagLst xmlns:p="http://schemas.openxmlformats.org/presentationml/2006/main">
  <p:tag name="KSO_WM_UNIT_INDEX" val="20"/>
  <p:tag name="KSO_WM_UNIT_TYPE" val="d"/>
  <p:tag name="KSO_WM_BEAUTIFY_FLAG" val="#wm#"/>
</p:tagLst>
</file>

<file path=ppt/tags/tag183.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184.xml><?xml version="1.0" encoding="utf-8"?>
<p:tagLst xmlns:p="http://schemas.openxmlformats.org/presentationml/2006/main">
  <p:tag name="KSO_WM_UNIT_INDEX" val="22"/>
  <p:tag name="KSO_WM_UNIT_TYPE" val="d"/>
  <p:tag name="KSO_WM_BEAUTIFY_FLAG" val="#wm#"/>
</p:tagLst>
</file>

<file path=ppt/tags/tag185.xml><?xml version="1.0" encoding="utf-8"?>
<p:tagLst xmlns:p="http://schemas.openxmlformats.org/presentationml/2006/main">
  <p:tag name="KSO_WM_UNIT_INDEX" val="23"/>
  <p:tag name="KSO_WM_UNIT_TYPE" val="d"/>
  <p:tag name="KSO_WM_BEAUTIFY_FLAG" val="#wm#"/>
</p:tagLst>
</file>

<file path=ppt/tags/tag186.xml><?xml version="1.0" encoding="utf-8"?>
<p:tagLst xmlns:p="http://schemas.openxmlformats.org/presentationml/2006/main">
  <p:tag name="KSO_WM_UNIT_INDEX" val="24"/>
  <p:tag name="KSO_WM_UNIT_TYPE" val="d"/>
  <p:tag name="KSO_WM_BEAUTIFY_FLAG" val="#wm#"/>
</p:tagLst>
</file>

<file path=ppt/tags/tag187.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188.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189.xml><?xml version="1.0" encoding="utf-8"?>
<p:tagLst xmlns:p="http://schemas.openxmlformats.org/presentationml/2006/main">
  <p:tag name="KSO_WM_UNIT_INDEX" val="26"/>
  <p:tag name="KSO_WM_UNIT_TYPE" val="d"/>
  <p:tag name="KSO_WM_BEAUTIFY_FLAG" val="#wm#"/>
</p:tagLst>
</file>

<file path=ppt/tags/tag190.xml><?xml version="1.0" encoding="utf-8"?>
<p:tagLst xmlns:p="http://schemas.openxmlformats.org/presentationml/2006/main">
  <p:tag name="KSO_WM_UNIT_INDEX" val="1"/>
  <p:tag name="KSO_WM_UNIT_TYPE" val="a"/>
  <p:tag name="KSO_WM_BEAUTIFY_FLAG" val="#wm#"/>
</p:tagLst>
</file>

<file path=ppt/tags/tag191.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192.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93.xml><?xml version="1.0" encoding="utf-8"?>
<p:tagLst xmlns:p="http://schemas.openxmlformats.org/presentationml/2006/main">
  <p:tag name="KSO_WM_UNIT_INDEX" val="3"/>
  <p:tag name="KSO_WM_UNIT_TYPE" val="k"/>
  <p:tag name="KSO_WM_BEAUTIFY_FLAG" val="#wm#"/>
</p:tagLst>
</file>

<file path=ppt/tags/tag194.xml><?xml version="1.0" encoding="utf-8"?>
<p:tagLst xmlns:p="http://schemas.openxmlformats.org/presentationml/2006/main">
  <p:tag name="KSO_WM_UNIT_INDEX" val="5"/>
  <p:tag name="KSO_WM_UNIT_TYPE" val="k"/>
  <p:tag name="KSO_WM_BEAUTIFY_FLAG" val="#wm#"/>
</p:tagLst>
</file>

<file path=ppt/tags/tag195.xml><?xml version="1.0" encoding="utf-8"?>
<p:tagLst xmlns:p="http://schemas.openxmlformats.org/presentationml/2006/main">
  <p:tag name="KSO_WM_UNIT_INDEX" val="1"/>
  <p:tag name="KSO_WM_UNIT_TYPE" val="a"/>
  <p:tag name="KSO_WM_BEAUTIFY_FLAG" val="#wm#"/>
</p:tagLst>
</file>

<file path=ppt/tags/tag19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19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98.xml><?xml version="1.0" encoding="utf-8"?>
<p:tagLst xmlns:p="http://schemas.openxmlformats.org/presentationml/2006/main">
  <p:tag name="KSO_WM_UNIT_INDEX" val="3"/>
  <p:tag name="KSO_WM_UNIT_TYPE" val="k"/>
  <p:tag name="KSO_WM_BEAUTIFY_FLAG" val="#wm#"/>
</p:tagLst>
</file>

<file path=ppt/tags/tag199.xml><?xml version="1.0" encoding="utf-8"?>
<p:tagLst xmlns:p="http://schemas.openxmlformats.org/presentationml/2006/main">
  <p:tag name="KSO_WM_UNIT_INDEX" val="5"/>
  <p:tag name="KSO_WM_UNIT_TYPE" val="k"/>
  <p:tag name="KSO_WM_BEAUTIFY_FLAG" val="#wm#"/>
</p:tagLst>
</file>

<file path=ppt/tags/tag200.xml><?xml version="1.0" encoding="utf-8"?>
<p:tagLst xmlns:p="http://schemas.openxmlformats.org/presentationml/2006/main">
  <p:tag name="KSO_WM_UNIT_INDEX" val="1"/>
  <p:tag name="KSO_WM_UNIT_TYPE" val="a"/>
  <p:tag name="KSO_WM_BEAUTIFY_FLAG" val="#wm#"/>
</p:tagLst>
</file>

<file path=ppt/tags/tag201.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02.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03.xml><?xml version="1.0" encoding="utf-8"?>
<p:tagLst xmlns:p="http://schemas.openxmlformats.org/presentationml/2006/main">
  <p:tag name="KSO_WM_UNIT_INDEX" val="3"/>
  <p:tag name="KSO_WM_UNIT_TYPE" val="k"/>
  <p:tag name="KSO_WM_BEAUTIFY_FLAG" val="#wm#"/>
</p:tagLst>
</file>

<file path=ppt/tags/tag204.xml><?xml version="1.0" encoding="utf-8"?>
<p:tagLst xmlns:p="http://schemas.openxmlformats.org/presentationml/2006/main">
  <p:tag name="KSO_WM_UNIT_INDEX" val="5"/>
  <p:tag name="KSO_WM_UNIT_TYPE" val="k"/>
  <p:tag name="KSO_WM_BEAUTIFY_FLAG" val="#wm#"/>
</p:tagLst>
</file>

<file path=ppt/tags/tag205.xml><?xml version="1.0" encoding="utf-8"?>
<p:tagLst xmlns:p="http://schemas.openxmlformats.org/presentationml/2006/main">
  <p:tag name="KSO_WM_UNIT_INDEX" val="1"/>
  <p:tag name="KSO_WM_UNIT_TYPE" val="a"/>
  <p:tag name="KSO_WM_BEAUTIFY_FLAG" val="#wm#"/>
</p:tagLst>
</file>

<file path=ppt/tags/tag20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0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08.xml><?xml version="1.0" encoding="utf-8"?>
<p:tagLst xmlns:p="http://schemas.openxmlformats.org/presentationml/2006/main">
  <p:tag name="KSO_WM_UNIT_INDEX" val="3"/>
  <p:tag name="KSO_WM_UNIT_TYPE" val="k"/>
  <p:tag name="KSO_WM_BEAUTIFY_FLAG" val="#wm#"/>
</p:tagLst>
</file>

<file path=ppt/tags/tag209.xml><?xml version="1.0" encoding="utf-8"?>
<p:tagLst xmlns:p="http://schemas.openxmlformats.org/presentationml/2006/main">
  <p:tag name="KSO_WM_UNIT_INDEX" val="5"/>
  <p:tag name="KSO_WM_UNIT_TYPE" val="k"/>
  <p:tag name="KSO_WM_BEAUTIFY_FLAG" val="#wm#"/>
</p:tagLst>
</file>

<file path=ppt/tags/tag210.xml><?xml version="1.0" encoding="utf-8"?>
<p:tagLst xmlns:p="http://schemas.openxmlformats.org/presentationml/2006/main">
  <p:tag name="KSO_WM_UNIT_INDEX" val="1"/>
  <p:tag name="KSO_WM_UNIT_TYPE" val="a"/>
  <p:tag name="KSO_WM_BEAUTIFY_FLAG" val="#wm#"/>
</p:tagLst>
</file>

<file path=ppt/tags/tag211.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12.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13.xml><?xml version="1.0" encoding="utf-8"?>
<p:tagLst xmlns:p="http://schemas.openxmlformats.org/presentationml/2006/main">
  <p:tag name="KSO_WM_UNIT_INDEX" val="3"/>
  <p:tag name="KSO_WM_UNIT_TYPE" val="k"/>
  <p:tag name="KSO_WM_BEAUTIFY_FLAG" val="#wm#"/>
</p:tagLst>
</file>

<file path=ppt/tags/tag214.xml><?xml version="1.0" encoding="utf-8"?>
<p:tagLst xmlns:p="http://schemas.openxmlformats.org/presentationml/2006/main">
  <p:tag name="KSO_WM_UNIT_INDEX" val="5"/>
  <p:tag name="KSO_WM_UNIT_TYPE" val="k"/>
  <p:tag name="KSO_WM_BEAUTIFY_FLAG" val="#wm#"/>
</p:tagLst>
</file>

<file path=ppt/tags/tag215.xml><?xml version="1.0" encoding="utf-8"?>
<p:tagLst xmlns:p="http://schemas.openxmlformats.org/presentationml/2006/main">
  <p:tag name="KSO_WM_UNIT_INDEX" val="1"/>
  <p:tag name="KSO_WM_UNIT_TYPE" val="a"/>
  <p:tag name="KSO_WM_BEAUTIFY_FLAG" val="#wm#"/>
</p:tagLst>
</file>

<file path=ppt/tags/tag21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1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18.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219.xml><?xml version="1.0" encoding="utf-8"?>
<p:tagLst xmlns:p="http://schemas.openxmlformats.org/presentationml/2006/main">
  <p:tag name="KSO_WM_UNIT_INDEX" val="6"/>
  <p:tag name="KSO_WM_UNIT_TYPE" val="k"/>
  <p:tag name="KSO_WM_BEAUTIFY_FLAG" val="#wm#"/>
</p:tagLst>
</file>

<file path=ppt/tags/tag220.xml><?xml version="1.0" encoding="utf-8"?>
<p:tagLst xmlns:p="http://schemas.openxmlformats.org/presentationml/2006/main">
  <p:tag name="KSO_WM_UNIT_INDEX" val="1"/>
  <p:tag name="KSO_WM_UNIT_TYPE" val="a"/>
  <p:tag name="KSO_WM_BEAUTIFY_FLAG" val="#wm#"/>
</p:tagLst>
</file>

<file path=ppt/tags/tag221.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22.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23.xml><?xml version="1.0" encoding="utf-8"?>
<p:tagLst xmlns:p="http://schemas.openxmlformats.org/presentationml/2006/main">
  <p:tag name="KSO_WM_UNIT_INDEX" val="3"/>
  <p:tag name="KSO_WM_UNIT_TYPE" val="k"/>
  <p:tag name="KSO_WM_BEAUTIFY_FLAG" val="#wm#"/>
</p:tagLst>
</file>

<file path=ppt/tags/tag224.xml><?xml version="1.0" encoding="utf-8"?>
<p:tagLst xmlns:p="http://schemas.openxmlformats.org/presentationml/2006/main">
  <p:tag name="KSO_WM_UNIT_INDEX" val="5"/>
  <p:tag name="KSO_WM_UNIT_TYPE" val="k"/>
  <p:tag name="KSO_WM_BEAUTIFY_FLAG" val="#wm#"/>
</p:tagLst>
</file>

<file path=ppt/tags/tag225.xml><?xml version="1.0" encoding="utf-8"?>
<p:tagLst xmlns:p="http://schemas.openxmlformats.org/presentationml/2006/main">
  <p:tag name="KSO_WM_UNIT_INDEX" val="1"/>
  <p:tag name="KSO_WM_UNIT_TYPE" val="a"/>
  <p:tag name="KSO_WM_BEAUTIFY_FLAG" val="#wm#"/>
</p:tagLst>
</file>

<file path=ppt/tags/tag22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2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28.xml><?xml version="1.0" encoding="utf-8"?>
<p:tagLst xmlns:p="http://schemas.openxmlformats.org/presentationml/2006/main">
  <p:tag name="KSO_WM_UNIT_INDEX" val="3"/>
  <p:tag name="KSO_WM_UNIT_TYPE" val="k"/>
  <p:tag name="KSO_WM_BEAUTIFY_FLAG" val="#wm#"/>
</p:tagLst>
</file>

<file path=ppt/tags/tag229.xml><?xml version="1.0" encoding="utf-8"?>
<p:tagLst xmlns:p="http://schemas.openxmlformats.org/presentationml/2006/main">
  <p:tag name="KSO_WM_UNIT_INDEX" val="5"/>
  <p:tag name="KSO_WM_UNIT_TYPE" val="k"/>
  <p:tag name="KSO_WM_BEAUTIFY_FLAG" val="#wm#"/>
</p:tagLst>
</file>

<file path=ppt/tags/tag230.xml><?xml version="1.0" encoding="utf-8"?>
<p:tagLst xmlns:p="http://schemas.openxmlformats.org/presentationml/2006/main">
  <p:tag name="KSO_WM_UNIT_INDEX" val="1"/>
  <p:tag name="KSO_WM_UNIT_TYPE" val="a"/>
  <p:tag name="KSO_WM_BEAUTIFY_FLAG" val="#wm#"/>
</p:tagLst>
</file>

<file path=ppt/tags/tag231.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32.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33.xml><?xml version="1.0" encoding="utf-8"?>
<p:tagLst xmlns:p="http://schemas.openxmlformats.org/presentationml/2006/main">
  <p:tag name="KSO_WM_UNIT_INDEX" val="3"/>
  <p:tag name="KSO_WM_UNIT_TYPE" val="k"/>
  <p:tag name="KSO_WM_BEAUTIFY_FLAG" val="#wm#"/>
</p:tagLst>
</file>

<file path=ppt/tags/tag234.xml><?xml version="1.0" encoding="utf-8"?>
<p:tagLst xmlns:p="http://schemas.openxmlformats.org/presentationml/2006/main">
  <p:tag name="KSO_WM_UNIT_INDEX" val="5"/>
  <p:tag name="KSO_WM_UNIT_TYPE" val="k"/>
  <p:tag name="KSO_WM_BEAUTIFY_FLAG" val="#wm#"/>
</p:tagLst>
</file>

<file path=ppt/tags/tag235.xml><?xml version="1.0" encoding="utf-8"?>
<p:tagLst xmlns:p="http://schemas.openxmlformats.org/presentationml/2006/main">
  <p:tag name="KSO_WM_UNIT_INDEX" val="1"/>
  <p:tag name="KSO_WM_UNIT_TYPE" val="a"/>
  <p:tag name="KSO_WM_BEAUTIFY_FLAG" val="#wm#"/>
</p:tagLst>
</file>

<file path=ppt/tags/tag23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3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38.xml><?xml version="1.0" encoding="utf-8"?>
<p:tagLst xmlns:p="http://schemas.openxmlformats.org/presentationml/2006/main">
  <p:tag name="KSO_WM_UNIT_INDEX" val="4"/>
  <p:tag name="KSO_WM_UNIT_TYPE" val="k"/>
  <p:tag name="KSO_WM_BEAUTIFY_FLAG" val="#wm#"/>
</p:tagLst>
</file>

<file path=ppt/tags/tag239.xml><?xml version="1.0" encoding="utf-8"?>
<p:tagLst xmlns:p="http://schemas.openxmlformats.org/presentationml/2006/main">
  <p:tag name="KSO_WM_UNIT_INDEX" val="1"/>
  <p:tag name="KSO_WM_UNIT_TYPE" val="a"/>
  <p:tag name="KSO_WM_BEAUTIFY_FLAG" val="#wm#"/>
</p:tagLst>
</file>

<file path=ppt/tags/tag24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41.xml><?xml version="1.0" encoding="utf-8"?>
<p:tagLst xmlns:p="http://schemas.openxmlformats.org/presentationml/2006/main">
  <p:tag name="KSO_WM_UNIT_INDEX" val="1"/>
  <p:tag name="KSO_WM_UNIT_TYPE" val="β"/>
  <p:tag name="KSO_WM_BEAUTIFY_FLAG" val="#wm#"/>
</p:tagLst>
</file>

<file path=ppt/tags/tag242.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243.xml><?xml version="1.0" encoding="utf-8"?>
<p:tagLst xmlns:p="http://schemas.openxmlformats.org/presentationml/2006/main">
  <p:tag name="KSO_WM_UNIT_INDEX" val="5"/>
  <p:tag name="KSO_WM_UNIT_TYPE" val="k"/>
  <p:tag name="KSO_WM_BEAUTIFY_FLAG" val="#wm#"/>
</p:tagLst>
</file>

<file path=ppt/tags/tag244.xml><?xml version="1.0" encoding="utf-8"?>
<p:tagLst xmlns:p="http://schemas.openxmlformats.org/presentationml/2006/main">
  <p:tag name="KSO_WM_UNIT_INDEX" val="7"/>
  <p:tag name="KSO_WM_UNIT_TYPE" val="β"/>
  <p:tag name="KSO_WM_BEAUTIFY_FLAG" val="#wm#"/>
</p:tagLst>
</file>

<file path=ppt/tags/tag245.xml><?xml version="1.0" encoding="utf-8"?>
<p:tagLst xmlns:p="http://schemas.openxmlformats.org/presentationml/2006/main">
  <p:tag name="KSO_WM_UNIT_INDEX" val="8"/>
  <p:tag name="KSO_WM_UNIT_TYPE" val="d"/>
  <p:tag name="KSO_WM_BEAUTIFY_FLAG" val="#wm#"/>
</p:tagLst>
</file>

<file path=ppt/tags/tag246.xml><?xml version="1.0" encoding="utf-8"?>
<p:tagLst xmlns:p="http://schemas.openxmlformats.org/presentationml/2006/main">
  <p:tag name="KSO_WM_UNIT_INDEX" val="9"/>
  <p:tag name="KSO_WM_UNIT_TYPE" val="d"/>
  <p:tag name="KSO_WM_BEAUTIFY_FLAG" val="#wm#"/>
</p:tagLst>
</file>

<file path=ppt/tags/tag247.xml><?xml version="1.0" encoding="utf-8"?>
<p:tagLst xmlns:p="http://schemas.openxmlformats.org/presentationml/2006/main">
  <p:tag name="KSO_WM_UNIT_INDEX" val="10"/>
  <p:tag name="KSO_WM_UNIT_TYPE" val="d"/>
  <p:tag name="KSO_WM_BEAUTIFY_FLAG" val="#wm#"/>
</p:tagLst>
</file>

<file path=ppt/tags/tag248.xml><?xml version="1.0" encoding="utf-8"?>
<p:tagLst xmlns:p="http://schemas.openxmlformats.org/presentationml/2006/main">
  <p:tag name="KSO_WM_UNIT_INDEX" val="11"/>
  <p:tag name="KSO_WM_UNIT_TYPE" val="d"/>
  <p:tag name="KSO_WM_BEAUTIFY_FLAG" val="#wm#"/>
</p:tagLst>
</file>

<file path=ppt/tags/tag249.xml><?xml version="1.0" encoding="utf-8"?>
<p:tagLst xmlns:p="http://schemas.openxmlformats.org/presentationml/2006/main">
  <p:tag name="KSO_WM_UNIT_INDEX" val="2"/>
  <p:tag name="KSO_WM_UNIT_TYPE" val="a"/>
  <p:tag name="KSO_WM_BEAUTIFY_FLAG" val="#wm#"/>
</p:tagLst>
</file>

<file path=ppt/tags/tag25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51.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52.xml><?xml version="1.0" encoding="utf-8"?>
<p:tagLst xmlns:p="http://schemas.openxmlformats.org/presentationml/2006/main">
  <p:tag name="KSO_WM_UNIT_INDEX" val="4"/>
  <p:tag name="KSO_WM_UNIT_TYPE" val="k"/>
  <p:tag name="KSO_WM_BEAUTIFY_FLAG" val="#wm#"/>
</p:tagLst>
</file>

<file path=ppt/tags/tag253.xml><?xml version="1.0" encoding="utf-8"?>
<p:tagLst xmlns:p="http://schemas.openxmlformats.org/presentationml/2006/main">
  <p:tag name="KSO_WM_UNIT_INDEX" val="1"/>
  <p:tag name="KSO_WM_UNIT_TYPE" val="a"/>
  <p:tag name="KSO_WM_BEAUTIFY_FLAG" val="#wm#"/>
</p:tagLst>
</file>

<file path=ppt/tags/tag254.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55.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56.xml><?xml version="1.0" encoding="utf-8"?>
<p:tagLst xmlns:p="http://schemas.openxmlformats.org/presentationml/2006/main">
  <p:tag name="KSO_WM_UNIT_INDEX" val="4"/>
  <p:tag name="KSO_WM_UNIT_TYPE" val="k"/>
  <p:tag name="KSO_WM_BEAUTIFY_FLAG" val="#wm#"/>
</p:tagLst>
</file>

<file path=ppt/tags/tag257.xml><?xml version="1.0" encoding="utf-8"?>
<p:tagLst xmlns:p="http://schemas.openxmlformats.org/presentationml/2006/main">
  <p:tag name="KSO_WM_UNIT_INDEX" val="6"/>
  <p:tag name="KSO_WM_UNIT_TYPE" val="d"/>
  <p:tag name="KSO_WM_BEAUTIFY_FLAG" val="#wm#"/>
</p:tagLst>
</file>

<file path=ppt/tags/tag258.xml><?xml version="1.0" encoding="utf-8"?>
<p:tagLst xmlns:p="http://schemas.openxmlformats.org/presentationml/2006/main">
  <p:tag name="KSO_WM_UNIT_INDEX" val="7"/>
  <p:tag name="KSO_WM_UNIT_TYPE" val="d"/>
  <p:tag name="KSO_WM_BEAUTIFY_FLAG" val="#wm#"/>
</p:tagLst>
</file>

<file path=ppt/tags/tag259.xml><?xml version="1.0" encoding="utf-8"?>
<p:tagLst xmlns:p="http://schemas.openxmlformats.org/presentationml/2006/main">
  <p:tag name="KSO_WM_UNIT_INDEX" val="8"/>
  <p:tag name="KSO_WM_UNIT_TYPE" val="d"/>
  <p:tag name="KSO_WM_BEAUTIFY_FLAG" val="#wm#"/>
</p:tagLst>
</file>

<file path=ppt/tags/tag260.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261.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262.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263.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264.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265.xml><?xml version="1.0" encoding="utf-8"?>
<p:tagLst xmlns:p="http://schemas.openxmlformats.org/presentationml/2006/main">
  <p:tag name="KSO_WM_UNIT_INDEX" val="1"/>
  <p:tag name="KSO_WM_UNIT_TYPE" val="a"/>
  <p:tag name="KSO_WM_BEAUTIFY_FLAG" val="#wm#"/>
</p:tagLst>
</file>

<file path=ppt/tags/tag26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67.xml><?xml version="1.0" encoding="utf-8"?>
<p:tagLst xmlns:p="http://schemas.openxmlformats.org/presentationml/2006/main">
  <p:tag name="KSO_WM_UNIT_INDEX" val="1"/>
  <p:tag name="KSO_WM_UNIT_TYPE" val="k"/>
  <p:tag name="KSO_WM_BEAUTIFY_FLAG" val="#wm#"/>
</p:tagLst>
</file>

<file path=ppt/tags/tag268.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269.xml><?xml version="1.0" encoding="utf-8"?>
<p:tagLst xmlns:p="http://schemas.openxmlformats.org/presentationml/2006/main">
  <p:tag name="KSO_WM_UNIT_INDEX" val="4"/>
  <p:tag name="KSO_WM_UNIT_TYPE" val="d"/>
  <p:tag name="KSO_WM_BEAUTIFY_FLAG" val="#wm#"/>
</p:tagLst>
</file>

<file path=ppt/tags/tag270.xml><?xml version="1.0" encoding="utf-8"?>
<p:tagLst xmlns:p="http://schemas.openxmlformats.org/presentationml/2006/main">
  <p:tag name="KSO_WM_UNIT_INDEX" val="6"/>
  <p:tag name="KSO_WM_UNIT_TYPE" val="k"/>
  <p:tag name="KSO_WM_BEAUTIFY_FLAG" val="#wm#"/>
</p:tagLst>
</file>

<file path=ppt/tags/tag271.xml><?xml version="1.0" encoding="utf-8"?>
<p:tagLst xmlns:p="http://schemas.openxmlformats.org/presentationml/2006/main">
  <p:tag name="KSO_WM_UNIT_INDEX" val="2"/>
  <p:tag name="KSO_WM_UNIT_TYPE" val="a"/>
  <p:tag name="KSO_WM_BEAUTIFY_FLAG" val="#wm#"/>
</p:tagLst>
</file>

<file path=ppt/tags/tag27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7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74.xml><?xml version="1.0" encoding="utf-8"?>
<p:tagLst xmlns:p="http://schemas.openxmlformats.org/presentationml/2006/main">
  <p:tag name="KSO_WM_UNIT_INDEX" val="3"/>
  <p:tag name="KSO_WM_UNIT_TYPE" val="k"/>
  <p:tag name="KSO_WM_BEAUTIFY_FLAG" val="#wm#"/>
</p:tagLst>
</file>

<file path=ppt/tags/tag275.xml><?xml version="1.0" encoding="utf-8"?>
<p:tagLst xmlns:p="http://schemas.openxmlformats.org/presentationml/2006/main">
  <p:tag name="KSO_WM_UNIT_INDEX" val="5"/>
  <p:tag name="KSO_WM_UNIT_TYPE" val="k"/>
  <p:tag name="KSO_WM_BEAUTIFY_FLAG" val="#wm#"/>
</p:tagLst>
</file>

<file path=ppt/tags/tag276.xml><?xml version="1.0" encoding="utf-8"?>
<p:tagLst xmlns:p="http://schemas.openxmlformats.org/presentationml/2006/main">
  <p:tag name="KSO_WM_UNIT_INDEX" val="1"/>
  <p:tag name="KSO_WM_UNIT_TYPE" val="a"/>
  <p:tag name="KSO_WM_BEAUTIFY_FLAG" val="#wm#"/>
</p:tagLst>
</file>

<file path=ppt/tags/tag277.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78.xml><?xml version="1.0" encoding="utf-8"?>
<p:tagLst xmlns:p="http://schemas.openxmlformats.org/presentationml/2006/main">
  <p:tag name="KSO_WM_UNIT_INDEX" val="1"/>
  <p:tag name="KSO_WM_UNIT_TYPE" val="k"/>
  <p:tag name="KSO_WM_BEAUTIFY_FLAG" val="#wm#"/>
</p:tagLst>
</file>

<file path=ppt/tags/tag279.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280.xml><?xml version="1.0" encoding="utf-8"?>
<p:tagLst xmlns:p="http://schemas.openxmlformats.org/presentationml/2006/main">
  <p:tag name="KSO_WM_UNIT_INDEX" val="5"/>
  <p:tag name="KSO_WM_UNIT_TYPE" val="k"/>
  <p:tag name="KSO_WM_BEAUTIFY_FLAG" val="#wm#"/>
</p:tagLst>
</file>

<file path=ppt/tags/tag281.xml><?xml version="1.0" encoding="utf-8"?>
<p:tagLst xmlns:p="http://schemas.openxmlformats.org/presentationml/2006/main">
  <p:tag name="KSO_WM_UNIT_INDEX" val="2"/>
  <p:tag name="KSO_WM_UNIT_TYPE" val="a"/>
  <p:tag name="KSO_WM_BEAUTIFY_FLAG" val="#wm#"/>
</p:tagLst>
</file>

<file path=ppt/tags/tag28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83.xml><?xml version="1.0" encoding="utf-8"?>
<p:tagLst xmlns:p="http://schemas.openxmlformats.org/presentationml/2006/main">
  <p:tag name="KSO_WM_UNIT_INDEX" val="1"/>
  <p:tag name="KSO_WM_UNIT_TYPE" val="k"/>
  <p:tag name="KSO_WM_BEAUTIFY_FLAG" val="#wm#"/>
</p:tagLst>
</file>

<file path=ppt/tags/tag284.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285.xml><?xml version="1.0" encoding="utf-8"?>
<p:tagLst xmlns:p="http://schemas.openxmlformats.org/presentationml/2006/main">
  <p:tag name="KSO_WM_UNIT_INDEX" val="5"/>
  <p:tag name="KSO_WM_UNIT_TYPE" val="k"/>
  <p:tag name="KSO_WM_BEAUTIFY_FLAG" val="#wm#"/>
</p:tagLst>
</file>

<file path=ppt/tags/tag286.xml><?xml version="1.0" encoding="utf-8"?>
<p:tagLst xmlns:p="http://schemas.openxmlformats.org/presentationml/2006/main">
  <p:tag name="KSO_WM_UNIT_INDEX" val="2"/>
  <p:tag name="KSO_WM_UNIT_TYPE" val="a"/>
  <p:tag name="KSO_WM_BEAUTIFY_FLAG" val="#wm#"/>
</p:tagLst>
</file>

<file path=ppt/tags/tag287.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88.xml><?xml version="1.0" encoding="utf-8"?>
<p:tagLst xmlns:p="http://schemas.openxmlformats.org/presentationml/2006/main">
  <p:tag name="KSO_WM_UNIT_INDEX" val="1"/>
  <p:tag name="KSO_WM_UNIT_TYPE" val="k"/>
  <p:tag name="KSO_WM_BEAUTIFY_FLAG" val="#wm#"/>
</p:tagLst>
</file>

<file path=ppt/tags/tag289.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290.xml><?xml version="1.0" encoding="utf-8"?>
<p:tagLst xmlns:p="http://schemas.openxmlformats.org/presentationml/2006/main">
  <p:tag name="KSO_WM_UNIT_INDEX" val="5"/>
  <p:tag name="KSO_WM_UNIT_TYPE" val="k"/>
  <p:tag name="KSO_WM_BEAUTIFY_FLAG" val="#wm#"/>
</p:tagLst>
</file>

<file path=ppt/tags/tag291.xml><?xml version="1.0" encoding="utf-8"?>
<p:tagLst xmlns:p="http://schemas.openxmlformats.org/presentationml/2006/main">
  <p:tag name="KSO_WM_UNIT_INDEX" val="2"/>
  <p:tag name="KSO_WM_UNIT_TYPE" val="a"/>
  <p:tag name="KSO_WM_BEAUTIFY_FLAG" val="#wm#"/>
</p:tagLst>
</file>

<file path=ppt/tags/tag29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93.xml><?xml version="1.0" encoding="utf-8"?>
<p:tagLst xmlns:p="http://schemas.openxmlformats.org/presentationml/2006/main">
  <p:tag name="KSO_WM_UNIT_TYPE" val="a"/>
  <p:tag name="KSO_WM_UNIT_INDEX" val="1"/>
  <p:tag name="KSO_WM_UNIT_SUBTYPE" val=""/>
  <p:tag name="KSO_WM_UNIT_PRESET_TEXT" val="单击此处&#10;添加文档标题"/>
  <p:tag name="KSO_WM_UNIT_ID" val="custom_1*a*1"/>
  <p:tag name="KSO_WM_BEAUTIFY_FLAG" val="#wm#"/>
  <p:tag name="KSO_WM_TAG_VERSION" val="3.0"/>
  <p:tag name="KSO_WM_UNIT_LAYERLEVEL" val="1"/>
  <p:tag name="KSO_WM_TEMPLATE_CATEGORY" val="custom"/>
  <p:tag name="KSO_WM_TEMPLATE_USER_THEME" val="1"/>
</p:tagLst>
</file>

<file path=ppt/tags/tag294.xml><?xml version="1.0" encoding="utf-8"?>
<p:tagLst xmlns:p="http://schemas.openxmlformats.org/presentationml/2006/main">
  <p:tag name="KSO_WM_SLIDE_TYPE" val="title"/>
  <p:tag name="KSO_WM_TEMPLATE_THUMBS_INDEX" val="1、9"/>
  <p:tag name="KSO_WM_BEAUTIFY_FLAG" val="#wm#"/>
  <p:tag name="KSO_WM_TEMPLATE_CATEGORY" val="custom"/>
  <p:tag name="KSO_WM_TEMPLATE_USER_THEME" val="1"/>
  <p:tag name="KSO_WM_SLIDE_INDEX" val="1"/>
  <p:tag name="KSO_WM_SLIDE_ID" val="custom_1"/>
  <p:tag name="KSO_WM_SLIDE_LAYOUT" val="a_b_f"/>
  <p:tag name="KSO_WM_SLIDE_LAYOUT_CNT" val="1_1_1"/>
</p:tagLst>
</file>

<file path=ppt/tags/tag295.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296.xml><?xml version="1.0" encoding="utf-8"?>
<p:tagLst xmlns:p="http://schemas.openxmlformats.org/presentationml/2006/main">
  <p:tag name="KSO_WM_UNIT_INDEX" val="3"/>
  <p:tag name="KSO_WM_UNIT_TYPE" val="k"/>
  <p:tag name="KSO_WM_BEAUTIFY_FLAG" val="#wm#"/>
</p:tagLst>
</file>

<file path=ppt/tags/tag297.xml><?xml version="1.0" encoding="utf-8"?>
<p:tagLst xmlns:p="http://schemas.openxmlformats.org/presentationml/2006/main">
  <p:tag name="KSO_WM_UNIT_INDEX" val="1"/>
  <p:tag name="KSO_WM_UNIT_TYPE" val="a"/>
  <p:tag name="KSO_WM_BEAUTIFY_FLAG" val="#wm#"/>
</p:tagLst>
</file>

<file path=ppt/tags/tag29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29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00.xml><?xml version="1.0" encoding="utf-8"?>
<p:tagLst xmlns:p="http://schemas.openxmlformats.org/presentationml/2006/main">
  <p:tag name="KSO_WM_UNIT_INDEX" val="3"/>
  <p:tag name="KSO_WM_UNIT_TYPE" val="k"/>
  <p:tag name="KSO_WM_BEAUTIFY_FLAG" val="#wm#"/>
</p:tagLst>
</file>

<file path=ppt/tags/tag301.xml><?xml version="1.0" encoding="utf-8"?>
<p:tagLst xmlns:p="http://schemas.openxmlformats.org/presentationml/2006/main">
  <p:tag name="KSO_WM_UNIT_INDEX" val="1"/>
  <p:tag name="KSO_WM_UNIT_TYPE" val="a"/>
  <p:tag name="KSO_WM_BEAUTIFY_FLAG" val="#wm#"/>
</p:tagLst>
</file>

<file path=ppt/tags/tag30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0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04.xml><?xml version="1.0" encoding="utf-8"?>
<p:tagLst xmlns:p="http://schemas.openxmlformats.org/presentationml/2006/main">
  <p:tag name="KSO_WM_UNIT_INDEX" val="3"/>
  <p:tag name="KSO_WM_UNIT_TYPE" val="k"/>
  <p:tag name="KSO_WM_BEAUTIFY_FLAG" val="#wm#"/>
</p:tagLst>
</file>

<file path=ppt/tags/tag305.xml><?xml version="1.0" encoding="utf-8"?>
<p:tagLst xmlns:p="http://schemas.openxmlformats.org/presentationml/2006/main">
  <p:tag name="KSO_WM_UNIT_INDEX" val="4"/>
  <p:tag name="KSO_WM_UNIT_TYPE" val="d"/>
  <p:tag name="KSO_WM_BEAUTIFY_FLAG" val="#wm#"/>
</p:tagLst>
</file>

<file path=ppt/tags/tag306.xml><?xml version="1.0" encoding="utf-8"?>
<p:tagLst xmlns:p="http://schemas.openxmlformats.org/presentationml/2006/main">
  <p:tag name="KSO_WM_UNIT_INDEX" val="5"/>
  <p:tag name="KSO_WM_UNIT_TYPE" val="d"/>
  <p:tag name="KSO_WM_BEAUTIFY_FLAG" val="#wm#"/>
</p:tagLst>
</file>

<file path=ppt/tags/tag307.xml><?xml version="1.0" encoding="utf-8"?>
<p:tagLst xmlns:p="http://schemas.openxmlformats.org/presentationml/2006/main">
  <p:tag name="KSO_WM_UNIT_INDEX" val="6"/>
  <p:tag name="KSO_WM_UNIT_TYPE" val="d"/>
  <p:tag name="KSO_WM_BEAUTIFY_FLAG" val="#wm#"/>
</p:tagLst>
</file>

<file path=ppt/tags/tag308.xml><?xml version="1.0" encoding="utf-8"?>
<p:tagLst xmlns:p="http://schemas.openxmlformats.org/presentationml/2006/main">
  <p:tag name="KSO_WM_UNIT_INDEX" val="1"/>
  <p:tag name="KSO_WM_UNIT_TYPE" val="a"/>
  <p:tag name="KSO_WM_BEAUTIFY_FLAG" val="#wm#"/>
</p:tagLst>
</file>

<file path=ppt/tags/tag309.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10.xml><?xml version="1.0" encoding="utf-8"?>
<p:tagLst xmlns:p="http://schemas.openxmlformats.org/presentationml/2006/main">
  <p:tag name="KSO_WM_UNIT_INDEX" val="1"/>
  <p:tag name="KSO_WM_UNIT_TYPE" val="d"/>
  <p:tag name="KSO_WM_BEAUTIFY_FLAG" val="#wm#"/>
</p:tagLst>
</file>

<file path=ppt/tags/tag311.xml><?xml version="1.0" encoding="utf-8"?>
<p:tagLst xmlns:p="http://schemas.openxmlformats.org/presentationml/2006/main">
  <p:tag name="KSO_WM_UNIT_INDEX" val="2"/>
  <p:tag name="KSO_WM_UNIT_TYPE" val="d"/>
  <p:tag name="KSO_WM_BEAUTIFY_FLAG" val="#wm#"/>
</p:tagLst>
</file>

<file path=ppt/tags/tag312.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313.xml><?xml version="1.0" encoding="utf-8"?>
<p:tagLst xmlns:p="http://schemas.openxmlformats.org/presentationml/2006/main">
  <p:tag name="KSO_WM_UNIT_INDEX" val="5"/>
  <p:tag name="KSO_WM_UNIT_TYPE" val="k"/>
  <p:tag name="KSO_WM_BEAUTIFY_FLAG" val="#wm#"/>
</p:tagLst>
</file>

<file path=ppt/tags/tag314.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315.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316.xml><?xml version="1.0" encoding="utf-8"?>
<p:tagLst xmlns:p="http://schemas.openxmlformats.org/presentationml/2006/main">
  <p:tag name="KSO_WM_UNIT_INDEX" val="3"/>
  <p:tag name="KSO_WM_UNIT_TYPE" val="a"/>
  <p:tag name="KSO_WM_BEAUTIFY_FLAG" val="#wm#"/>
</p:tagLst>
</file>

<file path=ppt/tags/tag317.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18.xml><?xml version="1.0" encoding="utf-8"?>
<p:tagLst xmlns:p="http://schemas.openxmlformats.org/presentationml/2006/main">
  <p:tag name="KSO_WM_UNIT_INDEX" val="2"/>
  <p:tag name="KSO_WM_UNIT_TYPE" val="k"/>
  <p:tag name="KSO_WM_BEAUTIFY_FLAG" val="#wm#"/>
</p:tagLst>
</file>

<file path=ppt/tags/tag319.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320.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321.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322.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323.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324.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325.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326.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327.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328.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329.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330.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331.xml><?xml version="1.0" encoding="utf-8"?>
<p:tagLst xmlns:p="http://schemas.openxmlformats.org/presentationml/2006/main">
  <p:tag name="KSO_WM_UNIT_INDEX" val="1"/>
  <p:tag name="KSO_WM_UNIT_TYPE" val="a"/>
  <p:tag name="KSO_WM_BEAUTIFY_FLAG" val="#wm#"/>
</p:tagLst>
</file>

<file path=ppt/tags/tag33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3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34.xml><?xml version="1.0" encoding="utf-8"?>
<p:tagLst xmlns:p="http://schemas.openxmlformats.org/presentationml/2006/main">
  <p:tag name="KSO_WM_UNIT_INDEX" val="3"/>
  <p:tag name="KSO_WM_UNIT_TYPE" val="k"/>
  <p:tag name="KSO_WM_BEAUTIFY_FLAG" val="#wm#"/>
</p:tagLst>
</file>

<file path=ppt/tags/tag335.xml><?xml version="1.0" encoding="utf-8"?>
<p:tagLst xmlns:p="http://schemas.openxmlformats.org/presentationml/2006/main">
  <p:tag name="KSO_WM_UNIT_INDEX" val="1"/>
  <p:tag name="KSO_WM_UNIT_TYPE" val="a"/>
  <p:tag name="KSO_WM_BEAUTIFY_FLAG" val="#wm#"/>
</p:tagLst>
</file>

<file path=ppt/tags/tag33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3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38.xml><?xml version="1.0" encoding="utf-8"?>
<p:tagLst xmlns:p="http://schemas.openxmlformats.org/presentationml/2006/main">
  <p:tag name="KSO_WM_UNIT_INDEX" val="3"/>
  <p:tag name="KSO_WM_UNIT_TYPE" val="k"/>
  <p:tag name="KSO_WM_BEAUTIFY_FLAG" val="#wm#"/>
</p:tagLst>
</file>

<file path=ppt/tags/tag339.xml><?xml version="1.0" encoding="utf-8"?>
<p:tagLst xmlns:p="http://schemas.openxmlformats.org/presentationml/2006/main">
  <p:tag name="KSO_WM_UNIT_INDEX" val="1"/>
  <p:tag name="KSO_WM_UNIT_TYPE" val="a"/>
  <p:tag name="KSO_WM_BEAUTIFY_FLAG" val="#wm#"/>
</p:tagLst>
</file>

<file path=ppt/tags/tag34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41.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42.xml><?xml version="1.0" encoding="utf-8"?>
<p:tagLst xmlns:p="http://schemas.openxmlformats.org/presentationml/2006/main">
  <p:tag name="KSO_WM_UNIT_INDEX" val="3"/>
  <p:tag name="KSO_WM_UNIT_TYPE" val="k"/>
  <p:tag name="KSO_WM_BEAUTIFY_FLAG" val="#wm#"/>
</p:tagLst>
</file>

<file path=ppt/tags/tag343.xml><?xml version="1.0" encoding="utf-8"?>
<p:tagLst xmlns:p="http://schemas.openxmlformats.org/presentationml/2006/main">
  <p:tag name="KSO_WM_UNIT_INDEX" val="1"/>
  <p:tag name="KSO_WM_UNIT_TYPE" val="a"/>
  <p:tag name="KSO_WM_BEAUTIFY_FLAG" val="#wm#"/>
</p:tagLst>
</file>

<file path=ppt/tags/tag344.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45.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46.xml><?xml version="1.0" encoding="utf-8"?>
<p:tagLst xmlns:p="http://schemas.openxmlformats.org/presentationml/2006/main">
  <p:tag name="KSO_WM_UNIT_INDEX" val="3"/>
  <p:tag name="KSO_WM_UNIT_TYPE" val="k"/>
  <p:tag name="KSO_WM_BEAUTIFY_FLAG" val="#wm#"/>
</p:tagLst>
</file>

<file path=ppt/tags/tag347.xml><?xml version="1.0" encoding="utf-8"?>
<p:tagLst xmlns:p="http://schemas.openxmlformats.org/presentationml/2006/main">
  <p:tag name="KSO_WM_UNIT_INDEX" val="1"/>
  <p:tag name="KSO_WM_UNIT_TYPE" val="a"/>
  <p:tag name="KSO_WM_BEAUTIFY_FLAG" val="#wm#"/>
</p:tagLst>
</file>

<file path=ppt/tags/tag34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4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50.xml><?xml version="1.0" encoding="utf-8"?>
<p:tagLst xmlns:p="http://schemas.openxmlformats.org/presentationml/2006/main">
  <p:tag name="KSO_WM_UNIT_INDEX" val="3"/>
  <p:tag name="KSO_WM_UNIT_TYPE" val="k"/>
  <p:tag name="KSO_WM_BEAUTIFY_FLAG" val="#wm#"/>
</p:tagLst>
</file>

<file path=ppt/tags/tag351.xml><?xml version="1.0" encoding="utf-8"?>
<p:tagLst xmlns:p="http://schemas.openxmlformats.org/presentationml/2006/main">
  <p:tag name="KSO_WM_UNIT_INDEX" val="1"/>
  <p:tag name="KSO_WM_UNIT_TYPE" val="a"/>
  <p:tag name="KSO_WM_BEAUTIFY_FLAG" val="#wm#"/>
</p:tagLst>
</file>

<file path=ppt/tags/tag35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5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54.xml><?xml version="1.0" encoding="utf-8"?>
<p:tagLst xmlns:p="http://schemas.openxmlformats.org/presentationml/2006/main">
  <p:tag name="KSO_WM_UNIT_INDEX" val="3"/>
  <p:tag name="KSO_WM_UNIT_TYPE" val="k"/>
  <p:tag name="KSO_WM_BEAUTIFY_FLAG" val="#wm#"/>
</p:tagLst>
</file>

<file path=ppt/tags/tag355.xml><?xml version="1.0" encoding="utf-8"?>
<p:tagLst xmlns:p="http://schemas.openxmlformats.org/presentationml/2006/main">
  <p:tag name="KSO_WM_UNIT_INDEX" val="1"/>
  <p:tag name="KSO_WM_UNIT_TYPE" val="a"/>
  <p:tag name="KSO_WM_BEAUTIFY_FLAG" val="#wm#"/>
</p:tagLst>
</file>

<file path=ppt/tags/tag35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5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58.xml><?xml version="1.0" encoding="utf-8"?>
<p:tagLst xmlns:p="http://schemas.openxmlformats.org/presentationml/2006/main">
  <p:tag name="KSO_WM_UNIT_INDEX" val="3"/>
  <p:tag name="KSO_WM_UNIT_TYPE" val="k"/>
  <p:tag name="KSO_WM_BEAUTIFY_FLAG" val="#wm#"/>
</p:tagLst>
</file>

<file path=ppt/tags/tag359.xml><?xml version="1.0" encoding="utf-8"?>
<p:tagLst xmlns:p="http://schemas.openxmlformats.org/presentationml/2006/main">
  <p:tag name="KSO_WM_UNIT_INDEX" val="1"/>
  <p:tag name="KSO_WM_UNIT_TYPE" val="a"/>
  <p:tag name="KSO_WM_BEAUTIFY_FLAG" val="#wm#"/>
</p:tagLst>
</file>

<file path=ppt/tags/tag36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61.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362.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63.xml><?xml version="1.0" encoding="utf-8"?>
<p:tagLst xmlns:p="http://schemas.openxmlformats.org/presentationml/2006/main">
  <p:tag name="KSO_WM_UNIT_INDEX" val="3"/>
  <p:tag name="KSO_WM_UNIT_TYPE" val="k"/>
  <p:tag name="KSO_WM_BEAUTIFY_FLAG" val="#wm#"/>
</p:tagLst>
</file>

<file path=ppt/tags/tag364.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365.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366.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367.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368.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369.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37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71.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72.xml><?xml version="1.0" encoding="utf-8"?>
<p:tagLst xmlns:p="http://schemas.openxmlformats.org/presentationml/2006/main">
  <p:tag name="KSO_WM_UNIT_INDEX" val="3"/>
  <p:tag name="KSO_WM_UNIT_TEXT_SUBTYPE" val="a"/>
  <p:tag name="KSO_WM_UNIT_SUBTYPE" val="a"/>
  <p:tag name="KSO_WM_UNIT_TYPE" val="f"/>
  <p:tag name="KSO_WM_BEAUTIFY_FLAG" val="#wm#"/>
</p:tagLst>
</file>

<file path=ppt/tags/tag373.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374.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375.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376.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377.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378.xml><?xml version="1.0" encoding="utf-8"?>
<p:tagLst xmlns:p="http://schemas.openxmlformats.org/presentationml/2006/main">
  <p:tag name="KSO_WM_UNIT_INDEX" val="1"/>
  <p:tag name="KSO_WM_UNIT_TYPE" val="a"/>
  <p:tag name="KSO_WM_BEAUTIFY_FLAG" val="#wm#"/>
</p:tagLst>
</file>

<file path=ppt/tags/tag379.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80.xml><?xml version="1.0" encoding="utf-8"?>
<p:tagLst xmlns:p="http://schemas.openxmlformats.org/presentationml/2006/main">
  <p:tag name="KSO_WM_UNIT_INDEX" val="3"/>
  <p:tag name="KSO_WM_UNIT_TYPE" val="k"/>
  <p:tag name="KSO_WM_BEAUTIFY_FLAG" val="#wm#"/>
</p:tagLst>
</file>

<file path=ppt/tags/tag381.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382.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383.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384.xml><?xml version="1.0" encoding="utf-8"?>
<p:tagLst xmlns:p="http://schemas.openxmlformats.org/presentationml/2006/main">
  <p:tag name="KSO_WM_UNIT_INDEX" val="1"/>
  <p:tag name="KSO_WM_UNIT_TYPE" val="a"/>
  <p:tag name="KSO_WM_BEAUTIFY_FLAG" val="#wm#"/>
</p:tagLst>
</file>

<file path=ppt/tags/tag385.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86.xml><?xml version="1.0" encoding="utf-8"?>
<p:tagLst xmlns:p="http://schemas.openxmlformats.org/presentationml/2006/main">
  <p:tag name="KSO_WM_UNIT_INDEX" val="2"/>
  <p:tag name="KSO_WM_UNIT_TYPE" val="k"/>
  <p:tag name="KSO_WM_BEAUTIFY_FLAG" val="#wm#"/>
</p:tagLst>
</file>

<file path=ppt/tags/tag387.xml><?xml version="1.0" encoding="utf-8"?>
<p:tagLst xmlns:p="http://schemas.openxmlformats.org/presentationml/2006/main">
  <p:tag name="KSO_WM_UNIT_INDEX" val="3"/>
  <p:tag name="KSO_WM_UNIT_TYPE" val="i"/>
  <p:tag name="KSO_WM_BEAUTIFY_FLAG" val="#wm#"/>
</p:tagLst>
</file>

<file path=ppt/tags/tag388.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389.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390.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391.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392.xml><?xml version="1.0" encoding="utf-8"?>
<p:tagLst xmlns:p="http://schemas.openxmlformats.org/presentationml/2006/main">
  <p:tag name="KSO_WM_UNIT_INDEX" val="8"/>
  <p:tag name="KSO_WM_UNIT_TYPE" val="i"/>
  <p:tag name="KSO_WM_BEAUTIFY_FLAG" val="#wm#"/>
</p:tagLst>
</file>

<file path=ppt/tags/tag393.xml><?xml version="1.0" encoding="utf-8"?>
<p:tagLst xmlns:p="http://schemas.openxmlformats.org/presentationml/2006/main">
  <p:tag name="KSO_WM_UNIT_INDEX" val="1"/>
  <p:tag name="KSO_WM_UNIT_TYPE" val="a"/>
  <p:tag name="KSO_WM_BEAUTIFY_FLAG" val="#wm#"/>
</p:tagLst>
</file>

<file path=ppt/tags/tag394.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95.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396.xml><?xml version="1.0" encoding="utf-8"?>
<p:tagLst xmlns:p="http://schemas.openxmlformats.org/presentationml/2006/main">
  <p:tag name="KSO_WM_UNIT_INDEX" val="3"/>
  <p:tag name="KSO_WM_UNIT_TYPE" val="k"/>
  <p:tag name="KSO_WM_BEAUTIFY_FLAG" val="#wm#"/>
</p:tagLst>
</file>

<file path=ppt/tags/tag397.xml><?xml version="1.0" encoding="utf-8"?>
<p:tagLst xmlns:p="http://schemas.openxmlformats.org/presentationml/2006/main">
  <p:tag name="KSO_WM_UNIT_INDEX" val="1"/>
  <p:tag name="KSO_WM_UNIT_TYPE" val="a"/>
  <p:tag name="KSO_WM_BEAUTIFY_FLAG" val="#wm#"/>
</p:tagLst>
</file>

<file path=ppt/tags/tag39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39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00.xml><?xml version="1.0" encoding="utf-8"?>
<p:tagLst xmlns:p="http://schemas.openxmlformats.org/presentationml/2006/main">
  <p:tag name="KSO_WM_UNIT_INDEX" val="3"/>
  <p:tag name="KSO_WM_UNIT_TYPE" val="k"/>
  <p:tag name="KSO_WM_BEAUTIFY_FLAG" val="#wm#"/>
</p:tagLst>
</file>

<file path=ppt/tags/tag401.xml><?xml version="1.0" encoding="utf-8"?>
<p:tagLst xmlns:p="http://schemas.openxmlformats.org/presentationml/2006/main">
  <p:tag name="KSO_WM_UNIT_INDEX" val="1"/>
  <p:tag name="KSO_WM_UNIT_TYPE" val="a"/>
  <p:tag name="KSO_WM_BEAUTIFY_FLAG" val="#wm#"/>
</p:tagLst>
</file>

<file path=ppt/tags/tag40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0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04.xml><?xml version="1.0" encoding="utf-8"?>
<p:tagLst xmlns:p="http://schemas.openxmlformats.org/presentationml/2006/main">
  <p:tag name="KSO_WM_UNIT_INDEX" val="3"/>
  <p:tag name="KSO_WM_UNIT_TYPE" val="k"/>
  <p:tag name="KSO_WM_BEAUTIFY_FLAG" val="#wm#"/>
</p:tagLst>
</file>

<file path=ppt/tags/tag405.xml><?xml version="1.0" encoding="utf-8"?>
<p:tagLst xmlns:p="http://schemas.openxmlformats.org/presentationml/2006/main">
  <p:tag name="KSO_WM_UNIT_INDEX" val="1"/>
  <p:tag name="KSO_WM_UNIT_TYPE" val="a"/>
  <p:tag name="KSO_WM_BEAUTIFY_FLAG" val="#wm#"/>
</p:tagLst>
</file>

<file path=ppt/tags/tag40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0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08.xml><?xml version="1.0" encoding="utf-8"?>
<p:tagLst xmlns:p="http://schemas.openxmlformats.org/presentationml/2006/main">
  <p:tag name="KSO_WM_UNIT_INDEX" val="3"/>
  <p:tag name="KSO_WM_UNIT_TYPE" val="k"/>
  <p:tag name="KSO_WM_BEAUTIFY_FLAG" val="#wm#"/>
</p:tagLst>
</file>

<file path=ppt/tags/tag409.xml><?xml version="1.0" encoding="utf-8"?>
<p:tagLst xmlns:p="http://schemas.openxmlformats.org/presentationml/2006/main">
  <p:tag name="KSO_WM_UNIT_INDEX" val="1"/>
  <p:tag name="KSO_WM_UNIT_TYPE" val="a"/>
  <p:tag name="KSO_WM_BEAUTIFY_FLAG" val="#wm#"/>
</p:tagLst>
</file>

<file path=ppt/tags/tag41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11.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12.xml><?xml version="1.0" encoding="utf-8"?>
<p:tagLst xmlns:p="http://schemas.openxmlformats.org/presentationml/2006/main">
  <p:tag name="KSO_WM_UNIT_INDEX" val="3"/>
  <p:tag name="KSO_WM_UNIT_TYPE" val="d"/>
  <p:tag name="KSO_WM_BEAUTIFY_FLAG" val="#wm#"/>
</p:tagLst>
</file>

<file path=ppt/tags/tag413.xml><?xml version="1.0" encoding="utf-8"?>
<p:tagLst xmlns:p="http://schemas.openxmlformats.org/presentationml/2006/main">
  <p:tag name="KSO_WM_UNIT_INDEX" val="1"/>
  <p:tag name="KSO_WM_UNIT_TYPE" val="a"/>
  <p:tag name="KSO_WM_BEAUTIFY_FLAG" val="#wm#"/>
</p:tagLst>
</file>

<file path=ppt/tags/tag414.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15.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16.xml><?xml version="1.0" encoding="utf-8"?>
<p:tagLst xmlns:p="http://schemas.openxmlformats.org/presentationml/2006/main">
  <p:tag name="KSO_WM_UNIT_INDEX" val="3"/>
  <p:tag name="KSO_WM_UNIT_TYPE" val="k"/>
  <p:tag name="KSO_WM_BEAUTIFY_FLAG" val="#wm#"/>
</p:tagLst>
</file>

<file path=ppt/tags/tag417.xml><?xml version="1.0" encoding="utf-8"?>
<p:tagLst xmlns:p="http://schemas.openxmlformats.org/presentationml/2006/main">
  <p:tag name="KSO_WM_UNIT_INDEX" val="1"/>
  <p:tag name="KSO_WM_UNIT_TYPE" val="a"/>
  <p:tag name="KSO_WM_BEAUTIFY_FLAG" val="#wm#"/>
</p:tagLst>
</file>

<file path=ppt/tags/tag418.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1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20.xml><?xml version="1.0" encoding="utf-8"?>
<p:tagLst xmlns:p="http://schemas.openxmlformats.org/presentationml/2006/main">
  <p:tag name="KSO_WM_UNIT_INDEX" val="3"/>
  <p:tag name="KSO_WM_UNIT_TYPE" val="d"/>
  <p:tag name="KSO_WM_BEAUTIFY_FLAG" val="#wm#"/>
</p:tagLst>
</file>

<file path=ppt/tags/tag421.xml><?xml version="1.0" encoding="utf-8"?>
<p:tagLst xmlns:p="http://schemas.openxmlformats.org/presentationml/2006/main">
  <p:tag name="KSO_WM_UNIT_INDEX" val="1"/>
  <p:tag name="KSO_WM_UNIT_TYPE" val="a"/>
  <p:tag name="KSO_WM_BEAUTIFY_FLAG" val="#wm#"/>
</p:tagLst>
</file>

<file path=ppt/tags/tag422.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2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24.xml><?xml version="1.0" encoding="utf-8"?>
<p:tagLst xmlns:p="http://schemas.openxmlformats.org/presentationml/2006/main">
  <p:tag name="KSO_WM_UNIT_INDEX" val="3"/>
  <p:tag name="KSO_WM_UNIT_TYPE" val="d"/>
  <p:tag name="KSO_WM_BEAUTIFY_FLAG" val="#wm#"/>
</p:tagLst>
</file>

<file path=ppt/tags/tag425.xml><?xml version="1.0" encoding="utf-8"?>
<p:tagLst xmlns:p="http://schemas.openxmlformats.org/presentationml/2006/main">
  <p:tag name="KSO_WM_UNIT_INDEX" val="1"/>
  <p:tag name="KSO_WM_UNIT_TYPE" val="a"/>
  <p:tag name="KSO_WM_BEAUTIFY_FLAG" val="#wm#"/>
</p:tagLst>
</file>

<file path=ppt/tags/tag426.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2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28.xml><?xml version="1.0" encoding="utf-8"?>
<p:tagLst xmlns:p="http://schemas.openxmlformats.org/presentationml/2006/main">
  <p:tag name="KSO_WM_UNIT_INDEX" val="3"/>
  <p:tag name="KSO_WM_UNIT_TYPE" val="k"/>
  <p:tag name="KSO_WM_BEAUTIFY_FLAG" val="#wm#"/>
</p:tagLst>
</file>

<file path=ppt/tags/tag429.xml><?xml version="1.0" encoding="utf-8"?>
<p:tagLst xmlns:p="http://schemas.openxmlformats.org/presentationml/2006/main">
  <p:tag name="KSO_WM_UNIT_INDEX" val="1"/>
  <p:tag name="KSO_WM_UNIT_TYPE" val="a"/>
  <p:tag name="KSO_WM_BEAUTIFY_FLAG" val="#wm#"/>
</p:tagLst>
</file>

<file path=ppt/tags/tag430.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31.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32.xml><?xml version="1.0" encoding="utf-8"?>
<p:tagLst xmlns:p="http://schemas.openxmlformats.org/presentationml/2006/main">
  <p:tag name="KSO_WM_UNIT_INDEX" val="3"/>
  <p:tag name="KSO_WM_UNIT_TYPE" val="k"/>
  <p:tag name="KSO_WM_BEAUTIFY_FLAG" val="#wm#"/>
</p:tagLst>
</file>

<file path=ppt/tags/tag433.xml><?xml version="1.0" encoding="utf-8"?>
<p:tagLst xmlns:p="http://schemas.openxmlformats.org/presentationml/2006/main">
  <p:tag name="KSO_WM_UNIT_INDEX" val="4"/>
  <p:tag name="KSO_WM_UNIT_TEXT_SUBTYPE" val="a"/>
  <p:tag name="KSO_WM_UNIT_SUBTYPE" val="a"/>
  <p:tag name="KSO_WM_UNIT_TYPE" val="f"/>
  <p:tag name="KSO_WM_BEAUTIFY_FLAG" val="#wm#"/>
</p:tagLst>
</file>

<file path=ppt/tags/tag434.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435.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436.xml><?xml version="1.0" encoding="utf-8"?>
<p:tagLst xmlns:p="http://schemas.openxmlformats.org/presentationml/2006/main">
  <p:tag name="KSO_WM_UNIT_INDEX" val="7"/>
  <p:tag name="KSO_WM_UNIT_TEXT_SUBTYPE" val="a"/>
  <p:tag name="KSO_WM_UNIT_SUBTYPE" val="a"/>
  <p:tag name="KSO_WM_UNIT_TYPE" val="f"/>
  <p:tag name="KSO_WM_BEAUTIFY_FLAG" val="#wm#"/>
</p:tagLst>
</file>

<file path=ppt/tags/tag437.xml><?xml version="1.0" encoding="utf-8"?>
<p:tagLst xmlns:p="http://schemas.openxmlformats.org/presentationml/2006/main">
  <p:tag name="KSO_WM_UNIT_INDEX" val="8"/>
  <p:tag name="KSO_WM_UNIT_TYPE" val="d"/>
  <p:tag name="KSO_WM_BEAUTIFY_FLAG" val="#wm#"/>
</p:tagLst>
</file>

<file path=ppt/tags/tag438.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439.xml><?xml version="1.0" encoding="utf-8"?>
<p:tagLst xmlns:p="http://schemas.openxmlformats.org/presentationml/2006/main">
  <p:tag name="KSO_WM_UNIT_INDEX" val="10"/>
  <p:tag name="KSO_WM_UNIT_TYPE" val="d"/>
  <p:tag name="KSO_WM_BEAUTIFY_FLAG" val="#wm#"/>
</p:tagLst>
</file>

<file path=ppt/tags/tag440.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441.xml><?xml version="1.0" encoding="utf-8"?>
<p:tagLst xmlns:p="http://schemas.openxmlformats.org/presentationml/2006/main">
  <p:tag name="KSO_WM_UNIT_INDEX" val="12"/>
  <p:tag name="KSO_WM_UNIT_TYPE" val="d"/>
  <p:tag name="KSO_WM_BEAUTIFY_FLAG" val="#wm#"/>
</p:tagLst>
</file>

<file path=ppt/tags/tag442.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443.xml><?xml version="1.0" encoding="utf-8"?>
<p:tagLst xmlns:p="http://schemas.openxmlformats.org/presentationml/2006/main">
  <p:tag name="KSO_WM_UNIT_INDEX" val="14"/>
  <p:tag name="KSO_WM_UNIT_TYPE" val="d"/>
  <p:tag name="KSO_WM_BEAUTIFY_FLAG" val="#wm#"/>
</p:tagLst>
</file>

<file path=ppt/tags/tag444.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445.xml><?xml version="1.0" encoding="utf-8"?>
<p:tagLst xmlns:p="http://schemas.openxmlformats.org/presentationml/2006/main">
  <p:tag name="KSO_WM_UNIT_INDEX" val="16"/>
  <p:tag name="KSO_WM_UNIT_TYPE" val="d"/>
  <p:tag name="KSO_WM_BEAUTIFY_FLAG" val="#wm#"/>
</p:tagLst>
</file>

<file path=ppt/tags/tag446.xml><?xml version="1.0" encoding="utf-8"?>
<p:tagLst xmlns:p="http://schemas.openxmlformats.org/presentationml/2006/main">
  <p:tag name="KSO_WM_UNIT_INDEX" val="17"/>
  <p:tag name="KSO_WM_UNIT_TYPE" val="d"/>
  <p:tag name="KSO_WM_BEAUTIFY_FLAG" val="#wm#"/>
</p:tagLst>
</file>

<file path=ppt/tags/tag447.xml><?xml version="1.0" encoding="utf-8"?>
<p:tagLst xmlns:p="http://schemas.openxmlformats.org/presentationml/2006/main">
  <p:tag name="KSO_WM_UNIT_INDEX" val="18"/>
  <p:tag name="KSO_WM_UNIT_TYPE" val="d"/>
  <p:tag name="KSO_WM_BEAUTIFY_FLAG" val="#wm#"/>
</p:tagLst>
</file>

<file path=ppt/tags/tag448.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449.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450.xml><?xml version="1.0" encoding="utf-8"?>
<p:tagLst xmlns:p="http://schemas.openxmlformats.org/presentationml/2006/main">
  <p:tag name="KSO_WM_UNIT_INDEX" val="20"/>
  <p:tag name="KSO_WM_UNIT_TYPE" val="d"/>
  <p:tag name="KSO_WM_BEAUTIFY_FLAG" val="#wm#"/>
</p:tagLst>
</file>

<file path=ppt/tags/tag451.xml><?xml version="1.0" encoding="utf-8"?>
<p:tagLst xmlns:p="http://schemas.openxmlformats.org/presentationml/2006/main">
  <p:tag name="KSO_WM_UNIT_INDEX" val="21"/>
  <p:tag name="KSO_WM_UNIT_TEXT_SUBTYPE" val="a"/>
  <p:tag name="KSO_WM_UNIT_SUBTYPE" val="a"/>
  <p:tag name="KSO_WM_UNIT_TYPE" val="f"/>
  <p:tag name="KSO_WM_BEAUTIFY_FLAG" val="#wm#"/>
</p:tagLst>
</file>

<file path=ppt/tags/tag452.xml><?xml version="1.0" encoding="utf-8"?>
<p:tagLst xmlns:p="http://schemas.openxmlformats.org/presentationml/2006/main">
  <p:tag name="KSO_WM_UNIT_INDEX" val="22"/>
  <p:tag name="KSO_WM_UNIT_TYPE" val="d"/>
  <p:tag name="KSO_WM_BEAUTIFY_FLAG" val="#wm#"/>
</p:tagLst>
</file>

<file path=ppt/tags/tag453.xml><?xml version="1.0" encoding="utf-8"?>
<p:tagLst xmlns:p="http://schemas.openxmlformats.org/presentationml/2006/main">
  <p:tag name="KSO_WM_UNIT_INDEX" val="23"/>
  <p:tag name="KSO_WM_UNIT_TYPE" val="d"/>
  <p:tag name="KSO_WM_BEAUTIFY_FLAG" val="#wm#"/>
</p:tagLst>
</file>

<file path=ppt/tags/tag454.xml><?xml version="1.0" encoding="utf-8"?>
<p:tagLst xmlns:p="http://schemas.openxmlformats.org/presentationml/2006/main">
  <p:tag name="KSO_WM_UNIT_INDEX" val="24"/>
  <p:tag name="KSO_WM_UNIT_TYPE" val="d"/>
  <p:tag name="KSO_WM_BEAUTIFY_FLAG" val="#wm#"/>
</p:tagLst>
</file>

<file path=ppt/tags/tag455.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456.xml><?xml version="1.0" encoding="utf-8"?>
<p:tagLst xmlns:p="http://schemas.openxmlformats.org/presentationml/2006/main">
  <p:tag name="KSO_WM_UNIT_INDEX" val="25"/>
  <p:tag name="KSO_WM_UNIT_TEXT_SUBTYPE" val="a"/>
  <p:tag name="KSO_WM_UNIT_SUBTYPE" val="a"/>
  <p:tag name="KSO_WM_UNIT_TYPE" val="f"/>
  <p:tag name="KSO_WM_BEAUTIFY_FLAG" val="#wm#"/>
</p:tagLst>
</file>

<file path=ppt/tags/tag457.xml><?xml version="1.0" encoding="utf-8"?>
<p:tagLst xmlns:p="http://schemas.openxmlformats.org/presentationml/2006/main">
  <p:tag name="KSO_WM_UNIT_INDEX" val="26"/>
  <p:tag name="KSO_WM_UNIT_TYPE" val="d"/>
  <p:tag name="KSO_WM_BEAUTIFY_FLAG" val="#wm#"/>
</p:tagLst>
</file>

<file path=ppt/tags/tag458.xml><?xml version="1.0" encoding="utf-8"?>
<p:tagLst xmlns:p="http://schemas.openxmlformats.org/presentationml/2006/main">
  <p:tag name="KSO_WM_UNIT_INDEX" val="1"/>
  <p:tag name="KSO_WM_UNIT_TYPE" val="a"/>
  <p:tag name="KSO_WM_BEAUTIFY_FLAG" val="#wm#"/>
</p:tagLst>
</file>

<file path=ppt/tags/tag459.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6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61.xml><?xml version="1.0" encoding="utf-8"?>
<p:tagLst xmlns:p="http://schemas.openxmlformats.org/presentationml/2006/main">
  <p:tag name="KSO_WM_UNIT_INDEX" val="4"/>
  <p:tag name="KSO_WM_UNIT_TYPE" val="k"/>
  <p:tag name="KSO_WM_BEAUTIFY_FLAG" val="#wm#"/>
</p:tagLst>
</file>

<file path=ppt/tags/tag462.xml><?xml version="1.0" encoding="utf-8"?>
<p:tagLst xmlns:p="http://schemas.openxmlformats.org/presentationml/2006/main">
  <p:tag name="KSO_WM_UNIT_INDEX" val="5"/>
  <p:tag name="KSO_WM_UNIT_TYPE" val="k"/>
  <p:tag name="KSO_WM_BEAUTIFY_FLAG" val="#wm#"/>
</p:tagLst>
</file>

<file path=ppt/tags/tag463.xml><?xml version="1.0" encoding="utf-8"?>
<p:tagLst xmlns:p="http://schemas.openxmlformats.org/presentationml/2006/main">
  <p:tag name="KSO_WM_UNIT_INDEX" val="6"/>
  <p:tag name="KSO_WM_UNIT_TYPE" val="d"/>
  <p:tag name="KSO_WM_BEAUTIFY_FLAG" val="#wm#"/>
</p:tagLst>
</file>

<file path=ppt/tags/tag464.xml><?xml version="1.0" encoding="utf-8"?>
<p:tagLst xmlns:p="http://schemas.openxmlformats.org/presentationml/2006/main">
  <p:tag name="KSO_WM_UNIT_INDEX" val="7"/>
  <p:tag name="KSO_WM_UNIT_TYPE" val="d"/>
  <p:tag name="KSO_WM_BEAUTIFY_FLAG" val="#wm#"/>
</p:tagLst>
</file>

<file path=ppt/tags/tag465.xml><?xml version="1.0" encoding="utf-8"?>
<p:tagLst xmlns:p="http://schemas.openxmlformats.org/presentationml/2006/main">
  <p:tag name="KSO_WM_UNIT_INDEX" val="8"/>
  <p:tag name="KSO_WM_UNIT_TYPE" val="d"/>
  <p:tag name="KSO_WM_BEAUTIFY_FLAG" val="#wm#"/>
</p:tagLst>
</file>

<file path=ppt/tags/tag466.xml><?xml version="1.0" encoding="utf-8"?>
<p:tagLst xmlns:p="http://schemas.openxmlformats.org/presentationml/2006/main">
  <p:tag name="KSO_WM_UNIT_INDEX" val="9"/>
  <p:tag name="KSO_WM_UNIT_TYPE" val="d"/>
  <p:tag name="KSO_WM_BEAUTIFY_FLAG" val="#wm#"/>
</p:tagLst>
</file>

<file path=ppt/tags/tag467.xml><?xml version="1.0" encoding="utf-8"?>
<p:tagLst xmlns:p="http://schemas.openxmlformats.org/presentationml/2006/main">
  <p:tag name="KSO_WM_UNIT_INDEX" val="10"/>
  <p:tag name="KSO_WM_UNIT_TEXT_SUBTYPE" val="a"/>
  <p:tag name="KSO_WM_UNIT_SUBTYPE" val="a"/>
  <p:tag name="KSO_WM_UNIT_TYPE" val="f"/>
  <p:tag name="KSO_WM_BEAUTIFY_FLAG" val="#wm#"/>
</p:tagLst>
</file>

<file path=ppt/tags/tag468.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469.xml><?xml version="1.0" encoding="utf-8"?>
<p:tagLst xmlns:p="http://schemas.openxmlformats.org/presentationml/2006/main">
  <p:tag name="KSO_WM_UNIT_INDEX" val="12"/>
  <p:tag name="KSO_WM_UNIT_TEXT_SUBTYPE" val="a"/>
  <p:tag name="KSO_WM_UNIT_SUBTYPE" val="a"/>
  <p:tag name="KSO_WM_UNIT_TYPE" val="f"/>
  <p:tag name="KSO_WM_BEAUTIFY_FLAG" val="#wm#"/>
</p:tagLst>
</file>

<file path=ppt/tags/tag470.xml><?xml version="1.0" encoding="utf-8"?>
<p:tagLst xmlns:p="http://schemas.openxmlformats.org/presentationml/2006/main">
  <p:tag name="KSO_WM_UNIT_INDEX" val="13"/>
  <p:tag name="KSO_WM_UNIT_TEXT_SUBTYPE" val="a"/>
  <p:tag name="KSO_WM_UNIT_SUBTYPE" val="a"/>
  <p:tag name="KSO_WM_UNIT_TYPE" val="f"/>
  <p:tag name="KSO_WM_BEAUTIFY_FLAG" val="#wm#"/>
</p:tagLst>
</file>

<file path=ppt/tags/tag471.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472.xml><?xml version="1.0" encoding="utf-8"?>
<p:tagLst xmlns:p="http://schemas.openxmlformats.org/presentationml/2006/main">
  <p:tag name="KSO_WM_UNIT_INDEX" val="15"/>
  <p:tag name="KSO_WM_UNIT_TYPE" val="d"/>
  <p:tag name="KSO_WM_BEAUTIFY_FLAG" val="#wm#"/>
</p:tagLst>
</file>

<file path=ppt/tags/tag473.xml><?xml version="1.0" encoding="utf-8"?>
<p:tagLst xmlns:p="http://schemas.openxmlformats.org/presentationml/2006/main">
  <p:tag name="KSO_WM_UNIT_INDEX" val="16"/>
  <p:tag name="KSO_WM_UNIT_TYPE" val="d"/>
  <p:tag name="KSO_WM_BEAUTIFY_FLAG" val="#wm#"/>
</p:tagLst>
</file>

<file path=ppt/tags/tag474.xml><?xml version="1.0" encoding="utf-8"?>
<p:tagLst xmlns:p="http://schemas.openxmlformats.org/presentationml/2006/main">
  <p:tag name="KSO_WM_UNIT_INDEX" val="17"/>
  <p:tag name="KSO_WM_UNIT_TEXT_SUBTYPE" val="a"/>
  <p:tag name="KSO_WM_UNIT_SUBTYPE" val="a"/>
  <p:tag name="KSO_WM_UNIT_TYPE" val="f"/>
  <p:tag name="KSO_WM_BEAUTIFY_FLAG" val="#wm#"/>
</p:tagLst>
</file>

<file path=ppt/tags/tag475.xml><?xml version="1.0" encoding="utf-8"?>
<p:tagLst xmlns:p="http://schemas.openxmlformats.org/presentationml/2006/main">
  <p:tag name="KSO_WM_UNIT_INDEX" val="18"/>
  <p:tag name="KSO_WM_UNIT_TYPE" val="d"/>
  <p:tag name="KSO_WM_BEAUTIFY_FLAG" val="#wm#"/>
</p:tagLst>
</file>

<file path=ppt/tags/tag476.xml><?xml version="1.0" encoding="utf-8"?>
<p:tagLst xmlns:p="http://schemas.openxmlformats.org/presentationml/2006/main">
  <p:tag name="KSO_WM_UNIT_INDEX" val="19"/>
  <p:tag name="KSO_WM_UNIT_TEXT_SUBTYPE" val="a"/>
  <p:tag name="KSO_WM_UNIT_SUBTYPE" val="a"/>
  <p:tag name="KSO_WM_UNIT_TYPE" val="f"/>
  <p:tag name="KSO_WM_BEAUTIFY_FLAG" val="#wm#"/>
</p:tagLst>
</file>

<file path=ppt/tags/tag477.xml><?xml version="1.0" encoding="utf-8"?>
<p:tagLst xmlns:p="http://schemas.openxmlformats.org/presentationml/2006/main">
  <p:tag name="KSO_WM_UNIT_INDEX" val="20"/>
  <p:tag name="KSO_WM_UNIT_TEXT_SUBTYPE" val="a"/>
  <p:tag name="KSO_WM_UNIT_SUBTYPE" val="a"/>
  <p:tag name="KSO_WM_UNIT_TYPE" val="f"/>
  <p:tag name="KSO_WM_BEAUTIFY_FLAG" val="#wm#"/>
</p:tagLst>
</file>

<file path=ppt/tags/tag478.xml><?xml version="1.0" encoding="utf-8"?>
<p:tagLst xmlns:p="http://schemas.openxmlformats.org/presentationml/2006/main">
  <p:tag name="KSO_WM_UNIT_INDEX" val="21"/>
  <p:tag name="KSO_WM_UNIT_TYPE" val="d"/>
  <p:tag name="KSO_WM_BEAUTIFY_FLAG" val="#wm#"/>
</p:tagLst>
</file>

<file path=ppt/tags/tag479.xml><?xml version="1.0" encoding="utf-8"?>
<p:tagLst xmlns:p="http://schemas.openxmlformats.org/presentationml/2006/main">
  <p:tag name="KSO_WM_UNIT_INDEX" val="22"/>
  <p:tag name="KSO_WM_UNIT_TEXT_SUBTYPE" val="a"/>
  <p:tag name="KSO_WM_UNIT_SUBTYPE" val="a"/>
  <p:tag name="KSO_WM_UNIT_TYPE" val="f"/>
  <p:tag name="KSO_WM_BEAUTIFY_FLAG" val="#wm#"/>
</p:tagLst>
</file>

<file path=ppt/tags/tag480.xml><?xml version="1.0" encoding="utf-8"?>
<p:tagLst xmlns:p="http://schemas.openxmlformats.org/presentationml/2006/main">
  <p:tag name="KSO_WM_UNIT_INDEX" val="23"/>
  <p:tag name="KSO_WM_UNIT_TEXT_SUBTYPE" val="a"/>
  <p:tag name="KSO_WM_UNIT_SUBTYPE" val="a"/>
  <p:tag name="KSO_WM_UNIT_TYPE" val="f"/>
  <p:tag name="KSO_WM_BEAUTIFY_FLAG" val="#wm#"/>
</p:tagLst>
</file>

<file path=ppt/tags/tag481.xml><?xml version="1.0" encoding="utf-8"?>
<p:tagLst xmlns:p="http://schemas.openxmlformats.org/presentationml/2006/main">
  <p:tag name="KSO_WM_UNIT_INDEX" val="24"/>
  <p:tag name="KSO_WM_UNIT_TEXT_SUBTYPE" val="a"/>
  <p:tag name="KSO_WM_UNIT_SUBTYPE" val="a"/>
  <p:tag name="KSO_WM_UNIT_TYPE" val="f"/>
  <p:tag name="KSO_WM_BEAUTIFY_FLAG" val="#wm#"/>
</p:tagLst>
</file>

<file path=ppt/tags/tag482.xml><?xml version="1.0" encoding="utf-8"?>
<p:tagLst xmlns:p="http://schemas.openxmlformats.org/presentationml/2006/main">
  <p:tag name="KSO_WM_UNIT_INDEX" val="1"/>
  <p:tag name="KSO_WM_UNIT_TYPE" val="a"/>
  <p:tag name="KSO_WM_BEAUTIFY_FLAG" val="#wm#"/>
</p:tagLst>
</file>

<file path=ppt/tags/tag483.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84.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85.xml><?xml version="1.0" encoding="utf-8"?>
<p:tagLst xmlns:p="http://schemas.openxmlformats.org/presentationml/2006/main">
  <p:tag name="KSO_WM_UNIT_INDEX" val="3"/>
  <p:tag name="KSO_WM_UNIT_TYPE" val="k"/>
  <p:tag name="KSO_WM_BEAUTIFY_FLAG" val="#wm#"/>
</p:tagLst>
</file>

<file path=ppt/tags/tag486.xml><?xml version="1.0" encoding="utf-8"?>
<p:tagLst xmlns:p="http://schemas.openxmlformats.org/presentationml/2006/main">
  <p:tag name="KSO_WM_UNIT_INDEX" val="1"/>
  <p:tag name="KSO_WM_UNIT_TYPE" val="a"/>
  <p:tag name="KSO_WM_BEAUTIFY_FLAG" val="#wm#"/>
</p:tagLst>
</file>

<file path=ppt/tags/tag487.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88.xml><?xml version="1.0" encoding="utf-8"?>
<p:tagLst xmlns:p="http://schemas.openxmlformats.org/presentationml/2006/main">
  <p:tag name="KSO_WM_UNIT_INDEX" val="2"/>
  <p:tag name="KSO_WM_UNIT_TYPE" val="d"/>
  <p:tag name="KSO_WM_BEAUTIFY_FLAG" val="#wm#"/>
</p:tagLst>
</file>

<file path=ppt/tags/tag489.xml><?xml version="1.0" encoding="utf-8"?>
<p:tagLst xmlns:p="http://schemas.openxmlformats.org/presentationml/2006/main">
  <p:tag name="KSO_WM_UNIT_INDEX" val="3"/>
  <p:tag name="KSO_WM_UNIT_TYPE" val="d"/>
  <p:tag name="KSO_WM_BEAUTIFY_FLAG" val="#wm#"/>
</p:tagLst>
</file>

<file path=ppt/tags/tag490.xml><?xml version="1.0" encoding="utf-8"?>
<p:tagLst xmlns:p="http://schemas.openxmlformats.org/presentationml/2006/main">
  <p:tag name="KSO_WM_UNIT_INDEX" val="4"/>
  <p:tag name="KSO_WM_UNIT_TYPE" val="k"/>
  <p:tag name="KSO_WM_BEAUTIFY_FLAG" val="#wm#"/>
</p:tagLst>
</file>

<file path=ppt/tags/tag491.xml><?xml version="1.0" encoding="utf-8"?>
<p:tagLst xmlns:p="http://schemas.openxmlformats.org/presentationml/2006/main">
  <p:tag name="KSO_WM_UNIT_INDEX" val="5"/>
  <p:tag name="KSO_WM_UNIT_TEXT_SUBTYPE" val="a"/>
  <p:tag name="KSO_WM_UNIT_SUBTYPE" val="a"/>
  <p:tag name="KSO_WM_UNIT_TYPE" val="f"/>
  <p:tag name="KSO_WM_BEAUTIFY_FLAG" val="#wm#"/>
</p:tagLst>
</file>

<file path=ppt/tags/tag492.xml><?xml version="1.0" encoding="utf-8"?>
<p:tagLst xmlns:p="http://schemas.openxmlformats.org/presentationml/2006/main">
  <p:tag name="KSO_WM_UNIT_INDEX" val="6"/>
  <p:tag name="KSO_WM_UNIT_TEXT_SUBTYPE" val="a"/>
  <p:tag name="KSO_WM_UNIT_SUBTYPE" val="a"/>
  <p:tag name="KSO_WM_UNIT_TYPE" val="f"/>
  <p:tag name="KSO_WM_BEAUTIFY_FLAG" val="#wm#"/>
</p:tagLst>
</file>

<file path=ppt/tags/tag493.xml><?xml version="1.0" encoding="utf-8"?>
<p:tagLst xmlns:p="http://schemas.openxmlformats.org/presentationml/2006/main">
  <p:tag name="KSO_WM_UNIT_INDEX" val="1"/>
  <p:tag name="KSO_WM_UNIT_TYPE" val="a"/>
  <p:tag name="KSO_WM_BEAUTIFY_FLAG" val="#wm#"/>
</p:tagLst>
</file>

<file path=ppt/tags/tag494.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495.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496.xml><?xml version="1.0" encoding="utf-8"?>
<p:tagLst xmlns:p="http://schemas.openxmlformats.org/presentationml/2006/main">
  <p:tag name="KSO_WM_UNIT_INDEX" val="3"/>
  <p:tag name="KSO_WM_UNIT_TYPE" val="k"/>
  <p:tag name="KSO_WM_BEAUTIFY_FLAG" val="#wm#"/>
</p:tagLst>
</file>

<file path=ppt/tags/tag497.xml><?xml version="1.0" encoding="utf-8"?>
<p:tagLst xmlns:p="http://schemas.openxmlformats.org/presentationml/2006/main">
  <p:tag name="KSO_WM_UNIT_INDEX" val="4"/>
  <p:tag name="KSO_WM_UNIT_TYPE" val="d"/>
  <p:tag name="KSO_WM_BEAUTIFY_FLAG" val="#wm#"/>
</p:tagLst>
</file>

<file path=ppt/tags/tag498.xml><?xml version="1.0" encoding="utf-8"?>
<p:tagLst xmlns:p="http://schemas.openxmlformats.org/presentationml/2006/main">
  <p:tag name="KSO_WM_UNIT_INDEX" val="5"/>
  <p:tag name="KSO_WM_UNIT_TYPE" val="i"/>
  <p:tag name="KSO_WM_BEAUTIFY_FLAG" val="#wm#"/>
</p:tagLst>
</file>

<file path=ppt/tags/tag499.xml><?xml version="1.0" encoding="utf-8"?>
<p:tagLst xmlns:p="http://schemas.openxmlformats.org/presentationml/2006/main">
  <p:tag name="KSO_WM_UNIT_INDEX" val="6"/>
  <p:tag name="KSO_WM_UNIT_TYPE" val="d"/>
  <p:tag name="KSO_WM_BEAUTIFY_FLAG" val="#wm#"/>
</p:tagLst>
</file>

<file path=ppt/tags/tag500.xml><?xml version="1.0" encoding="utf-8"?>
<p:tagLst xmlns:p="http://schemas.openxmlformats.org/presentationml/2006/main">
  <p:tag name="KSO_WM_UNIT_INDEX" val="7"/>
  <p:tag name="KSO_WM_UNIT_TYPE" val="i"/>
  <p:tag name="KSO_WM_BEAUTIFY_FLAG" val="#wm#"/>
</p:tagLst>
</file>

<file path=ppt/tags/tag501.xml><?xml version="1.0" encoding="utf-8"?>
<p:tagLst xmlns:p="http://schemas.openxmlformats.org/presentationml/2006/main">
  <p:tag name="KSO_WM_UNIT_INDEX" val="8"/>
  <p:tag name="KSO_WM_UNIT_TYPE" val="d"/>
  <p:tag name="KSO_WM_BEAUTIFY_FLAG" val="#wm#"/>
</p:tagLst>
</file>

<file path=ppt/tags/tag502.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503.xml><?xml version="1.0" encoding="utf-8"?>
<p:tagLst xmlns:p="http://schemas.openxmlformats.org/presentationml/2006/main">
  <p:tag name="KSO_WM_UNIT_INDEX" val="1"/>
  <p:tag name="KSO_WM_UNIT_TYPE" val="a"/>
  <p:tag name="KSO_WM_BEAUTIFY_FLAG" val="#wm#"/>
</p:tagLst>
</file>

<file path=ppt/tags/tag504.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505.xml><?xml version="1.0" encoding="utf-8"?>
<p:tagLst xmlns:p="http://schemas.openxmlformats.org/presentationml/2006/main">
  <p:tag name="KSO_WM_UNIT_INDEX" val="3"/>
  <p:tag name="KSO_WM_UNIT_TYPE" val="k"/>
  <p:tag name="KSO_WM_BEAUTIFY_FLAG" val="#wm#"/>
</p:tagLst>
</file>

<file path=ppt/tags/tag506.xml><?xml version="1.0" encoding="utf-8"?>
<p:tagLst xmlns:p="http://schemas.openxmlformats.org/presentationml/2006/main">
  <p:tag name="KSO_WM_UNIT_INDEX" val="4"/>
  <p:tag name="KSO_WM_UNIT_TYPE" val="d"/>
  <p:tag name="KSO_WM_BEAUTIFY_FLAG" val="#wm#"/>
</p:tagLst>
</file>

<file path=ppt/tags/tag507.xml><?xml version="1.0" encoding="utf-8"?>
<p:tagLst xmlns:p="http://schemas.openxmlformats.org/presentationml/2006/main">
  <p:tag name="KSO_WM_UNIT_INDEX" val="5"/>
  <p:tag name="KSO_WM_UNIT_TYPE" val="d"/>
  <p:tag name="KSO_WM_BEAUTIFY_FLAG" val="#wm#"/>
</p:tagLst>
</file>

<file path=ppt/tags/tag508.xml><?xml version="1.0" encoding="utf-8"?>
<p:tagLst xmlns:p="http://schemas.openxmlformats.org/presentationml/2006/main">
  <p:tag name="KSO_WM_UNIT_INDEX" val="6"/>
  <p:tag name="KSO_WM_UNIT_TYPE" val="i"/>
  <p:tag name="KSO_WM_BEAUTIFY_FLAG" val="#wm#"/>
</p:tagLst>
</file>

<file path=ppt/tags/tag509.xml><?xml version="1.0" encoding="utf-8"?>
<p:tagLst xmlns:p="http://schemas.openxmlformats.org/presentationml/2006/main">
  <p:tag name="KSO_WM_UNIT_INDEX" val="7"/>
  <p:tag name="KSO_WM_UNIT_TYPE" val="i"/>
  <p:tag name="KSO_WM_BEAUTIFY_FLAG" val="#wm#"/>
</p:tagLst>
</file>

<file path=ppt/tags/tag510.xml><?xml version="1.0" encoding="utf-8"?>
<p:tagLst xmlns:p="http://schemas.openxmlformats.org/presentationml/2006/main">
  <p:tag name="KSO_WM_UNIT_INDEX" val="8"/>
  <p:tag name="KSO_WM_UNIT_TEXT_SUBTYPE" val="a"/>
  <p:tag name="KSO_WM_UNIT_SUBTYPE" val="a"/>
  <p:tag name="KSO_WM_UNIT_TYPE" val="f"/>
  <p:tag name="KSO_WM_BEAUTIFY_FLAG" val="#wm#"/>
</p:tagLst>
</file>

<file path=ppt/tags/tag511.xml><?xml version="1.0" encoding="utf-8"?>
<p:tagLst xmlns:p="http://schemas.openxmlformats.org/presentationml/2006/main">
  <p:tag name="KSO_WM_UNIT_INDEX" val="9"/>
  <p:tag name="KSO_WM_UNIT_TEXT_SUBTYPE" val="a"/>
  <p:tag name="KSO_WM_UNIT_SUBTYPE" val="a"/>
  <p:tag name="KSO_WM_UNIT_TYPE" val="f"/>
  <p:tag name="KSO_WM_BEAUTIFY_FLAG" val="#wm#"/>
</p:tagLst>
</file>

<file path=ppt/tags/tag512.xml><?xml version="1.0" encoding="utf-8"?>
<p:tagLst xmlns:p="http://schemas.openxmlformats.org/presentationml/2006/main">
  <p:tag name="KSO_WM_UNIT_INDEX" val="10"/>
  <p:tag name="KSO_WM_UNIT_TYPE" val="d"/>
  <p:tag name="KSO_WM_BEAUTIFY_FLAG" val="#wm#"/>
</p:tagLst>
</file>

<file path=ppt/tags/tag513.xml><?xml version="1.0" encoding="utf-8"?>
<p:tagLst xmlns:p="http://schemas.openxmlformats.org/presentationml/2006/main">
  <p:tag name="KSO_WM_UNIT_INDEX" val="11"/>
  <p:tag name="KSO_WM_UNIT_TEXT_SUBTYPE" val="a"/>
  <p:tag name="KSO_WM_UNIT_SUBTYPE" val="a"/>
  <p:tag name="KSO_WM_UNIT_TYPE" val="f"/>
  <p:tag name="KSO_WM_BEAUTIFY_FLAG" val="#wm#"/>
</p:tagLst>
</file>

<file path=ppt/tags/tag514.xml><?xml version="1.0" encoding="utf-8"?>
<p:tagLst xmlns:p="http://schemas.openxmlformats.org/presentationml/2006/main">
  <p:tag name="KSO_WM_UNIT_INDEX" val="12"/>
  <p:tag name="KSO_WM_UNIT_TYPE" val="d"/>
  <p:tag name="KSO_WM_BEAUTIFY_FLAG" val="#wm#"/>
</p:tagLst>
</file>

<file path=ppt/tags/tag515.xml><?xml version="1.0" encoding="utf-8"?>
<p:tagLst xmlns:p="http://schemas.openxmlformats.org/presentationml/2006/main">
  <p:tag name="KSO_WM_UNIT_INDEX" val="13"/>
  <p:tag name="KSO_WM_UNIT_TYPE" val="d"/>
  <p:tag name="KSO_WM_BEAUTIFY_FLAG" val="#wm#"/>
</p:tagLst>
</file>

<file path=ppt/tags/tag516.xml><?xml version="1.0" encoding="utf-8"?>
<p:tagLst xmlns:p="http://schemas.openxmlformats.org/presentationml/2006/main">
  <p:tag name="KSO_WM_UNIT_INDEX" val="14"/>
  <p:tag name="KSO_WM_UNIT_TEXT_SUBTYPE" val="a"/>
  <p:tag name="KSO_WM_UNIT_SUBTYPE" val="a"/>
  <p:tag name="KSO_WM_UNIT_TYPE" val="f"/>
  <p:tag name="KSO_WM_BEAUTIFY_FLAG" val="#wm#"/>
</p:tagLst>
</file>

<file path=ppt/tags/tag517.xml><?xml version="1.0" encoding="utf-8"?>
<p:tagLst xmlns:p="http://schemas.openxmlformats.org/presentationml/2006/main">
  <p:tag name="KSO_WM_UNIT_INDEX" val="15"/>
  <p:tag name="KSO_WM_UNIT_TEXT_SUBTYPE" val="a"/>
  <p:tag name="KSO_WM_UNIT_SUBTYPE" val="a"/>
  <p:tag name="KSO_WM_UNIT_TYPE" val="f"/>
  <p:tag name="KSO_WM_BEAUTIFY_FLAG" val="#wm#"/>
</p:tagLst>
</file>

<file path=ppt/tags/tag518.xml><?xml version="1.0" encoding="utf-8"?>
<p:tagLst xmlns:p="http://schemas.openxmlformats.org/presentationml/2006/main">
  <p:tag name="KSO_WM_UNIT_INDEX" val="1"/>
  <p:tag name="KSO_WM_UNIT_TYPE" val="a"/>
  <p:tag name="KSO_WM_BEAUTIFY_FLAG" val="#wm#"/>
</p:tagLst>
</file>

<file path=ppt/tags/tag519.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52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521.xml><?xml version="1.0" encoding="utf-8"?>
<p:tagLst xmlns:p="http://schemas.openxmlformats.org/presentationml/2006/main">
  <p:tag name="KSO_WM_UNIT_INDEX" val="3"/>
  <p:tag name="KSO_WM_UNIT_TYPE" val="k"/>
  <p:tag name="KSO_WM_BEAUTIFY_FLAG" val="#wm#"/>
</p:tagLst>
</file>

<file path=ppt/tags/tag522.xml><?xml version="1.0" encoding="utf-8"?>
<p:tagLst xmlns:p="http://schemas.openxmlformats.org/presentationml/2006/main">
  <p:tag name="KSO_WM_UNIT_INDEX" val="1"/>
  <p:tag name="KSO_WM_UNIT_TYPE" val="a"/>
  <p:tag name="KSO_WM_BEAUTIFY_FLAG" val="#wm#"/>
</p:tagLst>
</file>

<file path=ppt/tags/tag523.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ags/tag524.xml><?xml version="1.0" encoding="utf-8"?>
<p:tagLst xmlns:p="http://schemas.openxmlformats.org/presentationml/2006/main">
  <p:tag name="KSO_WM_UNIT_INDEX" val="2"/>
  <p:tag name="KSO_WM_UNIT_TYPE" val="k"/>
  <p:tag name="KSO_WM_BEAUTIFY_FLAG" val="#wm#"/>
</p:tagLst>
</file>

<file path=ppt/tags/tag525.xml><?xml version="1.0" encoding="utf-8"?>
<p:tagLst xmlns:p="http://schemas.openxmlformats.org/presentationml/2006/main">
  <p:tag name="KSO_WM_UNIT_INDEX" val="3"/>
  <p:tag name="KSO_WM_UNIT_TYPE" val="β"/>
  <p:tag name="KSO_WM_BEAUTIFY_FLAG" val="#wm#"/>
</p:tagLst>
</file>

<file path=ppt/tags/tag526.xml><?xml version="1.0" encoding="utf-8"?>
<p:tagLst xmlns:p="http://schemas.openxmlformats.org/presentationml/2006/main">
  <p:tag name="KSO_WM_UNIT_INDEX" val="1"/>
  <p:tag name="KSO_WM_UNIT_TYPE" val="a"/>
  <p:tag name="KSO_WM_BEAUTIFY_FLAG" val="#wm#"/>
</p:tagLst>
</file>

<file path=ppt/tags/tag527.xml><?xml version="1.0" encoding="utf-8"?>
<p:tagLst xmlns:p="http://schemas.openxmlformats.org/presentationml/2006/main">
  <p:tag name="KSO_WM_SLIDE_TYPE" val="text"/>
  <p:tag name="KSO_WM_BEAUTIFY_FLAG" val="#wm#"/>
  <p:tag name="KSO_WM_TEMPLATE_CATEGORY" val="custom"/>
  <p:tag name="KSO_WM_TEMPLATE_USER_THEME" val="1"/>
  <p:tag name="KSO_WM_SLIDE_INDEX" val="8"/>
  <p:tag name="KSO_WM_SLIDE_ID" val="custom_8"/>
  <p:tag name="KSO_WM_SLIDE_LAYOUT" val="a_f"/>
  <p:tag name="KSO_WM_SLIDE_LAYOUT_CNT" val="1_1"/>
</p:tagLst>
</file>

<file path=ppt/theme/theme1.xml><?xml version="1.0" encoding="utf-8"?>
<a:theme xmlns:a="http://schemas.openxmlformats.org/drawingml/2006/main" name="Green">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Green">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sm" len="sm"/>
          <a:tailEnd type="none" w="sm" len="sm"/>
        </a:ln>
      </a:spPr>
      <a:bodyPr vert="horz" wrap="non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Verdana" panose="020B0604030504040204" pitchFamily="34" charset="0"/>
            <a:ea typeface="宋体" panose="02010600030101010101" pitchFamily="2" charset="-122"/>
          </a:defRPr>
        </a:defPPr>
      </a:lstStyle>
    </a:lnDef>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1746"/>
      </a:dk2>
      <a:lt2>
        <a:srgbClr val="F2F6FF"/>
      </a:lt2>
      <a:accent1>
        <a:srgbClr val="003399"/>
      </a:accent1>
      <a:accent2>
        <a:srgbClr val="0A300B"/>
      </a:accent2>
      <a:accent3>
        <a:srgbClr val="1F4155"/>
      </a:accent3>
      <a:accent4>
        <a:srgbClr val="A2722C"/>
      </a:accent4>
      <a:accent5>
        <a:srgbClr val="799AE1"/>
      </a:accent5>
      <a:accent6>
        <a:srgbClr val="80564E"/>
      </a:accent6>
      <a:hlink>
        <a:srgbClr val="0026E5"/>
      </a:hlink>
      <a:folHlink>
        <a:srgbClr val="7E1FAD"/>
      </a:folHlink>
    </a:clrScheme>
    <a:fontScheme name="Eclipse">
      <a:majorFont>
        <a:latin typeface="Arial"/>
        <a:ea typeface="微软雅黑"/>
        <a:cs typeface=""/>
      </a:majorFont>
      <a:minorFont>
        <a:latin typeface="Verdana"/>
        <a:ea typeface="宋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Designs\Blends.pot</Template>
  <TotalTime>0</TotalTime>
  <Words>6014</Words>
  <Application>WPS 演示</Application>
  <PresentationFormat>全屏显示(4:3)</PresentationFormat>
  <Paragraphs>895</Paragraphs>
  <Slides>62</Slides>
  <Notes>48</Notes>
  <HiddenSlides>0</HiddenSlides>
  <MMClips>0</MMClips>
  <ScaleCrop>false</ScaleCrop>
  <HeadingPairs>
    <vt:vector size="8" baseType="variant">
      <vt:variant>
        <vt:lpstr>已用的字体</vt:lpstr>
      </vt:variant>
      <vt:variant>
        <vt:i4>15</vt:i4>
      </vt:variant>
      <vt:variant>
        <vt:lpstr>主题</vt:lpstr>
      </vt:variant>
      <vt:variant>
        <vt:i4>3</vt:i4>
      </vt:variant>
      <vt:variant>
        <vt:lpstr>嵌入 OLE 服务器</vt:lpstr>
      </vt:variant>
      <vt:variant>
        <vt:i4>22</vt:i4>
      </vt:variant>
      <vt:variant>
        <vt:lpstr>幻灯片标题</vt:lpstr>
      </vt:variant>
      <vt:variant>
        <vt:i4>62</vt:i4>
      </vt:variant>
    </vt:vector>
  </HeadingPairs>
  <TitlesOfParts>
    <vt:vector size="102" baseType="lpstr">
      <vt:lpstr>Arial</vt:lpstr>
      <vt:lpstr>宋体</vt:lpstr>
      <vt:lpstr>Wingdings</vt:lpstr>
      <vt:lpstr>Tahoma</vt:lpstr>
      <vt:lpstr>Verdana</vt:lpstr>
      <vt:lpstr>Impact</vt:lpstr>
      <vt:lpstr>微软雅黑</vt:lpstr>
      <vt:lpstr>Times New Roman</vt:lpstr>
      <vt:lpstr>华文楷体</vt:lpstr>
      <vt:lpstr>Cambria Math</vt:lpstr>
      <vt:lpstr>MS Mincho</vt:lpstr>
      <vt:lpstr>Arial Unicode MS</vt:lpstr>
      <vt:lpstr>Segoe Print</vt:lpstr>
      <vt:lpstr>Calibri</vt:lpstr>
      <vt:lpstr>BatangChe</vt:lpstr>
      <vt:lpstr>Green</vt:lpstr>
      <vt:lpstr>1_Green</vt:lpstr>
      <vt:lpstr>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Paint.Picture</vt:lpstr>
      <vt:lpstr>Equation.DSMT4</vt:lpstr>
      <vt:lpstr>PBrush</vt:lpstr>
      <vt:lpstr>PBrush</vt:lpstr>
      <vt:lpstr>Equation.DSMT4</vt:lpstr>
      <vt:lpstr>Equation.DSMT4</vt:lpstr>
      <vt:lpstr>Equation.DSMT4</vt:lpstr>
      <vt:lpstr>Equation.DSMT4</vt:lpstr>
      <vt:lpstr>Equation.DSMT4</vt:lpstr>
      <vt:lpstr>Equation.DSMT4</vt:lpstr>
      <vt:lpstr>Equation.DSMT4</vt:lpstr>
      <vt:lpstr>3.1、隐写术基本理论</vt:lpstr>
      <vt:lpstr>提纲</vt:lpstr>
      <vt:lpstr>提纲</vt:lpstr>
      <vt:lpstr>囚犯问题</vt:lpstr>
      <vt:lpstr>PowerPoint 演示文稿</vt:lpstr>
      <vt:lpstr>隐写系统——术语</vt:lpstr>
      <vt:lpstr>最低有效位隐藏-LSB(Least Significant Bit)</vt:lpstr>
      <vt:lpstr>隐写系统示例-LSB隐写系统</vt:lpstr>
      <vt:lpstr>隐写系统示例-LSB隐写系统</vt:lpstr>
      <vt:lpstr>隐写系统示例-LSB隐写系统</vt:lpstr>
      <vt:lpstr>提纲</vt:lpstr>
      <vt:lpstr>隐写系统分类</vt:lpstr>
      <vt:lpstr>隐写系统分类</vt:lpstr>
      <vt:lpstr>提纲</vt:lpstr>
      <vt:lpstr>隐写算法性能指标</vt:lpstr>
      <vt:lpstr>隐写算法性能指标</vt:lpstr>
      <vt:lpstr>隐写算法性能指标</vt:lpstr>
      <vt:lpstr>隐写算法性能指标</vt:lpstr>
      <vt:lpstr>隐写算法性能指标</vt:lpstr>
      <vt:lpstr>隐写算法性能指标</vt:lpstr>
      <vt:lpstr>隐写算法性能指标</vt:lpstr>
      <vt:lpstr>隐写算法性能指标</vt:lpstr>
      <vt:lpstr>隐写算法性能指标</vt:lpstr>
      <vt:lpstr>隐写算法性能指标</vt:lpstr>
      <vt:lpstr>提纲</vt:lpstr>
      <vt:lpstr>隐写系统的攻击方法</vt:lpstr>
      <vt:lpstr>隐写术的应用</vt:lpstr>
      <vt:lpstr>隐写术的应用</vt:lpstr>
      <vt:lpstr>3.2、数字水印基本理论</vt:lpstr>
      <vt:lpstr>数字水印的提出</vt:lpstr>
      <vt:lpstr>数字水印系统三要素</vt:lpstr>
      <vt:lpstr>数字水印构成方式</vt:lpstr>
      <vt:lpstr>数字水印构成方式</vt:lpstr>
      <vt:lpstr>数字水印嵌入和提取模型</vt:lpstr>
      <vt:lpstr>水印嵌入模型</vt:lpstr>
      <vt:lpstr>水印提取模型</vt:lpstr>
      <vt:lpstr>水印算法性能指标</vt:lpstr>
      <vt:lpstr>水印算法性能指标</vt:lpstr>
      <vt:lpstr>水印算法性能指标——安全性</vt:lpstr>
      <vt:lpstr>水印算法性能指标——稳健性</vt:lpstr>
      <vt:lpstr>水印算法性能指标——透明性</vt:lpstr>
      <vt:lpstr>PowerPoint 演示文稿</vt:lpstr>
      <vt:lpstr>水印透明性的客观度量</vt:lpstr>
      <vt:lpstr>水印透明性的客观度量</vt:lpstr>
      <vt:lpstr>水印透明性的客观度量</vt:lpstr>
      <vt:lpstr>数字水印的分类</vt:lpstr>
      <vt:lpstr>从载体上分类</vt:lpstr>
      <vt:lpstr>从载体上分类</vt:lpstr>
      <vt:lpstr>从透明性上分类</vt:lpstr>
      <vt:lpstr>从透明性上分类</vt:lpstr>
      <vt:lpstr>从嵌入方式上分类</vt:lpstr>
      <vt:lpstr>从嵌入方式上分类</vt:lpstr>
      <vt:lpstr>从嵌入方式上分类</vt:lpstr>
      <vt:lpstr>从检测方法上分类</vt:lpstr>
      <vt:lpstr>从检测方法上分类</vt:lpstr>
      <vt:lpstr>从检测方法上分类</vt:lpstr>
      <vt:lpstr>从稳健性上分类</vt:lpstr>
      <vt:lpstr>健壮性水印例</vt:lpstr>
      <vt:lpstr>健壮性水印例</vt:lpstr>
      <vt:lpstr>半脆弱水印例</vt:lpstr>
      <vt:lpstr>数字水印的性能评价</vt:lpstr>
      <vt:lpstr>隐写术与数字水印的区别</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dc:creator>
  <cp:lastModifiedBy>虫虫</cp:lastModifiedBy>
  <cp:revision>581</cp:revision>
  <dcterms:created xsi:type="dcterms:W3CDTF">2113-01-01T00:00:00Z</dcterms:created>
  <dcterms:modified xsi:type="dcterms:W3CDTF">2024-11-10T07:13:54Z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2052-12.1.0.18909</vt:lpwstr>
  </property>
  <property fmtid="{D5CDD505-2E9C-101B-9397-08002B2CF9AE}" pid="3" name="ICV">
    <vt:lpwstr>CFD4199F652946F2AD5FD21C56730D2C_12</vt:lpwstr>
  </property>
</Properties>
</file>